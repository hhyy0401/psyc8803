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0" r:id="rId2"/>
    <p:sldMasterId id="2147483653" r:id="rId3"/>
  </p:sldMasterIdLst>
  <p:notesMasterIdLst>
    <p:notesMasterId r:id="rId5"/>
  </p:notesMasterIdLst>
  <p:handoutMasterIdLst>
    <p:handoutMasterId r:id="rId6"/>
  </p:handoutMasterIdLst>
  <p:sldIdLst>
    <p:sldId id="257" r:id="rId4"/>
  </p:sldIdLst>
  <p:sldSz cx="30275213" cy="42803763"/>
  <p:notesSz cx="32461200" cy="43434000"/>
  <p:defaultTextStyle>
    <a:defPPr>
      <a:defRPr lang="en-US"/>
    </a:defPPr>
    <a:lvl1pPr marL="0" algn="l" defTabSz="4298410" rtl="0" eaLnBrk="1" latinLnBrk="0" hangingPunct="1">
      <a:defRPr sz="8500" kern="1200">
        <a:solidFill>
          <a:schemeClr val="tx1"/>
        </a:solidFill>
        <a:latin typeface="+mn-lt"/>
        <a:ea typeface="+mn-ea"/>
        <a:cs typeface="+mn-cs"/>
      </a:defRPr>
    </a:lvl1pPr>
    <a:lvl2pPr marL="2149205" algn="l" defTabSz="4298410" rtl="0" eaLnBrk="1" latinLnBrk="0" hangingPunct="1">
      <a:defRPr sz="8500" kern="1200">
        <a:solidFill>
          <a:schemeClr val="tx1"/>
        </a:solidFill>
        <a:latin typeface="+mn-lt"/>
        <a:ea typeface="+mn-ea"/>
        <a:cs typeface="+mn-cs"/>
      </a:defRPr>
    </a:lvl2pPr>
    <a:lvl3pPr marL="4298410" algn="l" defTabSz="4298410" rtl="0" eaLnBrk="1" latinLnBrk="0" hangingPunct="1">
      <a:defRPr sz="8500" kern="1200">
        <a:solidFill>
          <a:schemeClr val="tx1"/>
        </a:solidFill>
        <a:latin typeface="+mn-lt"/>
        <a:ea typeface="+mn-ea"/>
        <a:cs typeface="+mn-cs"/>
      </a:defRPr>
    </a:lvl3pPr>
    <a:lvl4pPr marL="6447613" algn="l" defTabSz="4298410" rtl="0" eaLnBrk="1" latinLnBrk="0" hangingPunct="1">
      <a:defRPr sz="8500" kern="1200">
        <a:solidFill>
          <a:schemeClr val="tx1"/>
        </a:solidFill>
        <a:latin typeface="+mn-lt"/>
        <a:ea typeface="+mn-ea"/>
        <a:cs typeface="+mn-cs"/>
      </a:defRPr>
    </a:lvl4pPr>
    <a:lvl5pPr marL="8596817" algn="l" defTabSz="4298410" rtl="0" eaLnBrk="1" latinLnBrk="0" hangingPunct="1">
      <a:defRPr sz="8500" kern="1200">
        <a:solidFill>
          <a:schemeClr val="tx1"/>
        </a:solidFill>
        <a:latin typeface="+mn-lt"/>
        <a:ea typeface="+mn-ea"/>
        <a:cs typeface="+mn-cs"/>
      </a:defRPr>
    </a:lvl5pPr>
    <a:lvl6pPr marL="10746023" algn="l" defTabSz="4298410" rtl="0" eaLnBrk="1" latinLnBrk="0" hangingPunct="1">
      <a:defRPr sz="8500" kern="1200">
        <a:solidFill>
          <a:schemeClr val="tx1"/>
        </a:solidFill>
        <a:latin typeface="+mn-lt"/>
        <a:ea typeface="+mn-ea"/>
        <a:cs typeface="+mn-cs"/>
      </a:defRPr>
    </a:lvl6pPr>
    <a:lvl7pPr marL="12895229" algn="l" defTabSz="4298410" rtl="0" eaLnBrk="1" latinLnBrk="0" hangingPunct="1">
      <a:defRPr sz="8500" kern="1200">
        <a:solidFill>
          <a:schemeClr val="tx1"/>
        </a:solidFill>
        <a:latin typeface="+mn-lt"/>
        <a:ea typeface="+mn-ea"/>
        <a:cs typeface="+mn-cs"/>
      </a:defRPr>
    </a:lvl7pPr>
    <a:lvl8pPr marL="15044432" algn="l" defTabSz="4298410" rtl="0" eaLnBrk="1" latinLnBrk="0" hangingPunct="1">
      <a:defRPr sz="8500" kern="1200">
        <a:solidFill>
          <a:schemeClr val="tx1"/>
        </a:solidFill>
        <a:latin typeface="+mn-lt"/>
        <a:ea typeface="+mn-ea"/>
        <a:cs typeface="+mn-cs"/>
      </a:defRPr>
    </a:lvl8pPr>
    <a:lvl9pPr marL="17193637" algn="l" defTabSz="4298410" rtl="0" eaLnBrk="1" latinLnBrk="0" hangingPunct="1">
      <a:defRPr sz="85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971AD"/>
    <a:srgbClr val="ECF7F2"/>
    <a:srgbClr val="D8EECE"/>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94713" autoAdjust="0"/>
  </p:normalViewPr>
  <p:slideViewPr>
    <p:cSldViewPr snapToGrid="0" snapToObjects="1" showGuides="1">
      <p:cViewPr>
        <p:scale>
          <a:sx n="60" d="100"/>
          <a:sy n="60" d="100"/>
        </p:scale>
        <p:origin x="-568" y="-80"/>
      </p:cViewPr>
      <p:guideLst>
        <p:guide orient="horz" pos="4316"/>
        <p:guide orient="horz" pos="375"/>
        <p:guide orient="horz" pos="26214"/>
        <p:guide orient="horz"/>
        <p:guide pos="401"/>
        <p:guide pos="1867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13680"/>
        <p:guide pos="10224"/>
      </p:guideLst>
    </p:cSldViewPr>
  </p:notesViewPr>
  <p:gridSpacing cx="76200" cy="76200"/>
</p:viewPr>
</file>

<file path=ppt/_rels/presentation.xml.rels><?xml version="1.0" encoding="UTF-8" standalone="yes"?>
<Relationships xmlns="http://schemas.openxmlformats.org/package/2006/relationships"><Relationship Id="rId11" Type="http://schemas.openxmlformats.org/officeDocument/2006/relationships/theme" Target="theme/theme1.xml"/><Relationship Id="rId12"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interSettings" Target="printerSettings/printerSettings1.bin"/><Relationship Id="rId8" Type="http://schemas.openxmlformats.org/officeDocument/2006/relationships/commentAuthors" Target="commentAuthors.xml"/><Relationship Id="rId9" Type="http://schemas.openxmlformats.org/officeDocument/2006/relationships/presProps" Target="presProps.xml"/><Relationship Id="rId1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oleObject" Target="file:///C:\Users\cmagne\Dropbox\Research\Studies\Iconicity\TrialNB..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cmagne\Dropbox\Research\Studies\Iconicity\TrialNB..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v>Experiment 1</c:v>
          </c:tx>
          <c:invertIfNegative val="0"/>
          <c:cat>
            <c:strRef>
              <c:f>ACC_Vertical!$K$38:$M$38</c:f>
              <c:strCache>
                <c:ptCount val="3"/>
                <c:pt idx="0">
                  <c:v>Iconic</c:v>
                </c:pt>
                <c:pt idx="1">
                  <c:v>Non-Iconic</c:v>
                </c:pt>
                <c:pt idx="2">
                  <c:v>Unrelated</c:v>
                </c:pt>
              </c:strCache>
            </c:strRef>
          </c:cat>
          <c:val>
            <c:numRef>
              <c:f>ACC_Vertical!$K$35:$M$35</c:f>
              <c:numCache>
                <c:formatCode>General</c:formatCode>
                <c:ptCount val="3"/>
                <c:pt idx="0">
                  <c:v>90.0</c:v>
                </c:pt>
                <c:pt idx="1">
                  <c:v>84.0</c:v>
                </c:pt>
                <c:pt idx="2">
                  <c:v>97.0</c:v>
                </c:pt>
              </c:numCache>
            </c:numRef>
          </c:val>
        </c:ser>
        <c:ser>
          <c:idx val="1"/>
          <c:order val="1"/>
          <c:tx>
            <c:v>Experiment 2</c:v>
          </c:tx>
          <c:invertIfNegative val="0"/>
          <c:cat>
            <c:strRef>
              <c:f>ACC_Vertical!$K$38:$M$38</c:f>
              <c:strCache>
                <c:ptCount val="3"/>
                <c:pt idx="0">
                  <c:v>Iconic</c:v>
                </c:pt>
                <c:pt idx="1">
                  <c:v>Non-Iconic</c:v>
                </c:pt>
                <c:pt idx="2">
                  <c:v>Unrelated</c:v>
                </c:pt>
              </c:strCache>
            </c:strRef>
          </c:cat>
          <c:val>
            <c:numRef>
              <c:f>ACC_Vertical!$K$36:$M$36</c:f>
              <c:numCache>
                <c:formatCode>General</c:formatCode>
                <c:ptCount val="3"/>
                <c:pt idx="0">
                  <c:v>89.0</c:v>
                </c:pt>
                <c:pt idx="1">
                  <c:v>92.0</c:v>
                </c:pt>
                <c:pt idx="2">
                  <c:v>99.0</c:v>
                </c:pt>
              </c:numCache>
            </c:numRef>
          </c:val>
        </c:ser>
        <c:dLbls>
          <c:showLegendKey val="0"/>
          <c:showVal val="0"/>
          <c:showCatName val="0"/>
          <c:showSerName val="0"/>
          <c:showPercent val="0"/>
          <c:showBubbleSize val="0"/>
        </c:dLbls>
        <c:gapWidth val="150"/>
        <c:axId val="601352216"/>
        <c:axId val="601693832"/>
      </c:barChart>
      <c:catAx>
        <c:axId val="601352216"/>
        <c:scaling>
          <c:orientation val="minMax"/>
        </c:scaling>
        <c:delete val="0"/>
        <c:axPos val="b"/>
        <c:majorTickMark val="out"/>
        <c:minorTickMark val="none"/>
        <c:tickLblPos val="nextTo"/>
        <c:crossAx val="601693832"/>
        <c:crosses val="autoZero"/>
        <c:auto val="1"/>
        <c:lblAlgn val="ctr"/>
        <c:lblOffset val="100"/>
        <c:noMultiLvlLbl val="0"/>
      </c:catAx>
      <c:valAx>
        <c:axId val="601693832"/>
        <c:scaling>
          <c:orientation val="minMax"/>
          <c:max val="100.0"/>
        </c:scaling>
        <c:delete val="0"/>
        <c:axPos val="l"/>
        <c:majorGridlines/>
        <c:numFmt formatCode="General" sourceLinked="1"/>
        <c:majorTickMark val="out"/>
        <c:minorTickMark val="none"/>
        <c:tickLblPos val="nextTo"/>
        <c:crossAx val="601352216"/>
        <c:crosses val="autoZero"/>
        <c:crossBetween val="between"/>
      </c:valAx>
    </c:plotArea>
    <c:legend>
      <c:legendPos val="r"/>
      <c:layout/>
      <c:overlay val="0"/>
    </c:legend>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v>Experiment 1</c:v>
          </c:tx>
          <c:invertIfNegative val="0"/>
          <c:errBars>
            <c:errBarType val="both"/>
            <c:errValType val="cust"/>
            <c:noEndCap val="0"/>
            <c:plus>
              <c:numRef>
                <c:f>ACC_Vertical!$N$18:$P$18</c:f>
                <c:numCache>
                  <c:formatCode>General</c:formatCode>
                  <c:ptCount val="3"/>
                  <c:pt idx="0">
                    <c:v>279.1599744865532</c:v>
                  </c:pt>
                  <c:pt idx="1">
                    <c:v>235.3759979555313</c:v>
                  </c:pt>
                  <c:pt idx="2">
                    <c:v>259.6790520292216</c:v>
                  </c:pt>
                </c:numCache>
              </c:numRef>
            </c:plus>
            <c:minus>
              <c:numRef>
                <c:f>ACC_Vertical!$N$18:$P$18</c:f>
                <c:numCache>
                  <c:formatCode>General</c:formatCode>
                  <c:ptCount val="3"/>
                  <c:pt idx="0">
                    <c:v>279.1599744865532</c:v>
                  </c:pt>
                  <c:pt idx="1">
                    <c:v>235.3759979555313</c:v>
                  </c:pt>
                  <c:pt idx="2">
                    <c:v>259.6790520292216</c:v>
                  </c:pt>
                </c:numCache>
              </c:numRef>
            </c:minus>
          </c:errBars>
          <c:cat>
            <c:strRef>
              <c:f>ACC_Vertical!$K$38:$M$38</c:f>
              <c:strCache>
                <c:ptCount val="3"/>
                <c:pt idx="0">
                  <c:v>Iconic</c:v>
                </c:pt>
                <c:pt idx="1">
                  <c:v>Non-Iconic</c:v>
                </c:pt>
                <c:pt idx="2">
                  <c:v>Unrelated</c:v>
                </c:pt>
              </c:strCache>
            </c:strRef>
          </c:cat>
          <c:val>
            <c:numRef>
              <c:f>ACC_Vertical!$R$22:$T$22</c:f>
              <c:numCache>
                <c:formatCode>General</c:formatCode>
                <c:ptCount val="3"/>
                <c:pt idx="0">
                  <c:v>1161.0</c:v>
                </c:pt>
                <c:pt idx="1">
                  <c:v>1156.0</c:v>
                </c:pt>
                <c:pt idx="2">
                  <c:v>1265.0</c:v>
                </c:pt>
              </c:numCache>
            </c:numRef>
          </c:val>
        </c:ser>
        <c:ser>
          <c:idx val="1"/>
          <c:order val="1"/>
          <c:tx>
            <c:v>Experiment 2</c:v>
          </c:tx>
          <c:invertIfNegative val="0"/>
          <c:errBars>
            <c:errBarType val="both"/>
            <c:errValType val="cust"/>
            <c:noEndCap val="0"/>
            <c:plus>
              <c:numRef>
                <c:f>ACC_Vertical!$R$46:$T$46</c:f>
                <c:numCache>
                  <c:formatCode>General</c:formatCode>
                  <c:ptCount val="3"/>
                  <c:pt idx="0">
                    <c:v>238.0</c:v>
                  </c:pt>
                  <c:pt idx="1">
                    <c:v>197.0</c:v>
                  </c:pt>
                  <c:pt idx="2">
                    <c:v>252.0</c:v>
                  </c:pt>
                </c:numCache>
              </c:numRef>
            </c:plus>
            <c:minus>
              <c:numRef>
                <c:f>ACC_Vertical!$R$46:$T$46</c:f>
                <c:numCache>
                  <c:formatCode>General</c:formatCode>
                  <c:ptCount val="3"/>
                  <c:pt idx="0">
                    <c:v>238.0</c:v>
                  </c:pt>
                  <c:pt idx="1">
                    <c:v>197.0</c:v>
                  </c:pt>
                  <c:pt idx="2">
                    <c:v>252.0</c:v>
                  </c:pt>
                </c:numCache>
              </c:numRef>
            </c:minus>
          </c:errBars>
          <c:cat>
            <c:strRef>
              <c:f>ACC_Vertical!$K$38:$M$38</c:f>
              <c:strCache>
                <c:ptCount val="3"/>
                <c:pt idx="0">
                  <c:v>Iconic</c:v>
                </c:pt>
                <c:pt idx="1">
                  <c:v>Non-Iconic</c:v>
                </c:pt>
                <c:pt idx="2">
                  <c:v>Unrelated</c:v>
                </c:pt>
              </c:strCache>
            </c:strRef>
          </c:cat>
          <c:val>
            <c:numRef>
              <c:f>ACC_Vertical!$R$23:$T$23</c:f>
              <c:numCache>
                <c:formatCode>General</c:formatCode>
                <c:ptCount val="3"/>
                <c:pt idx="0">
                  <c:v>913.0</c:v>
                </c:pt>
                <c:pt idx="1">
                  <c:v>891.0</c:v>
                </c:pt>
                <c:pt idx="2">
                  <c:v>950.0</c:v>
                </c:pt>
              </c:numCache>
            </c:numRef>
          </c:val>
        </c:ser>
        <c:dLbls>
          <c:showLegendKey val="0"/>
          <c:showVal val="0"/>
          <c:showCatName val="0"/>
          <c:showSerName val="0"/>
          <c:showPercent val="0"/>
          <c:showBubbleSize val="0"/>
        </c:dLbls>
        <c:gapWidth val="150"/>
        <c:axId val="606162728"/>
        <c:axId val="487235704"/>
      </c:barChart>
      <c:catAx>
        <c:axId val="606162728"/>
        <c:scaling>
          <c:orientation val="minMax"/>
        </c:scaling>
        <c:delete val="0"/>
        <c:axPos val="b"/>
        <c:majorTickMark val="out"/>
        <c:minorTickMark val="none"/>
        <c:tickLblPos val="nextTo"/>
        <c:crossAx val="487235704"/>
        <c:crosses val="autoZero"/>
        <c:auto val="1"/>
        <c:lblAlgn val="ctr"/>
        <c:lblOffset val="100"/>
        <c:noMultiLvlLbl val="0"/>
      </c:catAx>
      <c:valAx>
        <c:axId val="487235704"/>
        <c:scaling>
          <c:orientation val="minMax"/>
          <c:max val="1600.0"/>
        </c:scaling>
        <c:delete val="0"/>
        <c:axPos val="l"/>
        <c:majorGridlines/>
        <c:numFmt formatCode="General" sourceLinked="1"/>
        <c:majorTickMark val="out"/>
        <c:minorTickMark val="none"/>
        <c:tickLblPos val="nextTo"/>
        <c:crossAx val="606162728"/>
        <c:crosses val="autoZero"/>
        <c:crossBetween val="between"/>
      </c:valAx>
    </c:plotArea>
    <c:legend>
      <c:legendPos val="r"/>
      <c:layout/>
      <c:overlay val="0"/>
    </c:legend>
    <c:plotVisOnly val="1"/>
    <c:dispBlanksAs val="gap"/>
    <c:showDLblsOverMax val="0"/>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4066520" cy="2171700"/>
          </a:xfrm>
          <a:prstGeom prst="rect">
            <a:avLst/>
          </a:prstGeom>
        </p:spPr>
        <p:txBody>
          <a:bodyPr vert="horz" lIns="433682" tIns="216841" rIns="433682" bIns="216841" rtlCol="0"/>
          <a:lstStyle>
            <a:lvl1pPr algn="l">
              <a:defRPr sz="5700"/>
            </a:lvl1pPr>
          </a:lstStyle>
          <a:p>
            <a:endParaRPr lang="en-US"/>
          </a:p>
        </p:txBody>
      </p:sp>
      <p:sp>
        <p:nvSpPr>
          <p:cNvPr id="3" name="Date Placeholder 2"/>
          <p:cNvSpPr>
            <a:spLocks noGrp="1"/>
          </p:cNvSpPr>
          <p:nvPr>
            <p:ph type="dt" sz="quarter" idx="1"/>
          </p:nvPr>
        </p:nvSpPr>
        <p:spPr>
          <a:xfrm>
            <a:off x="18387168" y="0"/>
            <a:ext cx="14066520" cy="2171700"/>
          </a:xfrm>
          <a:prstGeom prst="rect">
            <a:avLst/>
          </a:prstGeom>
        </p:spPr>
        <p:txBody>
          <a:bodyPr vert="horz" lIns="433682" tIns="216841" rIns="433682" bIns="216841" rtlCol="0"/>
          <a:lstStyle>
            <a:lvl1pPr algn="r">
              <a:defRPr sz="5700"/>
            </a:lvl1pPr>
          </a:lstStyle>
          <a:p>
            <a:fld id="{0158C5BC-9A70-462C-B28D-9600239EAC64}" type="datetimeFigureOut">
              <a:rPr lang="en-US" smtClean="0"/>
              <a:pPr/>
              <a:t>11/12/13</a:t>
            </a:fld>
            <a:endParaRPr lang="en-US"/>
          </a:p>
        </p:txBody>
      </p:sp>
      <p:sp>
        <p:nvSpPr>
          <p:cNvPr id="4" name="Footer Placeholder 3"/>
          <p:cNvSpPr>
            <a:spLocks noGrp="1"/>
          </p:cNvSpPr>
          <p:nvPr>
            <p:ph type="ftr" sz="quarter" idx="2"/>
          </p:nvPr>
        </p:nvSpPr>
        <p:spPr>
          <a:xfrm>
            <a:off x="0" y="41254762"/>
            <a:ext cx="14066520" cy="2171700"/>
          </a:xfrm>
          <a:prstGeom prst="rect">
            <a:avLst/>
          </a:prstGeom>
        </p:spPr>
        <p:txBody>
          <a:bodyPr vert="horz" lIns="433682" tIns="216841" rIns="433682" bIns="216841" rtlCol="0" anchor="b"/>
          <a:lstStyle>
            <a:lvl1pPr algn="l">
              <a:defRPr sz="5700"/>
            </a:lvl1pPr>
          </a:lstStyle>
          <a:p>
            <a:endParaRPr lang="en-US"/>
          </a:p>
        </p:txBody>
      </p:sp>
      <p:sp>
        <p:nvSpPr>
          <p:cNvPr id="5" name="Slide Number Placeholder 4"/>
          <p:cNvSpPr>
            <a:spLocks noGrp="1"/>
          </p:cNvSpPr>
          <p:nvPr>
            <p:ph type="sldNum" sz="quarter" idx="3"/>
          </p:nvPr>
        </p:nvSpPr>
        <p:spPr>
          <a:xfrm>
            <a:off x="18387168" y="41254762"/>
            <a:ext cx="14066520" cy="2171700"/>
          </a:xfrm>
          <a:prstGeom prst="rect">
            <a:avLst/>
          </a:prstGeom>
        </p:spPr>
        <p:txBody>
          <a:bodyPr vert="horz" lIns="433682" tIns="216841" rIns="433682" bIns="216841" rtlCol="0" anchor="b"/>
          <a:lstStyle>
            <a:lvl1pPr algn="r">
              <a:defRPr sz="57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26391135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4066520" cy="2171700"/>
          </a:xfrm>
          <a:prstGeom prst="rect">
            <a:avLst/>
          </a:prstGeom>
        </p:spPr>
        <p:txBody>
          <a:bodyPr vert="horz" lIns="433682" tIns="216841" rIns="433682" bIns="216841" rtlCol="0"/>
          <a:lstStyle>
            <a:lvl1pPr algn="l">
              <a:defRPr sz="5700"/>
            </a:lvl1pPr>
          </a:lstStyle>
          <a:p>
            <a:endParaRPr lang="en-US" dirty="0"/>
          </a:p>
        </p:txBody>
      </p:sp>
      <p:sp>
        <p:nvSpPr>
          <p:cNvPr id="3" name="Date Placeholder 2"/>
          <p:cNvSpPr>
            <a:spLocks noGrp="1"/>
          </p:cNvSpPr>
          <p:nvPr>
            <p:ph type="dt" idx="1"/>
          </p:nvPr>
        </p:nvSpPr>
        <p:spPr>
          <a:xfrm>
            <a:off x="18387168" y="0"/>
            <a:ext cx="14066520" cy="2171700"/>
          </a:xfrm>
          <a:prstGeom prst="rect">
            <a:avLst/>
          </a:prstGeom>
        </p:spPr>
        <p:txBody>
          <a:bodyPr vert="horz" lIns="433682" tIns="216841" rIns="433682" bIns="216841" rtlCol="0"/>
          <a:lstStyle>
            <a:lvl1pPr algn="r">
              <a:defRPr sz="5700"/>
            </a:lvl1pPr>
          </a:lstStyle>
          <a:p>
            <a:fld id="{E6CC2317-6751-4CD4-9995-8782DD78E936}" type="datetimeFigureOut">
              <a:rPr lang="en-US" smtClean="0"/>
              <a:pPr/>
              <a:t>11/12/13</a:t>
            </a:fld>
            <a:endParaRPr lang="en-US" dirty="0"/>
          </a:p>
        </p:txBody>
      </p:sp>
      <p:sp>
        <p:nvSpPr>
          <p:cNvPr id="4" name="Slide Image Placeholder 3"/>
          <p:cNvSpPr>
            <a:spLocks noGrp="1" noRot="1" noChangeAspect="1"/>
          </p:cNvSpPr>
          <p:nvPr>
            <p:ph type="sldImg" idx="2"/>
          </p:nvPr>
        </p:nvSpPr>
        <p:spPr>
          <a:xfrm>
            <a:off x="10471150" y="3257550"/>
            <a:ext cx="11518900" cy="16287750"/>
          </a:xfrm>
          <a:prstGeom prst="rect">
            <a:avLst/>
          </a:prstGeom>
          <a:noFill/>
          <a:ln w="12700">
            <a:solidFill>
              <a:prstClr val="black"/>
            </a:solidFill>
          </a:ln>
        </p:spPr>
        <p:txBody>
          <a:bodyPr vert="horz" lIns="433682" tIns="216841" rIns="433682" bIns="216841" rtlCol="0" anchor="ctr"/>
          <a:lstStyle/>
          <a:p>
            <a:endParaRPr lang="en-US" dirty="0"/>
          </a:p>
        </p:txBody>
      </p:sp>
      <p:sp>
        <p:nvSpPr>
          <p:cNvPr id="5" name="Notes Placeholder 4"/>
          <p:cNvSpPr>
            <a:spLocks noGrp="1"/>
          </p:cNvSpPr>
          <p:nvPr>
            <p:ph type="body" sz="quarter" idx="3"/>
          </p:nvPr>
        </p:nvSpPr>
        <p:spPr>
          <a:xfrm>
            <a:off x="3246120" y="20631150"/>
            <a:ext cx="25968960" cy="19545300"/>
          </a:xfrm>
          <a:prstGeom prst="rect">
            <a:avLst/>
          </a:prstGeom>
        </p:spPr>
        <p:txBody>
          <a:bodyPr vert="horz" lIns="433682" tIns="216841" rIns="433682" bIns="21684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41254762"/>
            <a:ext cx="14066520" cy="2171700"/>
          </a:xfrm>
          <a:prstGeom prst="rect">
            <a:avLst/>
          </a:prstGeom>
        </p:spPr>
        <p:txBody>
          <a:bodyPr vert="horz" lIns="433682" tIns="216841" rIns="433682" bIns="216841" rtlCol="0" anchor="b"/>
          <a:lstStyle>
            <a:lvl1pPr algn="l">
              <a:defRPr sz="5700"/>
            </a:lvl1pPr>
          </a:lstStyle>
          <a:p>
            <a:endParaRPr lang="en-US" dirty="0"/>
          </a:p>
        </p:txBody>
      </p:sp>
      <p:sp>
        <p:nvSpPr>
          <p:cNvPr id="7" name="Slide Number Placeholder 6"/>
          <p:cNvSpPr>
            <a:spLocks noGrp="1"/>
          </p:cNvSpPr>
          <p:nvPr>
            <p:ph type="sldNum" sz="quarter" idx="5"/>
          </p:nvPr>
        </p:nvSpPr>
        <p:spPr>
          <a:xfrm>
            <a:off x="18387168" y="41254762"/>
            <a:ext cx="14066520" cy="2171700"/>
          </a:xfrm>
          <a:prstGeom prst="rect">
            <a:avLst/>
          </a:prstGeom>
        </p:spPr>
        <p:txBody>
          <a:bodyPr vert="horz" lIns="433682" tIns="216841" rIns="433682" bIns="216841" rtlCol="0" anchor="b"/>
          <a:lstStyle>
            <a:lvl1pPr algn="r">
              <a:defRPr sz="57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3109100856"/>
      </p:ext>
    </p:extLst>
  </p:cSld>
  <p:clrMap bg1="lt1" tx1="dk1" bg2="lt2" tx2="dk2" accent1="accent1" accent2="accent2" accent3="accent3" accent4="accent4" accent5="accent5" accent6="accent6" hlink="hlink" folHlink="folHlink"/>
  <p:notesStyle>
    <a:lvl1pPr marL="0" algn="l" defTabSz="4298410" rtl="0" eaLnBrk="1" latinLnBrk="0" hangingPunct="1">
      <a:defRPr sz="5800" kern="1200">
        <a:solidFill>
          <a:schemeClr val="tx1"/>
        </a:solidFill>
        <a:latin typeface="+mn-lt"/>
        <a:ea typeface="+mn-ea"/>
        <a:cs typeface="+mn-cs"/>
      </a:defRPr>
    </a:lvl1pPr>
    <a:lvl2pPr marL="2149205" algn="l" defTabSz="4298410" rtl="0" eaLnBrk="1" latinLnBrk="0" hangingPunct="1">
      <a:defRPr sz="5800" kern="1200">
        <a:solidFill>
          <a:schemeClr val="tx1"/>
        </a:solidFill>
        <a:latin typeface="+mn-lt"/>
        <a:ea typeface="+mn-ea"/>
        <a:cs typeface="+mn-cs"/>
      </a:defRPr>
    </a:lvl2pPr>
    <a:lvl3pPr marL="4298410" algn="l" defTabSz="4298410" rtl="0" eaLnBrk="1" latinLnBrk="0" hangingPunct="1">
      <a:defRPr sz="5800" kern="1200">
        <a:solidFill>
          <a:schemeClr val="tx1"/>
        </a:solidFill>
        <a:latin typeface="+mn-lt"/>
        <a:ea typeface="+mn-ea"/>
        <a:cs typeface="+mn-cs"/>
      </a:defRPr>
    </a:lvl3pPr>
    <a:lvl4pPr marL="6447613" algn="l" defTabSz="4298410" rtl="0" eaLnBrk="1" latinLnBrk="0" hangingPunct="1">
      <a:defRPr sz="5800" kern="1200">
        <a:solidFill>
          <a:schemeClr val="tx1"/>
        </a:solidFill>
        <a:latin typeface="+mn-lt"/>
        <a:ea typeface="+mn-ea"/>
        <a:cs typeface="+mn-cs"/>
      </a:defRPr>
    </a:lvl4pPr>
    <a:lvl5pPr marL="8596817" algn="l" defTabSz="4298410" rtl="0" eaLnBrk="1" latinLnBrk="0" hangingPunct="1">
      <a:defRPr sz="5800" kern="1200">
        <a:solidFill>
          <a:schemeClr val="tx1"/>
        </a:solidFill>
        <a:latin typeface="+mn-lt"/>
        <a:ea typeface="+mn-ea"/>
        <a:cs typeface="+mn-cs"/>
      </a:defRPr>
    </a:lvl5pPr>
    <a:lvl6pPr marL="10746023" algn="l" defTabSz="4298410" rtl="0" eaLnBrk="1" latinLnBrk="0" hangingPunct="1">
      <a:defRPr sz="5800" kern="1200">
        <a:solidFill>
          <a:schemeClr val="tx1"/>
        </a:solidFill>
        <a:latin typeface="+mn-lt"/>
        <a:ea typeface="+mn-ea"/>
        <a:cs typeface="+mn-cs"/>
      </a:defRPr>
    </a:lvl6pPr>
    <a:lvl7pPr marL="12895229" algn="l" defTabSz="4298410" rtl="0" eaLnBrk="1" latinLnBrk="0" hangingPunct="1">
      <a:defRPr sz="5800" kern="1200">
        <a:solidFill>
          <a:schemeClr val="tx1"/>
        </a:solidFill>
        <a:latin typeface="+mn-lt"/>
        <a:ea typeface="+mn-ea"/>
        <a:cs typeface="+mn-cs"/>
      </a:defRPr>
    </a:lvl7pPr>
    <a:lvl8pPr marL="15044432" algn="l" defTabSz="4298410" rtl="0" eaLnBrk="1" latinLnBrk="0" hangingPunct="1">
      <a:defRPr sz="5800" kern="1200">
        <a:solidFill>
          <a:schemeClr val="tx1"/>
        </a:solidFill>
        <a:latin typeface="+mn-lt"/>
        <a:ea typeface="+mn-ea"/>
        <a:cs typeface="+mn-cs"/>
      </a:defRPr>
    </a:lvl8pPr>
    <a:lvl9pPr marL="17193637" algn="l" defTabSz="4298410" rtl="0" eaLnBrk="1" latinLnBrk="0" hangingPunct="1">
      <a:defRPr sz="5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23691" y="7585962"/>
            <a:ext cx="14299153"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Type in or paste your text here</a:t>
            </a:r>
            <a:endParaRPr lang="en-US" dirty="0"/>
          </a:p>
        </p:txBody>
      </p:sp>
      <p:sp>
        <p:nvSpPr>
          <p:cNvPr id="6" name="Text Placeholder 5"/>
          <p:cNvSpPr>
            <a:spLocks noGrp="1"/>
          </p:cNvSpPr>
          <p:nvPr>
            <p:ph type="body" sz="quarter" idx="11" hasCustomPrompt="1"/>
          </p:nvPr>
        </p:nvSpPr>
        <p:spPr>
          <a:xfrm>
            <a:off x="636213" y="6847036"/>
            <a:ext cx="14287866"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INTRODUCTION</a:t>
            </a:r>
            <a:endParaRPr lang="en-US" dirty="0"/>
          </a:p>
        </p:txBody>
      </p:sp>
      <p:sp>
        <p:nvSpPr>
          <p:cNvPr id="14" name="Picture Placeholder 13"/>
          <p:cNvSpPr>
            <a:spLocks noGrp="1"/>
          </p:cNvSpPr>
          <p:nvPr>
            <p:ph type="pic" sz="quarter" idx="15" hasCustomPrompt="1"/>
          </p:nvPr>
        </p:nvSpPr>
        <p:spPr>
          <a:xfrm>
            <a:off x="630734" y="1486242"/>
            <a:ext cx="3048547" cy="3269732"/>
          </a:xfrm>
          <a:prstGeom prst="rect">
            <a:avLst/>
          </a:prstGeom>
        </p:spPr>
        <p:txBody>
          <a:bodyPr lIns="89551" tIns="44774" rIns="89551" bIns="44774" anchor="ctr"/>
          <a:lstStyle>
            <a:lvl1pPr algn="ctr">
              <a:buNone/>
              <a:defRPr sz="4300">
                <a:solidFill>
                  <a:schemeClr val="bg1"/>
                </a:solidFill>
              </a:defRPr>
            </a:lvl1pPr>
          </a:lstStyle>
          <a:p>
            <a:r>
              <a:rPr lang="en-US" dirty="0" smtClean="0"/>
              <a:t>LOGO</a:t>
            </a:r>
            <a:endParaRPr lang="en-US" dirty="0"/>
          </a:p>
        </p:txBody>
      </p:sp>
      <p:sp>
        <p:nvSpPr>
          <p:cNvPr id="18" name="Picture Placeholder 13"/>
          <p:cNvSpPr>
            <a:spLocks noGrp="1"/>
          </p:cNvSpPr>
          <p:nvPr>
            <p:ph type="pic" sz="quarter" idx="18" hasCustomPrompt="1"/>
          </p:nvPr>
        </p:nvSpPr>
        <p:spPr>
          <a:xfrm>
            <a:off x="26541005" y="1486242"/>
            <a:ext cx="3048547" cy="3269732"/>
          </a:xfrm>
          <a:prstGeom prst="rect">
            <a:avLst/>
          </a:prstGeom>
        </p:spPr>
        <p:txBody>
          <a:bodyPr lIns="89551" tIns="44774" rIns="89551" bIns="44774" anchor="ctr"/>
          <a:lstStyle>
            <a:lvl1pPr algn="ctr">
              <a:buNone/>
              <a:defRPr sz="4300">
                <a:solidFill>
                  <a:schemeClr val="bg1"/>
                </a:solidFill>
              </a:defRPr>
            </a:lvl1pPr>
          </a:lstStyle>
          <a:p>
            <a:r>
              <a:rPr lang="en-US" dirty="0" smtClean="0"/>
              <a:t>LOGO</a:t>
            </a:r>
            <a:endParaRPr lang="en-US" dirty="0"/>
          </a:p>
        </p:txBody>
      </p:sp>
      <p:sp>
        <p:nvSpPr>
          <p:cNvPr id="20" name="Text Placeholder 5"/>
          <p:cNvSpPr>
            <a:spLocks noGrp="1"/>
          </p:cNvSpPr>
          <p:nvPr>
            <p:ph type="body" sz="quarter" idx="20" hasCustomPrompt="1"/>
          </p:nvPr>
        </p:nvSpPr>
        <p:spPr>
          <a:xfrm>
            <a:off x="622456" y="17970972"/>
            <a:ext cx="14287867" cy="78101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RESULTS</a:t>
            </a:r>
            <a:endParaRPr lang="en-US" dirty="0"/>
          </a:p>
        </p:txBody>
      </p:sp>
      <p:sp>
        <p:nvSpPr>
          <p:cNvPr id="25" name="Text Placeholder 5"/>
          <p:cNvSpPr>
            <a:spLocks noGrp="1"/>
          </p:cNvSpPr>
          <p:nvPr>
            <p:ph type="body" sz="quarter" idx="25" hasCustomPrompt="1"/>
          </p:nvPr>
        </p:nvSpPr>
        <p:spPr>
          <a:xfrm>
            <a:off x="15353328" y="6847036"/>
            <a:ext cx="14287682"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METHODS</a:t>
            </a:r>
            <a:endParaRPr lang="en-US" dirty="0"/>
          </a:p>
        </p:txBody>
      </p:sp>
      <p:sp>
        <p:nvSpPr>
          <p:cNvPr id="26" name="Text Placeholder 3"/>
          <p:cNvSpPr>
            <a:spLocks noGrp="1"/>
          </p:cNvSpPr>
          <p:nvPr>
            <p:ph type="body" sz="quarter" idx="26" hasCustomPrompt="1"/>
          </p:nvPr>
        </p:nvSpPr>
        <p:spPr>
          <a:xfrm>
            <a:off x="15353328" y="7585962"/>
            <a:ext cx="14287682"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Type in or paste your text here</a:t>
            </a:r>
            <a:endParaRPr lang="en-US" dirty="0"/>
          </a:p>
        </p:txBody>
      </p:sp>
      <p:sp>
        <p:nvSpPr>
          <p:cNvPr id="29" name="Text Placeholder 5"/>
          <p:cNvSpPr>
            <a:spLocks noGrp="1"/>
          </p:cNvSpPr>
          <p:nvPr>
            <p:ph type="body" sz="quarter" idx="29" hasCustomPrompt="1"/>
          </p:nvPr>
        </p:nvSpPr>
        <p:spPr>
          <a:xfrm>
            <a:off x="15375479" y="39227306"/>
            <a:ext cx="14276605"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REFERENCES / ACKNOWLEDGMENTS</a:t>
            </a:r>
            <a:endParaRPr lang="en-US" dirty="0"/>
          </a:p>
        </p:txBody>
      </p:sp>
      <p:sp>
        <p:nvSpPr>
          <p:cNvPr id="30" name="Text Placeholder 3"/>
          <p:cNvSpPr>
            <a:spLocks noGrp="1"/>
          </p:cNvSpPr>
          <p:nvPr>
            <p:ph type="body" sz="quarter" idx="30" hasCustomPrompt="1"/>
          </p:nvPr>
        </p:nvSpPr>
        <p:spPr>
          <a:xfrm>
            <a:off x="15364404" y="30549758"/>
            <a:ext cx="14283756"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Type in or paste your text here</a:t>
            </a:r>
            <a:endParaRPr lang="en-US" dirty="0"/>
          </a:p>
        </p:txBody>
      </p:sp>
      <p:sp>
        <p:nvSpPr>
          <p:cNvPr id="60" name="Text Placeholder 3"/>
          <p:cNvSpPr>
            <a:spLocks noGrp="1"/>
          </p:cNvSpPr>
          <p:nvPr>
            <p:ph type="body" sz="quarter" idx="96" hasCustomPrompt="1"/>
          </p:nvPr>
        </p:nvSpPr>
        <p:spPr>
          <a:xfrm>
            <a:off x="622456" y="18870542"/>
            <a:ext cx="14297918"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Type in or paste your text here</a:t>
            </a:r>
            <a:endParaRPr lang="en-US" dirty="0"/>
          </a:p>
        </p:txBody>
      </p:sp>
      <p:sp>
        <p:nvSpPr>
          <p:cNvPr id="76" name="Text Placeholder 76"/>
          <p:cNvSpPr>
            <a:spLocks noGrp="1"/>
          </p:cNvSpPr>
          <p:nvPr>
            <p:ph type="body" sz="quarter" idx="150" hasCustomPrompt="1"/>
          </p:nvPr>
        </p:nvSpPr>
        <p:spPr>
          <a:xfrm>
            <a:off x="4090899" y="5025075"/>
            <a:ext cx="22093415" cy="1087559"/>
          </a:xfrm>
          <a:prstGeom prst="rect">
            <a:avLst/>
          </a:prstGeom>
        </p:spPr>
        <p:txBody>
          <a:bodyPr lIns="77349" tIns="38675" rIns="77349" bIns="38675">
            <a:normAutofit/>
          </a:bodyPr>
          <a:lstStyle>
            <a:lvl1pPr algn="ctr">
              <a:buFontTx/>
              <a:buNone/>
              <a:defRPr sz="6100">
                <a:solidFill>
                  <a:schemeClr val="bg1"/>
                </a:solidFill>
                <a:latin typeface="+mj-lt"/>
              </a:defRPr>
            </a:lvl1pPr>
            <a:lvl2pPr>
              <a:buFontTx/>
              <a:buNone/>
              <a:defRPr sz="6100"/>
            </a:lvl2pPr>
            <a:lvl3pPr>
              <a:buFontTx/>
              <a:buNone/>
              <a:defRPr sz="6100"/>
            </a:lvl3pPr>
            <a:lvl4pPr>
              <a:buFontTx/>
              <a:buNone/>
              <a:defRPr sz="6100"/>
            </a:lvl4pPr>
            <a:lvl5pPr>
              <a:buFontTx/>
              <a:buNone/>
              <a:defRPr sz="6100"/>
            </a:lvl5pPr>
          </a:lstStyle>
          <a:p>
            <a:pPr lvl="0"/>
            <a:r>
              <a:rPr lang="en-US" dirty="0" smtClean="0"/>
              <a:t>Click here to add affiliations</a:t>
            </a:r>
            <a:endParaRPr lang="en-US" dirty="0"/>
          </a:p>
        </p:txBody>
      </p:sp>
      <p:sp>
        <p:nvSpPr>
          <p:cNvPr id="79" name="Text Placeholder 76"/>
          <p:cNvSpPr>
            <a:spLocks noGrp="1"/>
          </p:cNvSpPr>
          <p:nvPr>
            <p:ph type="body" sz="quarter" idx="151" hasCustomPrompt="1"/>
          </p:nvPr>
        </p:nvSpPr>
        <p:spPr>
          <a:xfrm>
            <a:off x="4090899" y="3160691"/>
            <a:ext cx="22093415" cy="1864384"/>
          </a:xfrm>
          <a:prstGeom prst="rect">
            <a:avLst/>
          </a:prstGeom>
        </p:spPr>
        <p:txBody>
          <a:bodyPr lIns="77349" tIns="38675" rIns="77349" bIns="38675" anchor="t" anchorCtr="1">
            <a:normAutofit/>
          </a:bodyPr>
          <a:lstStyle>
            <a:lvl1pPr algn="ctr">
              <a:buFontTx/>
              <a:buNone/>
              <a:defRPr sz="9700">
                <a:solidFill>
                  <a:schemeClr val="bg1"/>
                </a:solidFill>
                <a:latin typeface="+mj-lt"/>
              </a:defRPr>
            </a:lvl1pPr>
            <a:lvl2pPr>
              <a:buFontTx/>
              <a:buNone/>
              <a:defRPr sz="6100"/>
            </a:lvl2pPr>
            <a:lvl3pPr>
              <a:buFontTx/>
              <a:buNone/>
              <a:defRPr sz="6100"/>
            </a:lvl3pPr>
            <a:lvl4pPr>
              <a:buFontTx/>
              <a:buNone/>
              <a:defRPr sz="6100"/>
            </a:lvl4pPr>
            <a:lvl5pPr>
              <a:buFontTx/>
              <a:buNone/>
              <a:defRPr sz="6100"/>
            </a:lvl5pPr>
          </a:lstStyle>
          <a:p>
            <a:pPr lvl="0"/>
            <a:r>
              <a:rPr lang="en-US" dirty="0" smtClean="0"/>
              <a:t>Click here to add authors</a:t>
            </a:r>
            <a:endParaRPr lang="en-US" dirty="0"/>
          </a:p>
        </p:txBody>
      </p:sp>
      <p:sp>
        <p:nvSpPr>
          <p:cNvPr id="80" name="Text Placeholder 76"/>
          <p:cNvSpPr>
            <a:spLocks noGrp="1"/>
          </p:cNvSpPr>
          <p:nvPr>
            <p:ph type="body" sz="quarter" idx="153" hasCustomPrompt="1"/>
          </p:nvPr>
        </p:nvSpPr>
        <p:spPr>
          <a:xfrm>
            <a:off x="4090899" y="492940"/>
            <a:ext cx="22093415" cy="2667751"/>
          </a:xfrm>
          <a:prstGeom prst="rect">
            <a:avLst/>
          </a:prstGeom>
        </p:spPr>
        <p:txBody>
          <a:bodyPr lIns="77349" tIns="38675" rIns="77349" bIns="38675" anchor="t" anchorCtr="1">
            <a:normAutofit/>
          </a:bodyPr>
          <a:lstStyle>
            <a:lvl1pPr algn="ctr">
              <a:buFontTx/>
              <a:buNone/>
              <a:defRPr sz="14000">
                <a:solidFill>
                  <a:schemeClr val="bg1"/>
                </a:solidFill>
                <a:latin typeface="+mj-lt"/>
              </a:defRPr>
            </a:lvl1pPr>
            <a:lvl2pPr>
              <a:buFontTx/>
              <a:buNone/>
              <a:defRPr sz="6100"/>
            </a:lvl2pPr>
            <a:lvl3pPr>
              <a:buFontTx/>
              <a:buNone/>
              <a:defRPr sz="6100"/>
            </a:lvl3pPr>
            <a:lvl4pPr>
              <a:buFontTx/>
              <a:buNone/>
              <a:defRPr sz="6100"/>
            </a:lvl4pPr>
            <a:lvl5pPr>
              <a:buFontTx/>
              <a:buNone/>
              <a:defRPr sz="6100"/>
            </a:lvl5pPr>
          </a:lstStyle>
          <a:p>
            <a:pPr lvl="0"/>
            <a:r>
              <a:rPr lang="en-US" dirty="0" smtClean="0"/>
              <a:t>Click here to add title</a:t>
            </a:r>
            <a:endParaRPr lang="en-US" dirty="0"/>
          </a:p>
        </p:txBody>
      </p:sp>
    </p:spTree>
  </p:cSld>
  <p:clrMapOvr>
    <a:masterClrMapping/>
  </p:clrMapOvr>
  <p:timing>
    <p:tnLst>
      <p:par>
        <p:cTn xmlns:p14="http://schemas.microsoft.com/office/powerpoint/2010/mai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23691" y="7585962"/>
            <a:ext cx="14299153"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Type in or paste your text here</a:t>
            </a:r>
            <a:endParaRPr lang="en-US" dirty="0"/>
          </a:p>
        </p:txBody>
      </p:sp>
      <p:sp>
        <p:nvSpPr>
          <p:cNvPr id="6" name="Text Placeholder 5"/>
          <p:cNvSpPr>
            <a:spLocks noGrp="1"/>
          </p:cNvSpPr>
          <p:nvPr>
            <p:ph type="body" sz="quarter" idx="11" hasCustomPrompt="1"/>
          </p:nvPr>
        </p:nvSpPr>
        <p:spPr>
          <a:xfrm>
            <a:off x="636213" y="6847036"/>
            <a:ext cx="14287866"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INTRODUCTION</a:t>
            </a:r>
            <a:endParaRPr lang="en-US" dirty="0"/>
          </a:p>
        </p:txBody>
      </p:sp>
      <p:sp>
        <p:nvSpPr>
          <p:cNvPr id="14" name="Picture Placeholder 13"/>
          <p:cNvSpPr>
            <a:spLocks noGrp="1"/>
          </p:cNvSpPr>
          <p:nvPr>
            <p:ph type="pic" sz="quarter" idx="15" hasCustomPrompt="1"/>
          </p:nvPr>
        </p:nvSpPr>
        <p:spPr>
          <a:xfrm>
            <a:off x="630734" y="1486242"/>
            <a:ext cx="3048547" cy="3269732"/>
          </a:xfrm>
          <a:prstGeom prst="rect">
            <a:avLst/>
          </a:prstGeom>
        </p:spPr>
        <p:txBody>
          <a:bodyPr lIns="89551" tIns="44774" rIns="89551" bIns="44774" anchor="ctr"/>
          <a:lstStyle>
            <a:lvl1pPr algn="ctr">
              <a:buNone/>
              <a:defRPr sz="4300">
                <a:solidFill>
                  <a:schemeClr val="bg1"/>
                </a:solidFill>
              </a:defRPr>
            </a:lvl1pPr>
          </a:lstStyle>
          <a:p>
            <a:r>
              <a:rPr lang="en-US" dirty="0" smtClean="0"/>
              <a:t>LOGO</a:t>
            </a:r>
            <a:endParaRPr lang="en-US" dirty="0"/>
          </a:p>
        </p:txBody>
      </p:sp>
      <p:sp>
        <p:nvSpPr>
          <p:cNvPr id="18" name="Picture Placeholder 13"/>
          <p:cNvSpPr>
            <a:spLocks noGrp="1"/>
          </p:cNvSpPr>
          <p:nvPr>
            <p:ph type="pic" sz="quarter" idx="18" hasCustomPrompt="1"/>
          </p:nvPr>
        </p:nvSpPr>
        <p:spPr>
          <a:xfrm>
            <a:off x="26541005" y="1486242"/>
            <a:ext cx="3048547" cy="3269732"/>
          </a:xfrm>
          <a:prstGeom prst="rect">
            <a:avLst/>
          </a:prstGeom>
        </p:spPr>
        <p:txBody>
          <a:bodyPr lIns="89551" tIns="44774" rIns="89551" bIns="44774" anchor="ctr"/>
          <a:lstStyle>
            <a:lvl1pPr algn="ctr">
              <a:buNone/>
              <a:defRPr sz="4300">
                <a:solidFill>
                  <a:schemeClr val="bg1"/>
                </a:solidFill>
              </a:defRPr>
            </a:lvl1pPr>
          </a:lstStyle>
          <a:p>
            <a:r>
              <a:rPr lang="en-US" dirty="0" smtClean="0"/>
              <a:t>LOGO</a:t>
            </a:r>
            <a:endParaRPr lang="en-US" dirty="0"/>
          </a:p>
        </p:txBody>
      </p:sp>
      <p:sp>
        <p:nvSpPr>
          <p:cNvPr id="25" name="Text Placeholder 5"/>
          <p:cNvSpPr>
            <a:spLocks noGrp="1"/>
          </p:cNvSpPr>
          <p:nvPr>
            <p:ph type="body" sz="quarter" idx="25" hasCustomPrompt="1"/>
          </p:nvPr>
        </p:nvSpPr>
        <p:spPr>
          <a:xfrm>
            <a:off x="15353328" y="6847036"/>
            <a:ext cx="14287682"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METHODS</a:t>
            </a:r>
            <a:endParaRPr lang="en-US" dirty="0"/>
          </a:p>
        </p:txBody>
      </p:sp>
      <p:sp>
        <p:nvSpPr>
          <p:cNvPr id="26" name="Text Placeholder 3"/>
          <p:cNvSpPr>
            <a:spLocks noGrp="1"/>
          </p:cNvSpPr>
          <p:nvPr>
            <p:ph type="body" sz="quarter" idx="26" hasCustomPrompt="1"/>
          </p:nvPr>
        </p:nvSpPr>
        <p:spPr>
          <a:xfrm>
            <a:off x="15353328" y="7585962"/>
            <a:ext cx="14287682"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Type in or paste your text here</a:t>
            </a:r>
            <a:endParaRPr lang="en-US" dirty="0"/>
          </a:p>
        </p:txBody>
      </p:sp>
      <p:sp>
        <p:nvSpPr>
          <p:cNvPr id="76" name="Text Placeholder 76"/>
          <p:cNvSpPr>
            <a:spLocks noGrp="1"/>
          </p:cNvSpPr>
          <p:nvPr>
            <p:ph type="body" sz="quarter" idx="150" hasCustomPrompt="1"/>
          </p:nvPr>
        </p:nvSpPr>
        <p:spPr>
          <a:xfrm>
            <a:off x="4090899" y="5025075"/>
            <a:ext cx="22093415" cy="1087559"/>
          </a:xfrm>
          <a:prstGeom prst="rect">
            <a:avLst/>
          </a:prstGeom>
        </p:spPr>
        <p:txBody>
          <a:bodyPr lIns="77349" tIns="38675" rIns="77349" bIns="38675">
            <a:normAutofit/>
          </a:bodyPr>
          <a:lstStyle>
            <a:lvl1pPr algn="ctr">
              <a:buFontTx/>
              <a:buNone/>
              <a:defRPr sz="6100">
                <a:solidFill>
                  <a:schemeClr val="bg1"/>
                </a:solidFill>
                <a:latin typeface="+mj-lt"/>
              </a:defRPr>
            </a:lvl1pPr>
            <a:lvl2pPr>
              <a:buFontTx/>
              <a:buNone/>
              <a:defRPr sz="6100"/>
            </a:lvl2pPr>
            <a:lvl3pPr>
              <a:buFontTx/>
              <a:buNone/>
              <a:defRPr sz="6100"/>
            </a:lvl3pPr>
            <a:lvl4pPr>
              <a:buFontTx/>
              <a:buNone/>
              <a:defRPr sz="6100"/>
            </a:lvl4pPr>
            <a:lvl5pPr>
              <a:buFontTx/>
              <a:buNone/>
              <a:defRPr sz="6100"/>
            </a:lvl5pPr>
          </a:lstStyle>
          <a:p>
            <a:pPr lvl="0"/>
            <a:r>
              <a:rPr lang="en-US" dirty="0" smtClean="0"/>
              <a:t>Click here to add affiliations</a:t>
            </a:r>
            <a:endParaRPr lang="en-US" dirty="0"/>
          </a:p>
        </p:txBody>
      </p:sp>
      <p:sp>
        <p:nvSpPr>
          <p:cNvPr id="79" name="Text Placeholder 76"/>
          <p:cNvSpPr>
            <a:spLocks noGrp="1"/>
          </p:cNvSpPr>
          <p:nvPr>
            <p:ph type="body" sz="quarter" idx="151" hasCustomPrompt="1"/>
          </p:nvPr>
        </p:nvSpPr>
        <p:spPr>
          <a:xfrm>
            <a:off x="4090899" y="3160691"/>
            <a:ext cx="22093415" cy="1864384"/>
          </a:xfrm>
          <a:prstGeom prst="rect">
            <a:avLst/>
          </a:prstGeom>
        </p:spPr>
        <p:txBody>
          <a:bodyPr lIns="77349" tIns="38675" rIns="77349" bIns="38675" anchor="t" anchorCtr="1">
            <a:normAutofit/>
          </a:bodyPr>
          <a:lstStyle>
            <a:lvl1pPr algn="ctr">
              <a:buFontTx/>
              <a:buNone/>
              <a:defRPr sz="9700">
                <a:solidFill>
                  <a:schemeClr val="bg1"/>
                </a:solidFill>
                <a:latin typeface="+mj-lt"/>
              </a:defRPr>
            </a:lvl1pPr>
            <a:lvl2pPr>
              <a:buFontTx/>
              <a:buNone/>
              <a:defRPr sz="6100"/>
            </a:lvl2pPr>
            <a:lvl3pPr>
              <a:buFontTx/>
              <a:buNone/>
              <a:defRPr sz="6100"/>
            </a:lvl3pPr>
            <a:lvl4pPr>
              <a:buFontTx/>
              <a:buNone/>
              <a:defRPr sz="6100"/>
            </a:lvl4pPr>
            <a:lvl5pPr>
              <a:buFontTx/>
              <a:buNone/>
              <a:defRPr sz="6100"/>
            </a:lvl5pPr>
          </a:lstStyle>
          <a:p>
            <a:pPr lvl="0"/>
            <a:r>
              <a:rPr lang="en-US" dirty="0" smtClean="0"/>
              <a:t>Click here to add authors</a:t>
            </a:r>
            <a:endParaRPr lang="en-US" dirty="0"/>
          </a:p>
        </p:txBody>
      </p:sp>
      <p:sp>
        <p:nvSpPr>
          <p:cNvPr id="80" name="Text Placeholder 76"/>
          <p:cNvSpPr>
            <a:spLocks noGrp="1"/>
          </p:cNvSpPr>
          <p:nvPr>
            <p:ph type="body" sz="quarter" idx="153" hasCustomPrompt="1"/>
          </p:nvPr>
        </p:nvSpPr>
        <p:spPr>
          <a:xfrm>
            <a:off x="4090899" y="492940"/>
            <a:ext cx="22093415" cy="2667751"/>
          </a:xfrm>
          <a:prstGeom prst="rect">
            <a:avLst/>
          </a:prstGeom>
        </p:spPr>
        <p:txBody>
          <a:bodyPr lIns="77349" tIns="38675" rIns="77349" bIns="38675" anchor="t" anchorCtr="1">
            <a:normAutofit/>
          </a:bodyPr>
          <a:lstStyle>
            <a:lvl1pPr algn="ctr">
              <a:buFontTx/>
              <a:buNone/>
              <a:defRPr sz="14000">
                <a:solidFill>
                  <a:schemeClr val="bg1"/>
                </a:solidFill>
                <a:latin typeface="+mj-lt"/>
              </a:defRPr>
            </a:lvl1pPr>
            <a:lvl2pPr>
              <a:buFontTx/>
              <a:buNone/>
              <a:defRPr sz="6100"/>
            </a:lvl2pPr>
            <a:lvl3pPr>
              <a:buFontTx/>
              <a:buNone/>
              <a:defRPr sz="6100"/>
            </a:lvl3pPr>
            <a:lvl4pPr>
              <a:buFontTx/>
              <a:buNone/>
              <a:defRPr sz="6100"/>
            </a:lvl4pPr>
            <a:lvl5pPr>
              <a:buFontTx/>
              <a:buNone/>
              <a:defRPr sz="6100"/>
            </a:lvl5pPr>
          </a:lstStyle>
          <a:p>
            <a:pPr lvl="0"/>
            <a:r>
              <a:rPr lang="en-US" dirty="0" smtClean="0"/>
              <a:t>Click here to add title</a:t>
            </a:r>
            <a:endParaRPr lang="en-US" dirty="0"/>
          </a:p>
        </p:txBody>
      </p:sp>
      <p:sp>
        <p:nvSpPr>
          <p:cNvPr id="77" name="Text Placeholder 3"/>
          <p:cNvSpPr>
            <a:spLocks noGrp="1"/>
          </p:cNvSpPr>
          <p:nvPr>
            <p:ph type="body" sz="quarter" idx="154" hasCustomPrompt="1"/>
          </p:nvPr>
        </p:nvSpPr>
        <p:spPr>
          <a:xfrm>
            <a:off x="15353328" y="31649235"/>
            <a:ext cx="14299153"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Type in or paste your text here</a:t>
            </a:r>
            <a:endParaRPr lang="en-US" dirty="0"/>
          </a:p>
        </p:txBody>
      </p:sp>
      <p:sp>
        <p:nvSpPr>
          <p:cNvPr id="78" name="Text Placeholder 5"/>
          <p:cNvSpPr>
            <a:spLocks noGrp="1"/>
          </p:cNvSpPr>
          <p:nvPr>
            <p:ph type="body" sz="quarter" idx="155" hasCustomPrompt="1"/>
          </p:nvPr>
        </p:nvSpPr>
        <p:spPr>
          <a:xfrm>
            <a:off x="15353328" y="30800844"/>
            <a:ext cx="14287866"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DISCUSSION</a:t>
            </a:r>
            <a:endParaRPr lang="en-US" dirty="0"/>
          </a:p>
        </p:txBody>
      </p:sp>
    </p:spTree>
  </p:cSld>
  <p:clrMapOvr>
    <a:masterClrMapping/>
  </p:clrMapOvr>
  <p:timing>
    <p:tnLst>
      <p:par>
        <p:cTn xmlns:p14="http://schemas.microsoft.com/office/powerpoint/2010/mai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23691" y="7640323"/>
            <a:ext cx="6936975" cy="897605"/>
          </a:xfrm>
          <a:prstGeom prst="rect">
            <a:avLst/>
          </a:prstGeom>
        </p:spPr>
        <p:txBody>
          <a:bodyPr wrap="square" lIns="223877" tIns="223877" rIns="223877" bIns="223877">
            <a:spAutoFit/>
          </a:bodyPr>
          <a:lstStyle>
            <a:lvl1pPr marL="335814" indent="-335814">
              <a:buNone/>
              <a:defRPr sz="280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Enter your text here</a:t>
            </a:r>
            <a:endParaRPr lang="en-US" dirty="0"/>
          </a:p>
        </p:txBody>
      </p:sp>
      <p:sp>
        <p:nvSpPr>
          <p:cNvPr id="6" name="Text Placeholder 5"/>
          <p:cNvSpPr>
            <a:spLocks noGrp="1"/>
          </p:cNvSpPr>
          <p:nvPr>
            <p:ph type="body" sz="quarter" idx="11" hasCustomPrompt="1"/>
          </p:nvPr>
        </p:nvSpPr>
        <p:spPr>
          <a:xfrm>
            <a:off x="636213" y="6847036"/>
            <a:ext cx="6931501" cy="783016"/>
          </a:xfrm>
          <a:prstGeom prst="rect">
            <a:avLst/>
          </a:prstGeom>
          <a:noFill/>
        </p:spPr>
        <p:txBody>
          <a:bodyPr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(click to add) ABSTRACT</a:t>
            </a:r>
            <a:endParaRPr lang="en-US" dirty="0"/>
          </a:p>
        </p:txBody>
      </p:sp>
      <p:sp>
        <p:nvSpPr>
          <p:cNvPr id="14" name="Picture Placeholder 13"/>
          <p:cNvSpPr>
            <a:spLocks noGrp="1"/>
          </p:cNvSpPr>
          <p:nvPr>
            <p:ph type="pic" sz="quarter" idx="15" hasCustomPrompt="1"/>
          </p:nvPr>
        </p:nvSpPr>
        <p:spPr>
          <a:xfrm>
            <a:off x="630734" y="1486242"/>
            <a:ext cx="3048547" cy="3269732"/>
          </a:xfrm>
          <a:prstGeom prst="rect">
            <a:avLst/>
          </a:prstGeom>
        </p:spPr>
        <p:txBody>
          <a:bodyPr lIns="89551" tIns="44774" rIns="89551" bIns="44774" anchor="ctr"/>
          <a:lstStyle>
            <a:lvl1pPr algn="ctr">
              <a:buNone/>
              <a:defRPr sz="4300">
                <a:solidFill>
                  <a:schemeClr val="bg1"/>
                </a:solidFill>
              </a:defRPr>
            </a:lvl1pPr>
          </a:lstStyle>
          <a:p>
            <a:r>
              <a:rPr lang="en-US" dirty="0" smtClean="0"/>
              <a:t>LOGO</a:t>
            </a:r>
            <a:endParaRPr lang="en-US" dirty="0"/>
          </a:p>
        </p:txBody>
      </p:sp>
      <p:sp>
        <p:nvSpPr>
          <p:cNvPr id="18" name="Picture Placeholder 13"/>
          <p:cNvSpPr>
            <a:spLocks noGrp="1"/>
          </p:cNvSpPr>
          <p:nvPr>
            <p:ph type="pic" sz="quarter" idx="18" hasCustomPrompt="1"/>
          </p:nvPr>
        </p:nvSpPr>
        <p:spPr>
          <a:xfrm>
            <a:off x="26595933" y="1585325"/>
            <a:ext cx="3048547" cy="3269732"/>
          </a:xfrm>
          <a:prstGeom prst="rect">
            <a:avLst/>
          </a:prstGeom>
        </p:spPr>
        <p:txBody>
          <a:bodyPr lIns="89551" tIns="44774" rIns="89551" bIns="44774" anchor="ctr"/>
          <a:lstStyle>
            <a:lvl1pPr algn="ctr">
              <a:buNone/>
              <a:defRPr sz="4300">
                <a:solidFill>
                  <a:schemeClr val="bg1"/>
                </a:solidFill>
              </a:defRPr>
            </a:lvl1pPr>
          </a:lstStyle>
          <a:p>
            <a:r>
              <a:rPr lang="en-US" dirty="0" smtClean="0"/>
              <a:t>LOGO</a:t>
            </a:r>
            <a:endParaRPr lang="en-US" dirty="0"/>
          </a:p>
        </p:txBody>
      </p:sp>
      <p:sp>
        <p:nvSpPr>
          <p:cNvPr id="19" name="Text Placeholder 3"/>
          <p:cNvSpPr>
            <a:spLocks noGrp="1"/>
          </p:cNvSpPr>
          <p:nvPr>
            <p:ph type="body" sz="quarter" idx="19" hasCustomPrompt="1"/>
          </p:nvPr>
        </p:nvSpPr>
        <p:spPr>
          <a:xfrm>
            <a:off x="622594" y="19232053"/>
            <a:ext cx="6938069" cy="897605"/>
          </a:xfrm>
          <a:prstGeom prst="rect">
            <a:avLst/>
          </a:prstGeom>
        </p:spPr>
        <p:txBody>
          <a:bodyPr wrap="square" lIns="223877" tIns="223877" rIns="223877" bIns="223877">
            <a:spAutoFit/>
          </a:bodyPr>
          <a:lstStyle>
            <a:lvl1pPr marL="335814" indent="-335814">
              <a:buNone/>
              <a:defRPr sz="280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Enter your text here</a:t>
            </a:r>
            <a:endParaRPr lang="en-US" dirty="0"/>
          </a:p>
        </p:txBody>
      </p:sp>
      <p:sp>
        <p:nvSpPr>
          <p:cNvPr id="20" name="Text Placeholder 5"/>
          <p:cNvSpPr>
            <a:spLocks noGrp="1"/>
          </p:cNvSpPr>
          <p:nvPr>
            <p:ph type="body" sz="quarter" idx="20" hasCustomPrompt="1"/>
          </p:nvPr>
        </p:nvSpPr>
        <p:spPr>
          <a:xfrm>
            <a:off x="636211" y="18480518"/>
            <a:ext cx="6932594"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(click to add)  OBJECTIVES</a:t>
            </a:r>
            <a:endParaRPr lang="en-US" dirty="0"/>
          </a:p>
        </p:txBody>
      </p:sp>
      <p:sp>
        <p:nvSpPr>
          <p:cNvPr id="21" name="Text Placeholder 3"/>
          <p:cNvSpPr>
            <a:spLocks noGrp="1"/>
          </p:cNvSpPr>
          <p:nvPr>
            <p:ph type="body" sz="quarter" idx="21" hasCustomPrompt="1"/>
          </p:nvPr>
        </p:nvSpPr>
        <p:spPr>
          <a:xfrm>
            <a:off x="7992578" y="7630001"/>
            <a:ext cx="14292247" cy="897605"/>
          </a:xfrm>
          <a:prstGeom prst="rect">
            <a:avLst/>
          </a:prstGeom>
        </p:spPr>
        <p:txBody>
          <a:bodyPr wrap="square" lIns="223877" tIns="223877" rIns="223877" bIns="223877">
            <a:spAutoFit/>
          </a:bodyPr>
          <a:lstStyle>
            <a:lvl1pPr marL="335814" indent="-335814">
              <a:buNone/>
              <a:defRPr sz="280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Enter your text here</a:t>
            </a:r>
            <a:endParaRPr lang="en-US" dirty="0"/>
          </a:p>
        </p:txBody>
      </p:sp>
      <p:sp>
        <p:nvSpPr>
          <p:cNvPr id="22" name="Text Placeholder 5"/>
          <p:cNvSpPr>
            <a:spLocks noGrp="1"/>
          </p:cNvSpPr>
          <p:nvPr>
            <p:ph type="body" sz="quarter" idx="22" hasCustomPrompt="1"/>
          </p:nvPr>
        </p:nvSpPr>
        <p:spPr>
          <a:xfrm>
            <a:off x="7992580" y="6847036"/>
            <a:ext cx="14292247"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(header)  MATERIALS &amp; METHODS</a:t>
            </a:r>
            <a:endParaRPr lang="en-US" dirty="0"/>
          </a:p>
        </p:txBody>
      </p:sp>
      <p:sp>
        <p:nvSpPr>
          <p:cNvPr id="23" name="Text Placeholder 3"/>
          <p:cNvSpPr>
            <a:spLocks noGrp="1"/>
          </p:cNvSpPr>
          <p:nvPr>
            <p:ph type="body" sz="quarter" idx="23" hasCustomPrompt="1"/>
          </p:nvPr>
        </p:nvSpPr>
        <p:spPr>
          <a:xfrm>
            <a:off x="7992580" y="28196756"/>
            <a:ext cx="14292247" cy="897605"/>
          </a:xfrm>
          <a:prstGeom prst="rect">
            <a:avLst/>
          </a:prstGeom>
        </p:spPr>
        <p:txBody>
          <a:bodyPr wrap="square" lIns="223877" tIns="223877" rIns="223877" bIns="223877">
            <a:spAutoFit/>
          </a:bodyPr>
          <a:lstStyle>
            <a:lvl1pPr marL="335814" indent="-335814">
              <a:buNone/>
              <a:defRPr sz="280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Enter your text here</a:t>
            </a:r>
            <a:endParaRPr lang="en-US" dirty="0"/>
          </a:p>
        </p:txBody>
      </p:sp>
      <p:sp>
        <p:nvSpPr>
          <p:cNvPr id="24" name="Text Placeholder 5"/>
          <p:cNvSpPr>
            <a:spLocks noGrp="1"/>
          </p:cNvSpPr>
          <p:nvPr>
            <p:ph type="body" sz="quarter" idx="24" hasCustomPrompt="1"/>
          </p:nvPr>
        </p:nvSpPr>
        <p:spPr>
          <a:xfrm>
            <a:off x="7992580" y="27403473"/>
            <a:ext cx="14292247"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(click to add)  RESULTS</a:t>
            </a:r>
            <a:endParaRPr lang="en-US" dirty="0"/>
          </a:p>
        </p:txBody>
      </p:sp>
      <p:sp>
        <p:nvSpPr>
          <p:cNvPr id="25" name="Text Placeholder 5"/>
          <p:cNvSpPr>
            <a:spLocks noGrp="1"/>
          </p:cNvSpPr>
          <p:nvPr>
            <p:ph type="body" sz="quarter" idx="25" hasCustomPrompt="1"/>
          </p:nvPr>
        </p:nvSpPr>
        <p:spPr>
          <a:xfrm>
            <a:off x="22710790" y="6847036"/>
            <a:ext cx="6930218"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(click to add) CONCLUSIONS</a:t>
            </a:r>
            <a:endParaRPr lang="en-US" dirty="0"/>
          </a:p>
        </p:txBody>
      </p:sp>
      <p:sp>
        <p:nvSpPr>
          <p:cNvPr id="26" name="Text Placeholder 3"/>
          <p:cNvSpPr>
            <a:spLocks noGrp="1"/>
          </p:cNvSpPr>
          <p:nvPr>
            <p:ph type="body" sz="quarter" idx="26" hasCustomPrompt="1"/>
          </p:nvPr>
        </p:nvSpPr>
        <p:spPr>
          <a:xfrm>
            <a:off x="22710790" y="7640323"/>
            <a:ext cx="6930218" cy="897605"/>
          </a:xfrm>
          <a:prstGeom prst="rect">
            <a:avLst/>
          </a:prstGeom>
        </p:spPr>
        <p:txBody>
          <a:bodyPr wrap="square" lIns="223877" tIns="223877" rIns="223877" bIns="223877">
            <a:spAutoFit/>
          </a:bodyPr>
          <a:lstStyle>
            <a:lvl1pPr marL="335814" indent="-335814">
              <a:buNone/>
              <a:defRPr sz="280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Enter your text here</a:t>
            </a:r>
            <a:endParaRPr lang="en-US" dirty="0"/>
          </a:p>
        </p:txBody>
      </p:sp>
      <p:sp>
        <p:nvSpPr>
          <p:cNvPr id="27" name="Text Placeholder 5"/>
          <p:cNvSpPr>
            <a:spLocks noGrp="1"/>
          </p:cNvSpPr>
          <p:nvPr>
            <p:ph type="body" sz="quarter" idx="27" hasCustomPrompt="1"/>
          </p:nvPr>
        </p:nvSpPr>
        <p:spPr>
          <a:xfrm>
            <a:off x="22706864" y="18558829"/>
            <a:ext cx="6930218"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(click to add) REFERENCES</a:t>
            </a:r>
            <a:endParaRPr lang="en-US" dirty="0"/>
          </a:p>
        </p:txBody>
      </p:sp>
      <p:sp>
        <p:nvSpPr>
          <p:cNvPr id="28" name="Text Placeholder 3"/>
          <p:cNvSpPr>
            <a:spLocks noGrp="1"/>
          </p:cNvSpPr>
          <p:nvPr>
            <p:ph type="body" sz="quarter" idx="28" hasCustomPrompt="1"/>
          </p:nvPr>
        </p:nvSpPr>
        <p:spPr>
          <a:xfrm>
            <a:off x="22751309" y="19352112"/>
            <a:ext cx="6879920" cy="897605"/>
          </a:xfrm>
          <a:prstGeom prst="rect">
            <a:avLst/>
          </a:prstGeom>
        </p:spPr>
        <p:txBody>
          <a:bodyPr wrap="square" lIns="223877" tIns="223877" rIns="223877" bIns="223877">
            <a:spAutoFit/>
          </a:bodyPr>
          <a:lstStyle>
            <a:lvl1pPr marL="335814" indent="-335814">
              <a:buNone/>
              <a:defRPr sz="280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Enter your text here</a:t>
            </a:r>
            <a:endParaRPr lang="en-US" dirty="0"/>
          </a:p>
        </p:txBody>
      </p:sp>
      <p:sp>
        <p:nvSpPr>
          <p:cNvPr id="29" name="Text Placeholder 5"/>
          <p:cNvSpPr>
            <a:spLocks noGrp="1"/>
          </p:cNvSpPr>
          <p:nvPr>
            <p:ph type="body" sz="quarter" idx="29" hasCustomPrompt="1"/>
          </p:nvPr>
        </p:nvSpPr>
        <p:spPr>
          <a:xfrm>
            <a:off x="22710790" y="34002453"/>
            <a:ext cx="6930218" cy="783016"/>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(click to add)  CONTACT</a:t>
            </a:r>
            <a:endParaRPr lang="en-US" dirty="0"/>
          </a:p>
        </p:txBody>
      </p:sp>
      <p:sp>
        <p:nvSpPr>
          <p:cNvPr id="30" name="Text Placeholder 3"/>
          <p:cNvSpPr>
            <a:spLocks noGrp="1"/>
          </p:cNvSpPr>
          <p:nvPr>
            <p:ph type="body" sz="quarter" idx="30" hasCustomPrompt="1"/>
          </p:nvPr>
        </p:nvSpPr>
        <p:spPr>
          <a:xfrm>
            <a:off x="22697538" y="34864438"/>
            <a:ext cx="6933690" cy="897605"/>
          </a:xfrm>
          <a:prstGeom prst="rect">
            <a:avLst/>
          </a:prstGeom>
        </p:spPr>
        <p:txBody>
          <a:bodyPr wrap="square" lIns="223877" tIns="223877" rIns="223877" bIns="223877">
            <a:spAutoFit/>
          </a:bodyPr>
          <a:lstStyle>
            <a:lvl1pPr marL="335814" indent="-335814">
              <a:buNone/>
              <a:defRPr sz="280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Enter your text here</a:t>
            </a:r>
            <a:endParaRPr lang="en-US" dirty="0"/>
          </a:p>
        </p:txBody>
      </p:sp>
      <p:sp>
        <p:nvSpPr>
          <p:cNvPr id="58" name="Text Placeholder 5"/>
          <p:cNvSpPr>
            <a:spLocks noGrp="1"/>
          </p:cNvSpPr>
          <p:nvPr>
            <p:ph type="body" sz="quarter" idx="95" hasCustomPrompt="1"/>
          </p:nvPr>
        </p:nvSpPr>
        <p:spPr>
          <a:xfrm>
            <a:off x="-14525923" y="24356884"/>
            <a:ext cx="14279107"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SECTION HEADER PLACEHOLDER</a:t>
            </a:r>
            <a:endParaRPr lang="en-US" dirty="0"/>
          </a:p>
        </p:txBody>
      </p:sp>
      <p:sp>
        <p:nvSpPr>
          <p:cNvPr id="59" name="Text Placeholder 3"/>
          <p:cNvSpPr>
            <a:spLocks noGrp="1"/>
          </p:cNvSpPr>
          <p:nvPr>
            <p:ph type="body" sz="quarter" idx="107" hasCustomPrompt="1"/>
          </p:nvPr>
        </p:nvSpPr>
        <p:spPr>
          <a:xfrm>
            <a:off x="-14525924" y="30406178"/>
            <a:ext cx="14292247" cy="897605"/>
          </a:xfrm>
          <a:prstGeom prst="rect">
            <a:avLst/>
          </a:prstGeom>
        </p:spPr>
        <p:txBody>
          <a:bodyPr wrap="square" lIns="223877" tIns="223877" rIns="223877" bIns="223877">
            <a:spAutoFit/>
          </a:bodyPr>
          <a:lstStyle>
            <a:lvl1pPr marL="0" indent="0">
              <a:buNone/>
              <a:defRPr sz="2800" baseline="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TEXT PLACEHOLDER</a:t>
            </a:r>
            <a:endParaRPr lang="en-US" dirty="0"/>
          </a:p>
        </p:txBody>
      </p:sp>
      <p:sp>
        <p:nvSpPr>
          <p:cNvPr id="63" name="Text Placeholder 3"/>
          <p:cNvSpPr>
            <a:spLocks noGrp="1"/>
          </p:cNvSpPr>
          <p:nvPr>
            <p:ph type="body" sz="quarter" idx="116" hasCustomPrompt="1"/>
          </p:nvPr>
        </p:nvSpPr>
        <p:spPr>
          <a:xfrm>
            <a:off x="-14525924" y="30406178"/>
            <a:ext cx="14292247" cy="897605"/>
          </a:xfrm>
          <a:prstGeom prst="rect">
            <a:avLst/>
          </a:prstGeom>
        </p:spPr>
        <p:txBody>
          <a:bodyPr wrap="square" lIns="223877" tIns="223877" rIns="223877" bIns="223877">
            <a:spAutoFit/>
          </a:bodyPr>
          <a:lstStyle>
            <a:lvl1pPr marL="0" indent="0">
              <a:buNone/>
              <a:defRPr sz="2800" baseline="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TEXT PLACEHOLDER</a:t>
            </a:r>
            <a:endParaRPr lang="en-US" dirty="0"/>
          </a:p>
        </p:txBody>
      </p:sp>
      <p:sp>
        <p:nvSpPr>
          <p:cNvPr id="64" name="Text Placeholder 3"/>
          <p:cNvSpPr>
            <a:spLocks noGrp="1"/>
          </p:cNvSpPr>
          <p:nvPr>
            <p:ph type="body" sz="quarter" idx="117" hasCustomPrompt="1"/>
          </p:nvPr>
        </p:nvSpPr>
        <p:spPr>
          <a:xfrm>
            <a:off x="-14525924" y="30406178"/>
            <a:ext cx="14292247" cy="897605"/>
          </a:xfrm>
          <a:prstGeom prst="rect">
            <a:avLst/>
          </a:prstGeom>
        </p:spPr>
        <p:txBody>
          <a:bodyPr wrap="square" lIns="223877" tIns="223877" rIns="223877" bIns="223877">
            <a:spAutoFit/>
          </a:bodyPr>
          <a:lstStyle>
            <a:lvl1pPr marL="0" indent="0">
              <a:buNone/>
              <a:defRPr sz="2800" baseline="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TEXT PLACEHOLDER</a:t>
            </a:r>
            <a:endParaRPr lang="en-US" dirty="0"/>
          </a:p>
        </p:txBody>
      </p:sp>
      <p:sp>
        <p:nvSpPr>
          <p:cNvPr id="65" name="Text Placeholder 3"/>
          <p:cNvSpPr>
            <a:spLocks noGrp="1"/>
          </p:cNvSpPr>
          <p:nvPr>
            <p:ph type="body" sz="quarter" idx="118" hasCustomPrompt="1"/>
          </p:nvPr>
        </p:nvSpPr>
        <p:spPr>
          <a:xfrm>
            <a:off x="-14525924" y="30406178"/>
            <a:ext cx="14292247" cy="897605"/>
          </a:xfrm>
          <a:prstGeom prst="rect">
            <a:avLst/>
          </a:prstGeom>
        </p:spPr>
        <p:txBody>
          <a:bodyPr wrap="square" lIns="223877" tIns="223877" rIns="223877" bIns="223877">
            <a:spAutoFit/>
          </a:bodyPr>
          <a:lstStyle>
            <a:lvl1pPr marL="0" indent="0">
              <a:buNone/>
              <a:defRPr sz="2800" baseline="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TEXT PLACEHOLDER</a:t>
            </a:r>
            <a:endParaRPr lang="en-US" dirty="0"/>
          </a:p>
        </p:txBody>
      </p:sp>
      <p:sp>
        <p:nvSpPr>
          <p:cNvPr id="66" name="Text Placeholder 3"/>
          <p:cNvSpPr>
            <a:spLocks noGrp="1"/>
          </p:cNvSpPr>
          <p:nvPr>
            <p:ph type="body" sz="quarter" idx="119" hasCustomPrompt="1"/>
          </p:nvPr>
        </p:nvSpPr>
        <p:spPr>
          <a:xfrm>
            <a:off x="-14525924" y="30406178"/>
            <a:ext cx="14292247" cy="897605"/>
          </a:xfrm>
          <a:prstGeom prst="rect">
            <a:avLst/>
          </a:prstGeom>
        </p:spPr>
        <p:txBody>
          <a:bodyPr wrap="square" lIns="223877" tIns="223877" rIns="223877" bIns="223877">
            <a:spAutoFit/>
          </a:bodyPr>
          <a:lstStyle>
            <a:lvl1pPr marL="0" indent="0">
              <a:buNone/>
              <a:defRPr sz="2800" baseline="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TEXT PLACEHOLDER</a:t>
            </a:r>
            <a:endParaRPr lang="en-US" dirty="0"/>
          </a:p>
        </p:txBody>
      </p:sp>
      <p:sp>
        <p:nvSpPr>
          <p:cNvPr id="67" name="Text Placeholder 3"/>
          <p:cNvSpPr>
            <a:spLocks noGrp="1"/>
          </p:cNvSpPr>
          <p:nvPr>
            <p:ph type="body" sz="quarter" idx="120" hasCustomPrompt="1"/>
          </p:nvPr>
        </p:nvSpPr>
        <p:spPr>
          <a:xfrm>
            <a:off x="-14525924" y="30406178"/>
            <a:ext cx="14292247" cy="897605"/>
          </a:xfrm>
          <a:prstGeom prst="rect">
            <a:avLst/>
          </a:prstGeom>
        </p:spPr>
        <p:txBody>
          <a:bodyPr wrap="square" lIns="223877" tIns="223877" rIns="223877" bIns="223877">
            <a:spAutoFit/>
          </a:bodyPr>
          <a:lstStyle>
            <a:lvl1pPr marL="0" indent="0">
              <a:buNone/>
              <a:defRPr sz="2800" baseline="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TEXT PLACEHOLDER</a:t>
            </a:r>
            <a:endParaRPr lang="en-US" dirty="0"/>
          </a:p>
        </p:txBody>
      </p:sp>
      <p:sp>
        <p:nvSpPr>
          <p:cNvPr id="68" name="Text Placeholder 3"/>
          <p:cNvSpPr>
            <a:spLocks noGrp="1"/>
          </p:cNvSpPr>
          <p:nvPr>
            <p:ph type="body" sz="quarter" idx="121" hasCustomPrompt="1"/>
          </p:nvPr>
        </p:nvSpPr>
        <p:spPr>
          <a:xfrm>
            <a:off x="-14525924" y="30406178"/>
            <a:ext cx="14292247" cy="897605"/>
          </a:xfrm>
          <a:prstGeom prst="rect">
            <a:avLst/>
          </a:prstGeom>
        </p:spPr>
        <p:txBody>
          <a:bodyPr wrap="square" lIns="223877" tIns="223877" rIns="223877" bIns="223877">
            <a:spAutoFit/>
          </a:bodyPr>
          <a:lstStyle>
            <a:lvl1pPr marL="0" indent="0">
              <a:buNone/>
              <a:defRPr sz="2800" baseline="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TEXT PLACEHOLDER</a:t>
            </a:r>
            <a:endParaRPr lang="en-US" dirty="0"/>
          </a:p>
        </p:txBody>
      </p:sp>
      <p:sp>
        <p:nvSpPr>
          <p:cNvPr id="69" name="Text Placeholder 3"/>
          <p:cNvSpPr>
            <a:spLocks noGrp="1"/>
          </p:cNvSpPr>
          <p:nvPr>
            <p:ph type="body" sz="quarter" idx="122" hasCustomPrompt="1"/>
          </p:nvPr>
        </p:nvSpPr>
        <p:spPr>
          <a:xfrm>
            <a:off x="-14525924" y="30406178"/>
            <a:ext cx="14292247" cy="897605"/>
          </a:xfrm>
          <a:prstGeom prst="rect">
            <a:avLst/>
          </a:prstGeom>
        </p:spPr>
        <p:txBody>
          <a:bodyPr wrap="square" lIns="223877" tIns="223877" rIns="223877" bIns="223877">
            <a:spAutoFit/>
          </a:bodyPr>
          <a:lstStyle>
            <a:lvl1pPr marL="0" indent="0">
              <a:buNone/>
              <a:defRPr sz="2800" baseline="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TEXT PLACEHOLDER</a:t>
            </a:r>
            <a:endParaRPr lang="en-US" dirty="0"/>
          </a:p>
        </p:txBody>
      </p:sp>
      <p:sp>
        <p:nvSpPr>
          <p:cNvPr id="70" name="Text Placeholder 3"/>
          <p:cNvSpPr>
            <a:spLocks noGrp="1"/>
          </p:cNvSpPr>
          <p:nvPr>
            <p:ph type="body" sz="quarter" idx="123" hasCustomPrompt="1"/>
          </p:nvPr>
        </p:nvSpPr>
        <p:spPr>
          <a:xfrm>
            <a:off x="-14525924" y="30406178"/>
            <a:ext cx="14292247" cy="897605"/>
          </a:xfrm>
          <a:prstGeom prst="rect">
            <a:avLst/>
          </a:prstGeom>
        </p:spPr>
        <p:txBody>
          <a:bodyPr wrap="square" lIns="223877" tIns="223877" rIns="223877" bIns="223877">
            <a:spAutoFit/>
          </a:bodyPr>
          <a:lstStyle>
            <a:lvl1pPr marL="0" indent="0">
              <a:buNone/>
              <a:defRPr sz="2800" baseline="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TEXT PLACEHOLDER</a:t>
            </a:r>
            <a:endParaRPr lang="en-US" dirty="0"/>
          </a:p>
        </p:txBody>
      </p:sp>
      <p:sp>
        <p:nvSpPr>
          <p:cNvPr id="108" name="Text Placeholder 3"/>
          <p:cNvSpPr>
            <a:spLocks noGrp="1"/>
          </p:cNvSpPr>
          <p:nvPr>
            <p:ph type="body" sz="quarter" idx="124" hasCustomPrompt="1"/>
          </p:nvPr>
        </p:nvSpPr>
        <p:spPr>
          <a:xfrm>
            <a:off x="-14525924" y="30406178"/>
            <a:ext cx="14292247" cy="897605"/>
          </a:xfrm>
          <a:prstGeom prst="rect">
            <a:avLst/>
          </a:prstGeom>
        </p:spPr>
        <p:txBody>
          <a:bodyPr wrap="square" lIns="223877" tIns="223877" rIns="223877" bIns="223877">
            <a:spAutoFit/>
          </a:bodyPr>
          <a:lstStyle>
            <a:lvl1pPr marL="0" indent="0">
              <a:buNone/>
              <a:defRPr sz="2800" baseline="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TEXT PLACEHOLDER</a:t>
            </a:r>
            <a:endParaRPr lang="en-US" dirty="0"/>
          </a:p>
        </p:txBody>
      </p:sp>
      <p:sp>
        <p:nvSpPr>
          <p:cNvPr id="109" name="Text Placeholder 3"/>
          <p:cNvSpPr>
            <a:spLocks noGrp="1"/>
          </p:cNvSpPr>
          <p:nvPr>
            <p:ph type="body" sz="quarter" idx="125" hasCustomPrompt="1"/>
          </p:nvPr>
        </p:nvSpPr>
        <p:spPr>
          <a:xfrm>
            <a:off x="-14525924" y="30406178"/>
            <a:ext cx="14292247" cy="897605"/>
          </a:xfrm>
          <a:prstGeom prst="rect">
            <a:avLst/>
          </a:prstGeom>
        </p:spPr>
        <p:txBody>
          <a:bodyPr wrap="square" lIns="223877" tIns="223877" rIns="223877" bIns="223877">
            <a:spAutoFit/>
          </a:bodyPr>
          <a:lstStyle>
            <a:lvl1pPr marL="0" indent="0">
              <a:buNone/>
              <a:defRPr sz="2800" baseline="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TEXT PLACEHOLDER</a:t>
            </a:r>
            <a:endParaRPr lang="en-US" dirty="0"/>
          </a:p>
        </p:txBody>
      </p:sp>
      <p:sp>
        <p:nvSpPr>
          <p:cNvPr id="110" name="Text Placeholder 5"/>
          <p:cNvSpPr>
            <a:spLocks noGrp="1"/>
          </p:cNvSpPr>
          <p:nvPr>
            <p:ph type="body" sz="quarter" idx="136" hasCustomPrompt="1"/>
          </p:nvPr>
        </p:nvSpPr>
        <p:spPr>
          <a:xfrm>
            <a:off x="-14525923" y="24356884"/>
            <a:ext cx="14279107"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SECTION HEADER PLACEHOLDER</a:t>
            </a:r>
            <a:endParaRPr lang="en-US" dirty="0"/>
          </a:p>
        </p:txBody>
      </p:sp>
      <p:sp>
        <p:nvSpPr>
          <p:cNvPr id="111" name="Text Placeholder 5"/>
          <p:cNvSpPr>
            <a:spLocks noGrp="1"/>
          </p:cNvSpPr>
          <p:nvPr>
            <p:ph type="body" sz="quarter" idx="137" hasCustomPrompt="1"/>
          </p:nvPr>
        </p:nvSpPr>
        <p:spPr>
          <a:xfrm>
            <a:off x="-14525923" y="24356884"/>
            <a:ext cx="14279107"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SECTION HEADER PLACEHOLDER</a:t>
            </a:r>
            <a:endParaRPr lang="en-US" dirty="0"/>
          </a:p>
        </p:txBody>
      </p:sp>
      <p:sp>
        <p:nvSpPr>
          <p:cNvPr id="112" name="Text Placeholder 5"/>
          <p:cNvSpPr>
            <a:spLocks noGrp="1"/>
          </p:cNvSpPr>
          <p:nvPr>
            <p:ph type="body" sz="quarter" idx="138" hasCustomPrompt="1"/>
          </p:nvPr>
        </p:nvSpPr>
        <p:spPr>
          <a:xfrm>
            <a:off x="-14525923" y="24356884"/>
            <a:ext cx="14279107"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SECTION HEADER PLACEHOLDER</a:t>
            </a:r>
            <a:endParaRPr lang="en-US" dirty="0"/>
          </a:p>
        </p:txBody>
      </p:sp>
      <p:sp>
        <p:nvSpPr>
          <p:cNvPr id="113" name="Text Placeholder 5"/>
          <p:cNvSpPr>
            <a:spLocks noGrp="1"/>
          </p:cNvSpPr>
          <p:nvPr>
            <p:ph type="body" sz="quarter" idx="139" hasCustomPrompt="1"/>
          </p:nvPr>
        </p:nvSpPr>
        <p:spPr>
          <a:xfrm>
            <a:off x="-14525923" y="24356884"/>
            <a:ext cx="14279107"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SECTION HEADER PLACEHOLDER</a:t>
            </a:r>
            <a:endParaRPr lang="en-US" dirty="0"/>
          </a:p>
        </p:txBody>
      </p:sp>
      <p:sp>
        <p:nvSpPr>
          <p:cNvPr id="114" name="Text Placeholder 5"/>
          <p:cNvSpPr>
            <a:spLocks noGrp="1"/>
          </p:cNvSpPr>
          <p:nvPr>
            <p:ph type="body" sz="quarter" idx="140" hasCustomPrompt="1"/>
          </p:nvPr>
        </p:nvSpPr>
        <p:spPr>
          <a:xfrm>
            <a:off x="-14525923" y="24356884"/>
            <a:ext cx="14279107"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SECTION HEADER PLACEHOLDER</a:t>
            </a:r>
            <a:endParaRPr lang="en-US" dirty="0"/>
          </a:p>
        </p:txBody>
      </p:sp>
      <p:sp>
        <p:nvSpPr>
          <p:cNvPr id="115" name="Text Placeholder 5"/>
          <p:cNvSpPr>
            <a:spLocks noGrp="1"/>
          </p:cNvSpPr>
          <p:nvPr>
            <p:ph type="body" sz="quarter" idx="141" hasCustomPrompt="1"/>
          </p:nvPr>
        </p:nvSpPr>
        <p:spPr>
          <a:xfrm>
            <a:off x="-14525923" y="24356884"/>
            <a:ext cx="14279107"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SECTION HEADER PLACEHOLDER</a:t>
            </a:r>
            <a:endParaRPr lang="en-US" dirty="0"/>
          </a:p>
        </p:txBody>
      </p:sp>
      <p:sp>
        <p:nvSpPr>
          <p:cNvPr id="116" name="Text Placeholder 5"/>
          <p:cNvSpPr>
            <a:spLocks noGrp="1"/>
          </p:cNvSpPr>
          <p:nvPr>
            <p:ph type="body" sz="quarter" idx="142" hasCustomPrompt="1"/>
          </p:nvPr>
        </p:nvSpPr>
        <p:spPr>
          <a:xfrm>
            <a:off x="-14525923" y="24356884"/>
            <a:ext cx="14279107"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SECTION HEADER PLACEHOLDER</a:t>
            </a:r>
            <a:endParaRPr lang="en-US" dirty="0"/>
          </a:p>
        </p:txBody>
      </p:sp>
      <p:sp>
        <p:nvSpPr>
          <p:cNvPr id="117" name="Text Placeholder 5"/>
          <p:cNvSpPr>
            <a:spLocks noGrp="1"/>
          </p:cNvSpPr>
          <p:nvPr>
            <p:ph type="body" sz="quarter" idx="143" hasCustomPrompt="1"/>
          </p:nvPr>
        </p:nvSpPr>
        <p:spPr>
          <a:xfrm>
            <a:off x="-14525923" y="24356884"/>
            <a:ext cx="14279107"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SECTION HEADER PLACEHOLDER</a:t>
            </a:r>
            <a:endParaRPr lang="en-US" dirty="0"/>
          </a:p>
        </p:txBody>
      </p:sp>
      <p:sp>
        <p:nvSpPr>
          <p:cNvPr id="118" name="Text Placeholder 5"/>
          <p:cNvSpPr>
            <a:spLocks noGrp="1"/>
          </p:cNvSpPr>
          <p:nvPr>
            <p:ph type="body" sz="quarter" idx="144" hasCustomPrompt="1"/>
          </p:nvPr>
        </p:nvSpPr>
        <p:spPr>
          <a:xfrm>
            <a:off x="-14525923" y="24356884"/>
            <a:ext cx="14279107"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SECTION HEADER PLACEHOLDER</a:t>
            </a:r>
            <a:endParaRPr lang="en-US" dirty="0"/>
          </a:p>
        </p:txBody>
      </p:sp>
      <p:sp>
        <p:nvSpPr>
          <p:cNvPr id="119" name="Text Placeholder 5"/>
          <p:cNvSpPr>
            <a:spLocks noGrp="1"/>
          </p:cNvSpPr>
          <p:nvPr>
            <p:ph type="body" sz="quarter" idx="145" hasCustomPrompt="1"/>
          </p:nvPr>
        </p:nvSpPr>
        <p:spPr>
          <a:xfrm>
            <a:off x="-14525923" y="24356884"/>
            <a:ext cx="14279107"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SECTION HEADER PLACEHOLDER</a:t>
            </a:r>
            <a:endParaRPr lang="en-US" dirty="0"/>
          </a:p>
        </p:txBody>
      </p:sp>
      <p:sp>
        <p:nvSpPr>
          <p:cNvPr id="120" name="Text Placeholder 5"/>
          <p:cNvSpPr>
            <a:spLocks noGrp="1"/>
          </p:cNvSpPr>
          <p:nvPr>
            <p:ph type="body" sz="quarter" idx="146" hasCustomPrompt="1"/>
          </p:nvPr>
        </p:nvSpPr>
        <p:spPr>
          <a:xfrm>
            <a:off x="-14525923" y="24356884"/>
            <a:ext cx="14279107"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SECTION HEADER PLACEHOLDER</a:t>
            </a:r>
            <a:endParaRPr lang="en-US" dirty="0"/>
          </a:p>
        </p:txBody>
      </p:sp>
      <p:sp>
        <p:nvSpPr>
          <p:cNvPr id="121" name="Text Placeholder 5"/>
          <p:cNvSpPr>
            <a:spLocks noGrp="1"/>
          </p:cNvSpPr>
          <p:nvPr>
            <p:ph type="body" sz="quarter" idx="147" hasCustomPrompt="1"/>
          </p:nvPr>
        </p:nvSpPr>
        <p:spPr>
          <a:xfrm>
            <a:off x="-14525923" y="24356884"/>
            <a:ext cx="14279107"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SECTION HEADER PLACEHOLDER</a:t>
            </a:r>
            <a:endParaRPr lang="en-US" dirty="0"/>
          </a:p>
        </p:txBody>
      </p:sp>
      <p:sp>
        <p:nvSpPr>
          <p:cNvPr id="122" name="Text Placeholder 5"/>
          <p:cNvSpPr>
            <a:spLocks noGrp="1"/>
          </p:cNvSpPr>
          <p:nvPr>
            <p:ph type="body" sz="quarter" idx="148" hasCustomPrompt="1"/>
          </p:nvPr>
        </p:nvSpPr>
        <p:spPr>
          <a:xfrm>
            <a:off x="-14525923" y="24356884"/>
            <a:ext cx="14279107"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SECTION HEADER PLACEHOLDER</a:t>
            </a:r>
            <a:endParaRPr lang="en-US" dirty="0"/>
          </a:p>
        </p:txBody>
      </p:sp>
      <p:sp>
        <p:nvSpPr>
          <p:cNvPr id="123" name="Text Placeholder 5"/>
          <p:cNvSpPr>
            <a:spLocks noGrp="1"/>
          </p:cNvSpPr>
          <p:nvPr>
            <p:ph type="body" sz="quarter" idx="149" hasCustomPrompt="1"/>
          </p:nvPr>
        </p:nvSpPr>
        <p:spPr>
          <a:xfrm>
            <a:off x="-14525923" y="24356884"/>
            <a:ext cx="14279107" cy="800265"/>
          </a:xfrm>
          <a:prstGeom prst="rect">
            <a:avLst/>
          </a:prstGeom>
          <a:noFill/>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dirty="0" smtClean="0"/>
              <a:t>SECTION HEADER PLACEHOLDER</a:t>
            </a:r>
            <a:endParaRPr lang="en-US" dirty="0"/>
          </a:p>
        </p:txBody>
      </p:sp>
      <p:sp>
        <p:nvSpPr>
          <p:cNvPr id="124" name="Text Placeholder 3"/>
          <p:cNvSpPr>
            <a:spLocks noGrp="1"/>
          </p:cNvSpPr>
          <p:nvPr>
            <p:ph type="body" sz="quarter" idx="152" hasCustomPrompt="1"/>
          </p:nvPr>
        </p:nvSpPr>
        <p:spPr>
          <a:xfrm>
            <a:off x="-10874679" y="28919937"/>
            <a:ext cx="6932595" cy="897605"/>
          </a:xfrm>
          <a:prstGeom prst="rect">
            <a:avLst/>
          </a:prstGeom>
        </p:spPr>
        <p:txBody>
          <a:bodyPr wrap="square" lIns="223877" tIns="223877" rIns="223877" bIns="223877">
            <a:spAutoFit/>
          </a:bodyPr>
          <a:lstStyle>
            <a:lvl1pPr marL="0" indent="0">
              <a:buNone/>
              <a:defRPr sz="2800" baseline="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TEXT PLACEHOLDER</a:t>
            </a:r>
            <a:endParaRPr lang="en-US" dirty="0"/>
          </a:p>
        </p:txBody>
      </p:sp>
      <p:sp>
        <p:nvSpPr>
          <p:cNvPr id="125" name="Text Placeholder 3"/>
          <p:cNvSpPr>
            <a:spLocks noGrp="1"/>
          </p:cNvSpPr>
          <p:nvPr>
            <p:ph type="body" sz="quarter" idx="153" hasCustomPrompt="1"/>
          </p:nvPr>
        </p:nvSpPr>
        <p:spPr>
          <a:xfrm>
            <a:off x="-10874679" y="28919937"/>
            <a:ext cx="6932595" cy="897605"/>
          </a:xfrm>
          <a:prstGeom prst="rect">
            <a:avLst/>
          </a:prstGeom>
        </p:spPr>
        <p:txBody>
          <a:bodyPr wrap="square" lIns="223877" tIns="223877" rIns="223877" bIns="223877">
            <a:spAutoFit/>
          </a:bodyPr>
          <a:lstStyle>
            <a:lvl1pPr marL="0" indent="0">
              <a:buNone/>
              <a:defRPr sz="2800" baseline="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TEXT PLACEHOLDER</a:t>
            </a:r>
            <a:endParaRPr lang="en-US" dirty="0"/>
          </a:p>
        </p:txBody>
      </p:sp>
      <p:sp>
        <p:nvSpPr>
          <p:cNvPr id="126" name="Text Placeholder 3"/>
          <p:cNvSpPr>
            <a:spLocks noGrp="1"/>
          </p:cNvSpPr>
          <p:nvPr>
            <p:ph type="body" sz="quarter" idx="154" hasCustomPrompt="1"/>
          </p:nvPr>
        </p:nvSpPr>
        <p:spPr>
          <a:xfrm>
            <a:off x="-10874679" y="28919937"/>
            <a:ext cx="6932595" cy="897605"/>
          </a:xfrm>
          <a:prstGeom prst="rect">
            <a:avLst/>
          </a:prstGeom>
        </p:spPr>
        <p:txBody>
          <a:bodyPr wrap="square" lIns="223877" tIns="223877" rIns="223877" bIns="223877">
            <a:spAutoFit/>
          </a:bodyPr>
          <a:lstStyle>
            <a:lvl1pPr marL="0" indent="0">
              <a:buNone/>
              <a:defRPr sz="2800" baseline="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TEXT PLACEHOLDER</a:t>
            </a:r>
            <a:endParaRPr lang="en-US" dirty="0"/>
          </a:p>
        </p:txBody>
      </p:sp>
      <p:sp>
        <p:nvSpPr>
          <p:cNvPr id="127" name="Text Placeholder 3"/>
          <p:cNvSpPr>
            <a:spLocks noGrp="1"/>
          </p:cNvSpPr>
          <p:nvPr>
            <p:ph type="body" sz="quarter" idx="155" hasCustomPrompt="1"/>
          </p:nvPr>
        </p:nvSpPr>
        <p:spPr>
          <a:xfrm>
            <a:off x="-10874679" y="28919937"/>
            <a:ext cx="6932595" cy="897605"/>
          </a:xfrm>
          <a:prstGeom prst="rect">
            <a:avLst/>
          </a:prstGeom>
        </p:spPr>
        <p:txBody>
          <a:bodyPr wrap="square" lIns="223877" tIns="223877" rIns="223877" bIns="223877">
            <a:spAutoFit/>
          </a:bodyPr>
          <a:lstStyle>
            <a:lvl1pPr marL="0" indent="0">
              <a:buNone/>
              <a:defRPr sz="2800" baseline="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TEXT PLACEHOLDER</a:t>
            </a:r>
            <a:endParaRPr lang="en-US" dirty="0"/>
          </a:p>
        </p:txBody>
      </p:sp>
      <p:sp>
        <p:nvSpPr>
          <p:cNvPr id="128" name="Text Placeholder 3"/>
          <p:cNvSpPr>
            <a:spLocks noGrp="1"/>
          </p:cNvSpPr>
          <p:nvPr>
            <p:ph type="body" sz="quarter" idx="156" hasCustomPrompt="1"/>
          </p:nvPr>
        </p:nvSpPr>
        <p:spPr>
          <a:xfrm>
            <a:off x="-10874679" y="28919937"/>
            <a:ext cx="6932595" cy="897605"/>
          </a:xfrm>
          <a:prstGeom prst="rect">
            <a:avLst/>
          </a:prstGeom>
        </p:spPr>
        <p:txBody>
          <a:bodyPr wrap="square" lIns="223877" tIns="223877" rIns="223877" bIns="223877">
            <a:spAutoFit/>
          </a:bodyPr>
          <a:lstStyle>
            <a:lvl1pPr marL="0" indent="0">
              <a:buNone/>
              <a:defRPr sz="2800" baseline="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TEXT PLACEHOLDER</a:t>
            </a:r>
            <a:endParaRPr lang="en-US" dirty="0"/>
          </a:p>
        </p:txBody>
      </p:sp>
      <p:sp>
        <p:nvSpPr>
          <p:cNvPr id="129" name="Text Placeholder 3"/>
          <p:cNvSpPr>
            <a:spLocks noGrp="1"/>
          </p:cNvSpPr>
          <p:nvPr>
            <p:ph type="body" sz="quarter" idx="157" hasCustomPrompt="1"/>
          </p:nvPr>
        </p:nvSpPr>
        <p:spPr>
          <a:xfrm>
            <a:off x="-10874679" y="28919937"/>
            <a:ext cx="6932595" cy="897605"/>
          </a:xfrm>
          <a:prstGeom prst="rect">
            <a:avLst/>
          </a:prstGeom>
        </p:spPr>
        <p:txBody>
          <a:bodyPr wrap="square" lIns="223877" tIns="223877" rIns="223877" bIns="223877">
            <a:spAutoFit/>
          </a:bodyPr>
          <a:lstStyle>
            <a:lvl1pPr marL="0" indent="0">
              <a:buNone/>
              <a:defRPr sz="2800" baseline="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TEXT PLACEHOLDER</a:t>
            </a:r>
            <a:endParaRPr lang="en-US" dirty="0"/>
          </a:p>
        </p:txBody>
      </p:sp>
      <p:sp>
        <p:nvSpPr>
          <p:cNvPr id="130" name="Text Placeholder 3"/>
          <p:cNvSpPr>
            <a:spLocks noGrp="1"/>
          </p:cNvSpPr>
          <p:nvPr>
            <p:ph type="body" sz="quarter" idx="158" hasCustomPrompt="1"/>
          </p:nvPr>
        </p:nvSpPr>
        <p:spPr>
          <a:xfrm>
            <a:off x="-10874679" y="28919937"/>
            <a:ext cx="6932595" cy="897605"/>
          </a:xfrm>
          <a:prstGeom prst="rect">
            <a:avLst/>
          </a:prstGeom>
        </p:spPr>
        <p:txBody>
          <a:bodyPr wrap="square" lIns="223877" tIns="223877" rIns="223877" bIns="223877">
            <a:spAutoFit/>
          </a:bodyPr>
          <a:lstStyle>
            <a:lvl1pPr marL="0" indent="0">
              <a:buNone/>
              <a:defRPr sz="2800" baseline="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TEXT PLACEHOLDER</a:t>
            </a:r>
            <a:endParaRPr lang="en-US" dirty="0"/>
          </a:p>
        </p:txBody>
      </p:sp>
      <p:sp>
        <p:nvSpPr>
          <p:cNvPr id="131" name="Text Placeholder 3"/>
          <p:cNvSpPr>
            <a:spLocks noGrp="1"/>
          </p:cNvSpPr>
          <p:nvPr>
            <p:ph type="body" sz="quarter" idx="159" hasCustomPrompt="1"/>
          </p:nvPr>
        </p:nvSpPr>
        <p:spPr>
          <a:xfrm>
            <a:off x="-10874679" y="28919937"/>
            <a:ext cx="6932595" cy="897605"/>
          </a:xfrm>
          <a:prstGeom prst="rect">
            <a:avLst/>
          </a:prstGeom>
        </p:spPr>
        <p:txBody>
          <a:bodyPr wrap="square" lIns="223877" tIns="223877" rIns="223877" bIns="223877">
            <a:spAutoFit/>
          </a:bodyPr>
          <a:lstStyle>
            <a:lvl1pPr marL="0" indent="0">
              <a:buNone/>
              <a:defRPr sz="2800" baseline="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TEXT PLACEHOLDER</a:t>
            </a:r>
            <a:endParaRPr lang="en-US" dirty="0"/>
          </a:p>
        </p:txBody>
      </p:sp>
      <p:sp>
        <p:nvSpPr>
          <p:cNvPr id="132" name="Text Placeholder 3"/>
          <p:cNvSpPr>
            <a:spLocks noGrp="1"/>
          </p:cNvSpPr>
          <p:nvPr>
            <p:ph type="body" sz="quarter" idx="160" hasCustomPrompt="1"/>
          </p:nvPr>
        </p:nvSpPr>
        <p:spPr>
          <a:xfrm>
            <a:off x="-10874679" y="28919937"/>
            <a:ext cx="6932595" cy="897605"/>
          </a:xfrm>
          <a:prstGeom prst="rect">
            <a:avLst/>
          </a:prstGeom>
        </p:spPr>
        <p:txBody>
          <a:bodyPr wrap="square" lIns="223877" tIns="223877" rIns="223877" bIns="223877">
            <a:spAutoFit/>
          </a:bodyPr>
          <a:lstStyle>
            <a:lvl1pPr marL="0" indent="0">
              <a:buNone/>
              <a:defRPr sz="2800" baseline="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TEXT PLACEHOLDER</a:t>
            </a:r>
            <a:endParaRPr lang="en-US" dirty="0"/>
          </a:p>
        </p:txBody>
      </p:sp>
      <p:sp>
        <p:nvSpPr>
          <p:cNvPr id="133" name="Text Placeholder 3"/>
          <p:cNvSpPr>
            <a:spLocks noGrp="1"/>
          </p:cNvSpPr>
          <p:nvPr>
            <p:ph type="body" sz="quarter" idx="161" hasCustomPrompt="1"/>
          </p:nvPr>
        </p:nvSpPr>
        <p:spPr>
          <a:xfrm>
            <a:off x="-10874679" y="28919937"/>
            <a:ext cx="6932595" cy="897605"/>
          </a:xfrm>
          <a:prstGeom prst="rect">
            <a:avLst/>
          </a:prstGeom>
        </p:spPr>
        <p:txBody>
          <a:bodyPr wrap="square" lIns="223877" tIns="223877" rIns="223877" bIns="223877">
            <a:spAutoFit/>
          </a:bodyPr>
          <a:lstStyle>
            <a:lvl1pPr marL="0" indent="0">
              <a:buNone/>
              <a:defRPr sz="2800" baseline="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TEXT PLACEHOLDER</a:t>
            </a:r>
            <a:endParaRPr lang="en-US" dirty="0"/>
          </a:p>
        </p:txBody>
      </p:sp>
      <p:sp>
        <p:nvSpPr>
          <p:cNvPr id="134" name="Text Placeholder 3"/>
          <p:cNvSpPr>
            <a:spLocks noGrp="1"/>
          </p:cNvSpPr>
          <p:nvPr>
            <p:ph type="body" sz="quarter" idx="162" hasCustomPrompt="1"/>
          </p:nvPr>
        </p:nvSpPr>
        <p:spPr>
          <a:xfrm>
            <a:off x="-10874679" y="28919937"/>
            <a:ext cx="6932595" cy="897605"/>
          </a:xfrm>
          <a:prstGeom prst="rect">
            <a:avLst/>
          </a:prstGeom>
        </p:spPr>
        <p:txBody>
          <a:bodyPr wrap="square" lIns="223877" tIns="223877" rIns="223877" bIns="223877">
            <a:spAutoFit/>
          </a:bodyPr>
          <a:lstStyle>
            <a:lvl1pPr marL="0" indent="0">
              <a:buNone/>
              <a:defRPr sz="2800" baseline="0">
                <a:solidFill>
                  <a:schemeClr val="accent5">
                    <a:lumMod val="50000"/>
                  </a:schemeClr>
                </a:solidFill>
                <a:latin typeface="Trebuchet MS" pitchFamily="34"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smtClean="0"/>
              <a:t>TEXT PLACEHOLDER</a:t>
            </a:r>
            <a:endParaRPr lang="en-US" dirty="0"/>
          </a:p>
        </p:txBody>
      </p:sp>
      <p:sp>
        <p:nvSpPr>
          <p:cNvPr id="135" name="Text Placeholder 5"/>
          <p:cNvSpPr>
            <a:spLocks noGrp="1"/>
          </p:cNvSpPr>
          <p:nvPr>
            <p:ph type="body" sz="quarter" idx="163" hasCustomPrompt="1"/>
          </p:nvPr>
        </p:nvSpPr>
        <p:spPr>
          <a:xfrm>
            <a:off x="-10874679" y="22833979"/>
            <a:ext cx="6932595" cy="755243"/>
          </a:xfrm>
          <a:prstGeom prst="rect">
            <a:avLst/>
          </a:prstGeom>
          <a:noFill/>
        </p:spPr>
        <p:txBody>
          <a:bodyPr wrap="square" lIns="89551" tIns="89551" rIns="89551" bIns="89551" anchor="ctr" anchorCtr="0">
            <a:spAutoFit/>
          </a:bodyPr>
          <a:lstStyle>
            <a:lvl1pPr algn="ctr">
              <a:buNone/>
              <a:defRPr sz="3600" b="1" u="sng" baseline="0">
                <a:solidFill>
                  <a:schemeClr val="accent5">
                    <a:lumMod val="50000"/>
                  </a:schemeClr>
                </a:solidFill>
              </a:defRPr>
            </a:lvl1pPr>
          </a:lstStyle>
          <a:p>
            <a:pPr lvl="0"/>
            <a:r>
              <a:rPr lang="en-US" dirty="0" smtClean="0"/>
              <a:t>SECTION HEADER PLACEHOLDER</a:t>
            </a:r>
            <a:endParaRPr lang="en-US" dirty="0"/>
          </a:p>
        </p:txBody>
      </p:sp>
      <p:sp>
        <p:nvSpPr>
          <p:cNvPr id="136" name="Text Placeholder 5"/>
          <p:cNvSpPr>
            <a:spLocks noGrp="1"/>
          </p:cNvSpPr>
          <p:nvPr>
            <p:ph type="body" sz="quarter" idx="164" hasCustomPrompt="1"/>
          </p:nvPr>
        </p:nvSpPr>
        <p:spPr>
          <a:xfrm>
            <a:off x="-10874679" y="22833979"/>
            <a:ext cx="6932595" cy="755243"/>
          </a:xfrm>
          <a:prstGeom prst="rect">
            <a:avLst/>
          </a:prstGeom>
          <a:noFill/>
        </p:spPr>
        <p:txBody>
          <a:bodyPr wrap="square" lIns="89551" tIns="89551" rIns="89551" bIns="89551" anchor="ctr" anchorCtr="0">
            <a:spAutoFit/>
          </a:bodyPr>
          <a:lstStyle>
            <a:lvl1pPr algn="ctr">
              <a:buNone/>
              <a:defRPr sz="3600" b="1" u="sng" baseline="0">
                <a:solidFill>
                  <a:schemeClr val="accent5">
                    <a:lumMod val="50000"/>
                  </a:schemeClr>
                </a:solidFill>
              </a:defRPr>
            </a:lvl1pPr>
          </a:lstStyle>
          <a:p>
            <a:pPr lvl="0"/>
            <a:r>
              <a:rPr lang="en-US" dirty="0" smtClean="0"/>
              <a:t>SECTION HEADER PLACEHOLDER</a:t>
            </a:r>
            <a:endParaRPr lang="en-US" dirty="0"/>
          </a:p>
        </p:txBody>
      </p:sp>
      <p:sp>
        <p:nvSpPr>
          <p:cNvPr id="137" name="Text Placeholder 5"/>
          <p:cNvSpPr>
            <a:spLocks noGrp="1"/>
          </p:cNvSpPr>
          <p:nvPr>
            <p:ph type="body" sz="quarter" idx="165" hasCustomPrompt="1"/>
          </p:nvPr>
        </p:nvSpPr>
        <p:spPr>
          <a:xfrm>
            <a:off x="-10874679" y="22833979"/>
            <a:ext cx="6932595" cy="755243"/>
          </a:xfrm>
          <a:prstGeom prst="rect">
            <a:avLst/>
          </a:prstGeom>
          <a:noFill/>
        </p:spPr>
        <p:txBody>
          <a:bodyPr wrap="square" lIns="89551" tIns="89551" rIns="89551" bIns="89551" anchor="ctr" anchorCtr="0">
            <a:spAutoFit/>
          </a:bodyPr>
          <a:lstStyle>
            <a:lvl1pPr algn="ctr">
              <a:buNone/>
              <a:defRPr sz="3600" b="1" u="sng" baseline="0">
                <a:solidFill>
                  <a:schemeClr val="accent5">
                    <a:lumMod val="50000"/>
                  </a:schemeClr>
                </a:solidFill>
              </a:defRPr>
            </a:lvl1pPr>
          </a:lstStyle>
          <a:p>
            <a:pPr lvl="0"/>
            <a:r>
              <a:rPr lang="en-US" dirty="0" smtClean="0"/>
              <a:t>SECTION HEADER PLACEHOLDER</a:t>
            </a:r>
            <a:endParaRPr lang="en-US" dirty="0"/>
          </a:p>
        </p:txBody>
      </p:sp>
      <p:sp>
        <p:nvSpPr>
          <p:cNvPr id="138" name="Text Placeholder 5"/>
          <p:cNvSpPr>
            <a:spLocks noGrp="1"/>
          </p:cNvSpPr>
          <p:nvPr>
            <p:ph type="body" sz="quarter" idx="166" hasCustomPrompt="1"/>
          </p:nvPr>
        </p:nvSpPr>
        <p:spPr>
          <a:xfrm>
            <a:off x="-10874679" y="22833979"/>
            <a:ext cx="6932595" cy="755243"/>
          </a:xfrm>
          <a:prstGeom prst="rect">
            <a:avLst/>
          </a:prstGeom>
          <a:noFill/>
        </p:spPr>
        <p:txBody>
          <a:bodyPr wrap="square" lIns="89551" tIns="89551" rIns="89551" bIns="89551" anchor="ctr" anchorCtr="0">
            <a:spAutoFit/>
          </a:bodyPr>
          <a:lstStyle>
            <a:lvl1pPr algn="ctr">
              <a:buNone/>
              <a:defRPr sz="3600" b="1" u="sng" baseline="0">
                <a:solidFill>
                  <a:schemeClr val="accent5">
                    <a:lumMod val="50000"/>
                  </a:schemeClr>
                </a:solidFill>
              </a:defRPr>
            </a:lvl1pPr>
          </a:lstStyle>
          <a:p>
            <a:pPr lvl="0"/>
            <a:r>
              <a:rPr lang="en-US" dirty="0" smtClean="0"/>
              <a:t>SECTION HEADER PLACEHOLDER</a:t>
            </a:r>
            <a:endParaRPr lang="en-US" dirty="0"/>
          </a:p>
        </p:txBody>
      </p:sp>
      <p:sp>
        <p:nvSpPr>
          <p:cNvPr id="139" name="Text Placeholder 5"/>
          <p:cNvSpPr>
            <a:spLocks noGrp="1"/>
          </p:cNvSpPr>
          <p:nvPr>
            <p:ph type="body" sz="quarter" idx="167" hasCustomPrompt="1"/>
          </p:nvPr>
        </p:nvSpPr>
        <p:spPr>
          <a:xfrm>
            <a:off x="-10874679" y="22833979"/>
            <a:ext cx="6932595" cy="755243"/>
          </a:xfrm>
          <a:prstGeom prst="rect">
            <a:avLst/>
          </a:prstGeom>
          <a:noFill/>
        </p:spPr>
        <p:txBody>
          <a:bodyPr wrap="square" lIns="89551" tIns="89551" rIns="89551" bIns="89551" anchor="ctr" anchorCtr="0">
            <a:spAutoFit/>
          </a:bodyPr>
          <a:lstStyle>
            <a:lvl1pPr algn="ctr">
              <a:buNone/>
              <a:defRPr sz="3600" b="1" u="sng" baseline="0">
                <a:solidFill>
                  <a:schemeClr val="accent5">
                    <a:lumMod val="50000"/>
                  </a:schemeClr>
                </a:solidFill>
              </a:defRPr>
            </a:lvl1pPr>
          </a:lstStyle>
          <a:p>
            <a:pPr lvl="0"/>
            <a:r>
              <a:rPr lang="en-US" dirty="0" smtClean="0"/>
              <a:t>SECTION HEADER PLACEHOLDER</a:t>
            </a:r>
            <a:endParaRPr lang="en-US" dirty="0"/>
          </a:p>
        </p:txBody>
      </p:sp>
      <p:sp>
        <p:nvSpPr>
          <p:cNvPr id="140" name="Text Placeholder 5"/>
          <p:cNvSpPr>
            <a:spLocks noGrp="1"/>
          </p:cNvSpPr>
          <p:nvPr>
            <p:ph type="body" sz="quarter" idx="168" hasCustomPrompt="1"/>
          </p:nvPr>
        </p:nvSpPr>
        <p:spPr>
          <a:xfrm>
            <a:off x="-10874679" y="22833979"/>
            <a:ext cx="6932595" cy="755243"/>
          </a:xfrm>
          <a:prstGeom prst="rect">
            <a:avLst/>
          </a:prstGeom>
          <a:noFill/>
        </p:spPr>
        <p:txBody>
          <a:bodyPr wrap="square" lIns="89551" tIns="89551" rIns="89551" bIns="89551" anchor="ctr" anchorCtr="0">
            <a:spAutoFit/>
          </a:bodyPr>
          <a:lstStyle>
            <a:lvl1pPr algn="ctr">
              <a:buNone/>
              <a:defRPr sz="3600" b="1" u="sng" baseline="0">
                <a:solidFill>
                  <a:schemeClr val="accent5">
                    <a:lumMod val="50000"/>
                  </a:schemeClr>
                </a:solidFill>
              </a:defRPr>
            </a:lvl1pPr>
          </a:lstStyle>
          <a:p>
            <a:pPr lvl="0"/>
            <a:r>
              <a:rPr lang="en-US" dirty="0" smtClean="0"/>
              <a:t>SECTION HEADER PLACEHOLDER</a:t>
            </a:r>
            <a:endParaRPr lang="en-US" dirty="0"/>
          </a:p>
        </p:txBody>
      </p:sp>
      <p:sp>
        <p:nvSpPr>
          <p:cNvPr id="141" name="Text Placeholder 5"/>
          <p:cNvSpPr>
            <a:spLocks noGrp="1"/>
          </p:cNvSpPr>
          <p:nvPr>
            <p:ph type="body" sz="quarter" idx="169" hasCustomPrompt="1"/>
          </p:nvPr>
        </p:nvSpPr>
        <p:spPr>
          <a:xfrm>
            <a:off x="-10874679" y="22833979"/>
            <a:ext cx="6932595" cy="755243"/>
          </a:xfrm>
          <a:prstGeom prst="rect">
            <a:avLst/>
          </a:prstGeom>
          <a:noFill/>
        </p:spPr>
        <p:txBody>
          <a:bodyPr wrap="square" lIns="89551" tIns="89551" rIns="89551" bIns="89551" anchor="ctr" anchorCtr="0">
            <a:spAutoFit/>
          </a:bodyPr>
          <a:lstStyle>
            <a:lvl1pPr algn="ctr">
              <a:buNone/>
              <a:defRPr sz="3600" b="1" u="sng" baseline="0">
                <a:solidFill>
                  <a:schemeClr val="accent5">
                    <a:lumMod val="50000"/>
                  </a:schemeClr>
                </a:solidFill>
              </a:defRPr>
            </a:lvl1pPr>
          </a:lstStyle>
          <a:p>
            <a:pPr lvl="0"/>
            <a:r>
              <a:rPr lang="en-US" dirty="0" smtClean="0"/>
              <a:t>SECTION HEADER PLACEHOLDER</a:t>
            </a:r>
            <a:endParaRPr lang="en-US" dirty="0"/>
          </a:p>
        </p:txBody>
      </p:sp>
      <p:sp>
        <p:nvSpPr>
          <p:cNvPr id="142" name="Text Placeholder 5"/>
          <p:cNvSpPr>
            <a:spLocks noGrp="1"/>
          </p:cNvSpPr>
          <p:nvPr>
            <p:ph type="body" sz="quarter" idx="170" hasCustomPrompt="1"/>
          </p:nvPr>
        </p:nvSpPr>
        <p:spPr>
          <a:xfrm>
            <a:off x="-10874679" y="22833979"/>
            <a:ext cx="6932595" cy="755243"/>
          </a:xfrm>
          <a:prstGeom prst="rect">
            <a:avLst/>
          </a:prstGeom>
          <a:noFill/>
        </p:spPr>
        <p:txBody>
          <a:bodyPr wrap="square" lIns="89551" tIns="89551" rIns="89551" bIns="89551" anchor="ctr" anchorCtr="0">
            <a:spAutoFit/>
          </a:bodyPr>
          <a:lstStyle>
            <a:lvl1pPr algn="ctr">
              <a:buNone/>
              <a:defRPr sz="3600" b="1" u="sng" baseline="0">
                <a:solidFill>
                  <a:schemeClr val="accent5">
                    <a:lumMod val="50000"/>
                  </a:schemeClr>
                </a:solidFill>
              </a:defRPr>
            </a:lvl1pPr>
          </a:lstStyle>
          <a:p>
            <a:pPr lvl="0"/>
            <a:r>
              <a:rPr lang="en-US" dirty="0" smtClean="0"/>
              <a:t>SECTION HEADER PLACEHOLDER</a:t>
            </a:r>
            <a:endParaRPr lang="en-US" dirty="0"/>
          </a:p>
        </p:txBody>
      </p:sp>
      <p:sp>
        <p:nvSpPr>
          <p:cNvPr id="143" name="Text Placeholder 5"/>
          <p:cNvSpPr>
            <a:spLocks noGrp="1"/>
          </p:cNvSpPr>
          <p:nvPr>
            <p:ph type="body" sz="quarter" idx="171" hasCustomPrompt="1"/>
          </p:nvPr>
        </p:nvSpPr>
        <p:spPr>
          <a:xfrm>
            <a:off x="-10874679" y="22833979"/>
            <a:ext cx="6932595" cy="755243"/>
          </a:xfrm>
          <a:prstGeom prst="rect">
            <a:avLst/>
          </a:prstGeom>
          <a:noFill/>
        </p:spPr>
        <p:txBody>
          <a:bodyPr wrap="square" lIns="89551" tIns="89551" rIns="89551" bIns="89551" anchor="ctr" anchorCtr="0">
            <a:spAutoFit/>
          </a:bodyPr>
          <a:lstStyle>
            <a:lvl1pPr algn="ctr">
              <a:buNone/>
              <a:defRPr sz="3600" b="1" u="sng" baseline="0">
                <a:solidFill>
                  <a:schemeClr val="accent5">
                    <a:lumMod val="50000"/>
                  </a:schemeClr>
                </a:solidFill>
              </a:defRPr>
            </a:lvl1pPr>
          </a:lstStyle>
          <a:p>
            <a:pPr lvl="0"/>
            <a:r>
              <a:rPr lang="en-US" dirty="0" smtClean="0"/>
              <a:t>SECTION HEADER PLACEHOLDER</a:t>
            </a:r>
            <a:endParaRPr lang="en-US" dirty="0"/>
          </a:p>
        </p:txBody>
      </p:sp>
      <p:sp>
        <p:nvSpPr>
          <p:cNvPr id="144" name="Text Placeholder 5"/>
          <p:cNvSpPr>
            <a:spLocks noGrp="1"/>
          </p:cNvSpPr>
          <p:nvPr>
            <p:ph type="body" sz="quarter" idx="172" hasCustomPrompt="1"/>
          </p:nvPr>
        </p:nvSpPr>
        <p:spPr>
          <a:xfrm>
            <a:off x="-10874679" y="22833979"/>
            <a:ext cx="6932595" cy="755243"/>
          </a:xfrm>
          <a:prstGeom prst="rect">
            <a:avLst/>
          </a:prstGeom>
          <a:noFill/>
        </p:spPr>
        <p:txBody>
          <a:bodyPr wrap="square" lIns="89551" tIns="89551" rIns="89551" bIns="89551" anchor="ctr" anchorCtr="0">
            <a:spAutoFit/>
          </a:bodyPr>
          <a:lstStyle>
            <a:lvl1pPr algn="ctr">
              <a:buNone/>
              <a:defRPr sz="3600" b="1" u="sng" baseline="0">
                <a:solidFill>
                  <a:schemeClr val="accent5">
                    <a:lumMod val="50000"/>
                  </a:schemeClr>
                </a:solidFill>
              </a:defRPr>
            </a:lvl1pPr>
          </a:lstStyle>
          <a:p>
            <a:pPr lvl="0"/>
            <a:r>
              <a:rPr lang="en-US" dirty="0" smtClean="0"/>
              <a:t>SECTION HEADER PLACEHOLDER</a:t>
            </a:r>
            <a:endParaRPr lang="en-US" dirty="0"/>
          </a:p>
        </p:txBody>
      </p:sp>
      <p:sp>
        <p:nvSpPr>
          <p:cNvPr id="145" name="Text Placeholder 5"/>
          <p:cNvSpPr>
            <a:spLocks noGrp="1"/>
          </p:cNvSpPr>
          <p:nvPr>
            <p:ph type="body" sz="quarter" idx="173" hasCustomPrompt="1"/>
          </p:nvPr>
        </p:nvSpPr>
        <p:spPr>
          <a:xfrm>
            <a:off x="-10874679" y="22833979"/>
            <a:ext cx="6932595" cy="755243"/>
          </a:xfrm>
          <a:prstGeom prst="rect">
            <a:avLst/>
          </a:prstGeom>
          <a:noFill/>
        </p:spPr>
        <p:txBody>
          <a:bodyPr wrap="square" lIns="89551" tIns="89551" rIns="89551" bIns="89551" anchor="ctr" anchorCtr="0">
            <a:spAutoFit/>
          </a:bodyPr>
          <a:lstStyle>
            <a:lvl1pPr algn="ctr">
              <a:buNone/>
              <a:defRPr sz="3600" b="1" u="sng" baseline="0">
                <a:solidFill>
                  <a:schemeClr val="accent5">
                    <a:lumMod val="50000"/>
                  </a:schemeClr>
                </a:solidFill>
              </a:defRPr>
            </a:lvl1pPr>
          </a:lstStyle>
          <a:p>
            <a:pPr lvl="0"/>
            <a:r>
              <a:rPr lang="en-US" dirty="0" smtClean="0"/>
              <a:t>SECTION HEADER PLACEHOLDER</a:t>
            </a:r>
            <a:endParaRPr lang="en-US" dirty="0"/>
          </a:p>
        </p:txBody>
      </p:sp>
      <p:sp>
        <p:nvSpPr>
          <p:cNvPr id="146" name="Text Placeholder 5"/>
          <p:cNvSpPr>
            <a:spLocks noGrp="1"/>
          </p:cNvSpPr>
          <p:nvPr>
            <p:ph type="body" sz="quarter" idx="174" hasCustomPrompt="1"/>
          </p:nvPr>
        </p:nvSpPr>
        <p:spPr>
          <a:xfrm>
            <a:off x="-10874679" y="22833979"/>
            <a:ext cx="6932595" cy="755243"/>
          </a:xfrm>
          <a:prstGeom prst="rect">
            <a:avLst/>
          </a:prstGeom>
          <a:noFill/>
        </p:spPr>
        <p:txBody>
          <a:bodyPr wrap="square" lIns="89551" tIns="89551" rIns="89551" bIns="89551" anchor="ctr" anchorCtr="0">
            <a:spAutoFit/>
          </a:bodyPr>
          <a:lstStyle>
            <a:lvl1pPr algn="ctr">
              <a:buNone/>
              <a:defRPr sz="3600" b="1" u="sng" baseline="0">
                <a:solidFill>
                  <a:schemeClr val="accent5">
                    <a:lumMod val="50000"/>
                  </a:schemeClr>
                </a:solidFill>
              </a:defRPr>
            </a:lvl1pPr>
          </a:lstStyle>
          <a:p>
            <a:pPr lvl="0"/>
            <a:r>
              <a:rPr lang="en-US" dirty="0" smtClean="0"/>
              <a:t>SECTION HEADER PLACEHOLDER</a:t>
            </a:r>
            <a:endParaRPr lang="en-US" dirty="0"/>
          </a:p>
        </p:txBody>
      </p:sp>
      <p:sp>
        <p:nvSpPr>
          <p:cNvPr id="147" name="Text Placeholder 5"/>
          <p:cNvSpPr>
            <a:spLocks noGrp="1"/>
          </p:cNvSpPr>
          <p:nvPr>
            <p:ph type="body" sz="quarter" idx="175" hasCustomPrompt="1"/>
          </p:nvPr>
        </p:nvSpPr>
        <p:spPr>
          <a:xfrm>
            <a:off x="-10874679" y="22833979"/>
            <a:ext cx="6932595" cy="755243"/>
          </a:xfrm>
          <a:prstGeom prst="rect">
            <a:avLst/>
          </a:prstGeom>
          <a:noFill/>
        </p:spPr>
        <p:txBody>
          <a:bodyPr wrap="square" lIns="89551" tIns="89551" rIns="89551" bIns="89551" anchor="ctr" anchorCtr="0">
            <a:spAutoFit/>
          </a:bodyPr>
          <a:lstStyle>
            <a:lvl1pPr algn="ctr">
              <a:buNone/>
              <a:defRPr sz="3600" b="1" u="sng" baseline="0">
                <a:solidFill>
                  <a:schemeClr val="accent5">
                    <a:lumMod val="50000"/>
                  </a:schemeClr>
                </a:solidFill>
              </a:defRPr>
            </a:lvl1pPr>
          </a:lstStyle>
          <a:p>
            <a:pPr lvl="0"/>
            <a:r>
              <a:rPr lang="en-US" dirty="0" smtClean="0"/>
              <a:t>SECTION HEADER PLACEHOLDER</a:t>
            </a:r>
            <a:endParaRPr lang="en-US" dirty="0"/>
          </a:p>
        </p:txBody>
      </p:sp>
      <p:sp>
        <p:nvSpPr>
          <p:cNvPr id="148" name="Text Placeholder 5"/>
          <p:cNvSpPr>
            <a:spLocks noGrp="1"/>
          </p:cNvSpPr>
          <p:nvPr>
            <p:ph type="body" sz="quarter" idx="176" hasCustomPrompt="1"/>
          </p:nvPr>
        </p:nvSpPr>
        <p:spPr>
          <a:xfrm>
            <a:off x="-10874679" y="22833979"/>
            <a:ext cx="6932595" cy="755243"/>
          </a:xfrm>
          <a:prstGeom prst="rect">
            <a:avLst/>
          </a:prstGeom>
          <a:noFill/>
        </p:spPr>
        <p:txBody>
          <a:bodyPr wrap="square" lIns="89551" tIns="89551" rIns="89551" bIns="89551" anchor="ctr" anchorCtr="0">
            <a:spAutoFit/>
          </a:bodyPr>
          <a:lstStyle>
            <a:lvl1pPr algn="ctr">
              <a:buNone/>
              <a:defRPr sz="3600" b="1" u="sng" baseline="0">
                <a:solidFill>
                  <a:schemeClr val="accent5">
                    <a:lumMod val="50000"/>
                  </a:schemeClr>
                </a:solidFill>
              </a:defRPr>
            </a:lvl1pPr>
          </a:lstStyle>
          <a:p>
            <a:pPr lvl="0"/>
            <a:r>
              <a:rPr lang="en-US" dirty="0" smtClean="0"/>
              <a:t>SECTION HEADER PLACEHOLDER</a:t>
            </a:r>
            <a:endParaRPr lang="en-US" dirty="0"/>
          </a:p>
        </p:txBody>
      </p:sp>
      <p:sp>
        <p:nvSpPr>
          <p:cNvPr id="149" name="Text Placeholder 5"/>
          <p:cNvSpPr>
            <a:spLocks noGrp="1"/>
          </p:cNvSpPr>
          <p:nvPr>
            <p:ph type="body" sz="quarter" idx="177" hasCustomPrompt="1"/>
          </p:nvPr>
        </p:nvSpPr>
        <p:spPr>
          <a:xfrm>
            <a:off x="-10874679" y="22833979"/>
            <a:ext cx="6932595" cy="755243"/>
          </a:xfrm>
          <a:prstGeom prst="rect">
            <a:avLst/>
          </a:prstGeom>
          <a:noFill/>
        </p:spPr>
        <p:txBody>
          <a:bodyPr wrap="square" lIns="89551" tIns="89551" rIns="89551" bIns="89551" anchor="ctr" anchorCtr="0">
            <a:spAutoFit/>
          </a:bodyPr>
          <a:lstStyle>
            <a:lvl1pPr algn="ctr">
              <a:buNone/>
              <a:defRPr sz="3600" b="1" u="sng" baseline="0">
                <a:solidFill>
                  <a:schemeClr val="accent5">
                    <a:lumMod val="50000"/>
                  </a:schemeClr>
                </a:solidFill>
              </a:defRPr>
            </a:lvl1pPr>
          </a:lstStyle>
          <a:p>
            <a:pPr lvl="0"/>
            <a:r>
              <a:rPr lang="en-US" dirty="0" smtClean="0"/>
              <a:t>SECTION HEADER PLACEHOLDER</a:t>
            </a:r>
            <a:endParaRPr lang="en-US" dirty="0"/>
          </a:p>
        </p:txBody>
      </p:sp>
      <p:sp>
        <p:nvSpPr>
          <p:cNvPr id="150" name="Picture Placeholder 13"/>
          <p:cNvSpPr>
            <a:spLocks noGrp="1"/>
          </p:cNvSpPr>
          <p:nvPr>
            <p:ph type="pic" sz="quarter" idx="115" hasCustomPrompt="1"/>
          </p:nvPr>
        </p:nvSpPr>
        <p:spPr>
          <a:xfrm>
            <a:off x="-11036267" y="34174531"/>
            <a:ext cx="7094183" cy="6224552"/>
          </a:xfrm>
          <a:prstGeom prst="rect">
            <a:avLst/>
          </a:prstGeom>
          <a:solidFill>
            <a:schemeClr val="bg2"/>
          </a:solidFill>
          <a:ln>
            <a:solidFill>
              <a:schemeClr val="tx2"/>
            </a:solidFill>
          </a:ln>
          <a:effectLst/>
        </p:spPr>
        <p:txBody>
          <a:bodyPr lIns="89551" tIns="44774" rIns="89551" bIns="44774" anchor="ctr"/>
          <a:lstStyle>
            <a:lvl1pPr marL="0" indent="0" algn="ctr">
              <a:buNone/>
              <a:defRPr sz="3900" b="0" baseline="0">
                <a:solidFill>
                  <a:schemeClr val="tx2"/>
                </a:solidFill>
              </a:defRPr>
            </a:lvl1pPr>
          </a:lstStyle>
          <a:p>
            <a:r>
              <a:rPr lang="en-US" dirty="0" smtClean="0"/>
              <a:t>PICTURE PLACEHOLDER</a:t>
            </a:r>
            <a:endParaRPr lang="en-US" dirty="0"/>
          </a:p>
        </p:txBody>
      </p:sp>
      <p:sp>
        <p:nvSpPr>
          <p:cNvPr id="151" name="Picture Placeholder 13"/>
          <p:cNvSpPr>
            <a:spLocks noGrp="1"/>
          </p:cNvSpPr>
          <p:nvPr>
            <p:ph type="pic" sz="quarter" idx="126" hasCustomPrompt="1"/>
          </p:nvPr>
        </p:nvSpPr>
        <p:spPr>
          <a:xfrm>
            <a:off x="-11036267" y="34174531"/>
            <a:ext cx="7094183" cy="6224552"/>
          </a:xfrm>
          <a:prstGeom prst="rect">
            <a:avLst/>
          </a:prstGeom>
          <a:solidFill>
            <a:schemeClr val="bg2"/>
          </a:solidFill>
          <a:ln>
            <a:solidFill>
              <a:schemeClr val="tx2"/>
            </a:solidFill>
          </a:ln>
          <a:effectLst/>
        </p:spPr>
        <p:txBody>
          <a:bodyPr lIns="89551" tIns="44774" rIns="89551" bIns="44774" anchor="ctr"/>
          <a:lstStyle>
            <a:lvl1pPr marL="0" indent="0" algn="ctr">
              <a:buNone/>
              <a:defRPr sz="3900" b="0" baseline="0">
                <a:solidFill>
                  <a:schemeClr val="tx2"/>
                </a:solidFill>
              </a:defRPr>
            </a:lvl1pPr>
          </a:lstStyle>
          <a:p>
            <a:r>
              <a:rPr lang="en-US" dirty="0" smtClean="0"/>
              <a:t>PICTURE PLACEHOLDER</a:t>
            </a:r>
            <a:endParaRPr lang="en-US" dirty="0"/>
          </a:p>
        </p:txBody>
      </p:sp>
      <p:sp>
        <p:nvSpPr>
          <p:cNvPr id="152" name="Picture Placeholder 13"/>
          <p:cNvSpPr>
            <a:spLocks noGrp="1"/>
          </p:cNvSpPr>
          <p:nvPr>
            <p:ph type="pic" sz="quarter" idx="127" hasCustomPrompt="1"/>
          </p:nvPr>
        </p:nvSpPr>
        <p:spPr>
          <a:xfrm>
            <a:off x="-11036267" y="34174531"/>
            <a:ext cx="7094183" cy="6224552"/>
          </a:xfrm>
          <a:prstGeom prst="rect">
            <a:avLst/>
          </a:prstGeom>
          <a:solidFill>
            <a:schemeClr val="bg2"/>
          </a:solidFill>
          <a:ln>
            <a:solidFill>
              <a:schemeClr val="tx2"/>
            </a:solidFill>
          </a:ln>
          <a:effectLst/>
        </p:spPr>
        <p:txBody>
          <a:bodyPr lIns="89551" tIns="44774" rIns="89551" bIns="44774" anchor="ctr"/>
          <a:lstStyle>
            <a:lvl1pPr marL="0" indent="0" algn="ctr">
              <a:buNone/>
              <a:defRPr sz="3900" b="0" baseline="0">
                <a:solidFill>
                  <a:schemeClr val="tx2"/>
                </a:solidFill>
              </a:defRPr>
            </a:lvl1pPr>
          </a:lstStyle>
          <a:p>
            <a:r>
              <a:rPr lang="en-US" dirty="0" smtClean="0"/>
              <a:t>PICTURE PLACEHOLDER</a:t>
            </a:r>
            <a:endParaRPr lang="en-US" dirty="0"/>
          </a:p>
        </p:txBody>
      </p:sp>
      <p:sp>
        <p:nvSpPr>
          <p:cNvPr id="153" name="Picture Placeholder 13"/>
          <p:cNvSpPr>
            <a:spLocks noGrp="1"/>
          </p:cNvSpPr>
          <p:nvPr>
            <p:ph type="pic" sz="quarter" idx="128" hasCustomPrompt="1"/>
          </p:nvPr>
        </p:nvSpPr>
        <p:spPr>
          <a:xfrm>
            <a:off x="-11036267" y="34174531"/>
            <a:ext cx="7094183" cy="6224552"/>
          </a:xfrm>
          <a:prstGeom prst="rect">
            <a:avLst/>
          </a:prstGeom>
          <a:solidFill>
            <a:schemeClr val="bg2"/>
          </a:solidFill>
          <a:ln>
            <a:solidFill>
              <a:schemeClr val="tx2"/>
            </a:solidFill>
          </a:ln>
          <a:effectLst/>
        </p:spPr>
        <p:txBody>
          <a:bodyPr lIns="89551" tIns="44774" rIns="89551" bIns="44774" anchor="ctr"/>
          <a:lstStyle>
            <a:lvl1pPr marL="0" indent="0" algn="ctr">
              <a:buNone/>
              <a:defRPr sz="3900" b="0" baseline="0">
                <a:solidFill>
                  <a:schemeClr val="tx2"/>
                </a:solidFill>
              </a:defRPr>
            </a:lvl1pPr>
          </a:lstStyle>
          <a:p>
            <a:r>
              <a:rPr lang="en-US" dirty="0" smtClean="0"/>
              <a:t>PICTURE PLACEHOLDER</a:t>
            </a:r>
            <a:endParaRPr lang="en-US" dirty="0"/>
          </a:p>
        </p:txBody>
      </p:sp>
      <p:sp>
        <p:nvSpPr>
          <p:cNvPr id="154" name="Picture Placeholder 13"/>
          <p:cNvSpPr>
            <a:spLocks noGrp="1"/>
          </p:cNvSpPr>
          <p:nvPr>
            <p:ph type="pic" sz="quarter" idx="129" hasCustomPrompt="1"/>
          </p:nvPr>
        </p:nvSpPr>
        <p:spPr>
          <a:xfrm>
            <a:off x="-11036267" y="34174531"/>
            <a:ext cx="7094183" cy="6224552"/>
          </a:xfrm>
          <a:prstGeom prst="rect">
            <a:avLst/>
          </a:prstGeom>
          <a:solidFill>
            <a:schemeClr val="bg2"/>
          </a:solidFill>
          <a:ln>
            <a:solidFill>
              <a:schemeClr val="tx2"/>
            </a:solidFill>
          </a:ln>
          <a:effectLst/>
        </p:spPr>
        <p:txBody>
          <a:bodyPr lIns="89551" tIns="44774" rIns="89551" bIns="44774" anchor="ctr"/>
          <a:lstStyle>
            <a:lvl1pPr marL="0" indent="0" algn="ctr">
              <a:buNone/>
              <a:defRPr sz="3900" b="0" baseline="0">
                <a:solidFill>
                  <a:schemeClr val="tx2"/>
                </a:solidFill>
              </a:defRPr>
            </a:lvl1pPr>
          </a:lstStyle>
          <a:p>
            <a:r>
              <a:rPr lang="en-US" dirty="0" smtClean="0"/>
              <a:t>PICTURE PLACEHOLDER</a:t>
            </a:r>
            <a:endParaRPr lang="en-US" dirty="0"/>
          </a:p>
        </p:txBody>
      </p:sp>
      <p:sp>
        <p:nvSpPr>
          <p:cNvPr id="155" name="Picture Placeholder 13"/>
          <p:cNvSpPr>
            <a:spLocks noGrp="1"/>
          </p:cNvSpPr>
          <p:nvPr>
            <p:ph type="pic" sz="quarter" idx="130" hasCustomPrompt="1"/>
          </p:nvPr>
        </p:nvSpPr>
        <p:spPr>
          <a:xfrm>
            <a:off x="-11036267" y="34174531"/>
            <a:ext cx="7094183" cy="6224552"/>
          </a:xfrm>
          <a:prstGeom prst="rect">
            <a:avLst/>
          </a:prstGeom>
          <a:solidFill>
            <a:schemeClr val="bg2"/>
          </a:solidFill>
          <a:ln>
            <a:solidFill>
              <a:schemeClr val="tx2"/>
            </a:solidFill>
          </a:ln>
          <a:effectLst/>
        </p:spPr>
        <p:txBody>
          <a:bodyPr lIns="89551" tIns="44774" rIns="89551" bIns="44774" anchor="ctr"/>
          <a:lstStyle>
            <a:lvl1pPr marL="0" indent="0" algn="ctr">
              <a:buNone/>
              <a:defRPr sz="3900" b="0" baseline="0">
                <a:solidFill>
                  <a:schemeClr val="tx2"/>
                </a:solidFill>
              </a:defRPr>
            </a:lvl1pPr>
          </a:lstStyle>
          <a:p>
            <a:r>
              <a:rPr lang="en-US" dirty="0" smtClean="0"/>
              <a:t>PICTURE PLACEHOLDER</a:t>
            </a:r>
            <a:endParaRPr lang="en-US" dirty="0"/>
          </a:p>
        </p:txBody>
      </p:sp>
      <p:sp>
        <p:nvSpPr>
          <p:cNvPr id="156" name="Picture Placeholder 13"/>
          <p:cNvSpPr>
            <a:spLocks noGrp="1"/>
          </p:cNvSpPr>
          <p:nvPr>
            <p:ph type="pic" sz="quarter" idx="131" hasCustomPrompt="1"/>
          </p:nvPr>
        </p:nvSpPr>
        <p:spPr>
          <a:xfrm>
            <a:off x="-11036267" y="34174531"/>
            <a:ext cx="7094183" cy="6224552"/>
          </a:xfrm>
          <a:prstGeom prst="rect">
            <a:avLst/>
          </a:prstGeom>
          <a:solidFill>
            <a:schemeClr val="bg2"/>
          </a:solidFill>
          <a:ln>
            <a:solidFill>
              <a:schemeClr val="tx2"/>
            </a:solidFill>
          </a:ln>
          <a:effectLst/>
        </p:spPr>
        <p:txBody>
          <a:bodyPr lIns="89551" tIns="44774" rIns="89551" bIns="44774" anchor="ctr"/>
          <a:lstStyle>
            <a:lvl1pPr marL="0" indent="0" algn="ctr">
              <a:buNone/>
              <a:defRPr sz="3900" b="0" baseline="0">
                <a:solidFill>
                  <a:schemeClr val="tx2"/>
                </a:solidFill>
              </a:defRPr>
            </a:lvl1pPr>
          </a:lstStyle>
          <a:p>
            <a:r>
              <a:rPr lang="en-US" dirty="0" smtClean="0"/>
              <a:t>PICTURE PLACEHOLDER</a:t>
            </a:r>
            <a:endParaRPr lang="en-US" dirty="0"/>
          </a:p>
        </p:txBody>
      </p:sp>
      <p:sp>
        <p:nvSpPr>
          <p:cNvPr id="157" name="Picture Placeholder 13"/>
          <p:cNvSpPr>
            <a:spLocks noGrp="1"/>
          </p:cNvSpPr>
          <p:nvPr>
            <p:ph type="pic" sz="quarter" idx="132" hasCustomPrompt="1"/>
          </p:nvPr>
        </p:nvSpPr>
        <p:spPr>
          <a:xfrm>
            <a:off x="-11036267" y="34174531"/>
            <a:ext cx="7094183" cy="6224552"/>
          </a:xfrm>
          <a:prstGeom prst="rect">
            <a:avLst/>
          </a:prstGeom>
          <a:solidFill>
            <a:schemeClr val="bg2"/>
          </a:solidFill>
          <a:ln>
            <a:solidFill>
              <a:schemeClr val="tx2"/>
            </a:solidFill>
          </a:ln>
          <a:effectLst/>
        </p:spPr>
        <p:txBody>
          <a:bodyPr lIns="89551" tIns="44774" rIns="89551" bIns="44774" anchor="ctr"/>
          <a:lstStyle>
            <a:lvl1pPr marL="0" indent="0" algn="ctr">
              <a:buNone/>
              <a:defRPr sz="3900" b="0" baseline="0">
                <a:solidFill>
                  <a:schemeClr val="tx2"/>
                </a:solidFill>
              </a:defRPr>
            </a:lvl1pPr>
          </a:lstStyle>
          <a:p>
            <a:r>
              <a:rPr lang="en-US" dirty="0" smtClean="0"/>
              <a:t>PICTURE PLACEHOLDER</a:t>
            </a:r>
            <a:endParaRPr lang="en-US" dirty="0"/>
          </a:p>
        </p:txBody>
      </p:sp>
      <p:sp>
        <p:nvSpPr>
          <p:cNvPr id="158" name="Picture Placeholder 13"/>
          <p:cNvSpPr>
            <a:spLocks noGrp="1"/>
          </p:cNvSpPr>
          <p:nvPr>
            <p:ph type="pic" sz="quarter" idx="133" hasCustomPrompt="1"/>
          </p:nvPr>
        </p:nvSpPr>
        <p:spPr>
          <a:xfrm>
            <a:off x="-11036267" y="34174531"/>
            <a:ext cx="7094183" cy="6224552"/>
          </a:xfrm>
          <a:prstGeom prst="rect">
            <a:avLst/>
          </a:prstGeom>
          <a:solidFill>
            <a:schemeClr val="bg2"/>
          </a:solidFill>
          <a:ln>
            <a:solidFill>
              <a:schemeClr val="tx2"/>
            </a:solidFill>
          </a:ln>
          <a:effectLst/>
        </p:spPr>
        <p:txBody>
          <a:bodyPr lIns="89551" tIns="44774" rIns="89551" bIns="44774" anchor="ctr"/>
          <a:lstStyle>
            <a:lvl1pPr marL="0" indent="0" algn="ctr">
              <a:buNone/>
              <a:defRPr sz="3900" b="0" baseline="0">
                <a:solidFill>
                  <a:schemeClr val="tx2"/>
                </a:solidFill>
              </a:defRPr>
            </a:lvl1pPr>
          </a:lstStyle>
          <a:p>
            <a:r>
              <a:rPr lang="en-US" dirty="0" smtClean="0"/>
              <a:t>PICTURE PLACEHOLDER</a:t>
            </a:r>
            <a:endParaRPr lang="en-US" dirty="0"/>
          </a:p>
        </p:txBody>
      </p:sp>
      <p:sp>
        <p:nvSpPr>
          <p:cNvPr id="159" name="Picture Placeholder 13"/>
          <p:cNvSpPr>
            <a:spLocks noGrp="1"/>
          </p:cNvSpPr>
          <p:nvPr>
            <p:ph type="pic" sz="quarter" idx="134" hasCustomPrompt="1"/>
          </p:nvPr>
        </p:nvSpPr>
        <p:spPr>
          <a:xfrm>
            <a:off x="-11036267" y="34174531"/>
            <a:ext cx="7094183" cy="6224552"/>
          </a:xfrm>
          <a:prstGeom prst="rect">
            <a:avLst/>
          </a:prstGeom>
          <a:solidFill>
            <a:schemeClr val="bg2"/>
          </a:solidFill>
          <a:ln>
            <a:solidFill>
              <a:schemeClr val="tx2"/>
            </a:solidFill>
          </a:ln>
          <a:effectLst/>
        </p:spPr>
        <p:txBody>
          <a:bodyPr lIns="89551" tIns="44774" rIns="89551" bIns="44774" anchor="ctr"/>
          <a:lstStyle>
            <a:lvl1pPr marL="0" indent="0" algn="ctr">
              <a:buNone/>
              <a:defRPr sz="3900" b="0" baseline="0">
                <a:solidFill>
                  <a:schemeClr val="tx2"/>
                </a:solidFill>
              </a:defRPr>
            </a:lvl1pPr>
          </a:lstStyle>
          <a:p>
            <a:r>
              <a:rPr lang="en-US" dirty="0" smtClean="0"/>
              <a:t>PICTURE PLACEHOLDER</a:t>
            </a:r>
            <a:endParaRPr lang="en-US" dirty="0"/>
          </a:p>
        </p:txBody>
      </p:sp>
      <p:sp>
        <p:nvSpPr>
          <p:cNvPr id="160" name="Picture Placeholder 13"/>
          <p:cNvSpPr>
            <a:spLocks noGrp="1"/>
          </p:cNvSpPr>
          <p:nvPr>
            <p:ph type="pic" sz="quarter" idx="135" hasCustomPrompt="1"/>
          </p:nvPr>
        </p:nvSpPr>
        <p:spPr>
          <a:xfrm>
            <a:off x="-11036267" y="34174531"/>
            <a:ext cx="7094183" cy="6224552"/>
          </a:xfrm>
          <a:prstGeom prst="rect">
            <a:avLst/>
          </a:prstGeom>
          <a:solidFill>
            <a:schemeClr val="bg2"/>
          </a:solidFill>
          <a:ln>
            <a:solidFill>
              <a:schemeClr val="tx2"/>
            </a:solidFill>
          </a:ln>
          <a:effectLst/>
        </p:spPr>
        <p:txBody>
          <a:bodyPr lIns="89551" tIns="44774" rIns="89551" bIns="44774" anchor="ctr"/>
          <a:lstStyle>
            <a:lvl1pPr marL="0" indent="0" algn="ctr">
              <a:buNone/>
              <a:defRPr sz="3900" b="0" baseline="0">
                <a:solidFill>
                  <a:schemeClr val="tx2"/>
                </a:solidFill>
              </a:defRPr>
            </a:lvl1pPr>
          </a:lstStyle>
          <a:p>
            <a:r>
              <a:rPr lang="en-US" dirty="0" smtClean="0"/>
              <a:t>PICTURE PLACEHOLDER</a:t>
            </a:r>
            <a:endParaRPr lang="en-US" dirty="0"/>
          </a:p>
        </p:txBody>
      </p:sp>
      <p:sp>
        <p:nvSpPr>
          <p:cNvPr id="84" name="Text Placeholder 76"/>
          <p:cNvSpPr>
            <a:spLocks noGrp="1"/>
          </p:cNvSpPr>
          <p:nvPr>
            <p:ph type="body" sz="quarter" idx="150" hasCustomPrompt="1"/>
          </p:nvPr>
        </p:nvSpPr>
        <p:spPr>
          <a:xfrm>
            <a:off x="4090899" y="5025075"/>
            <a:ext cx="22093415" cy="1087559"/>
          </a:xfrm>
          <a:prstGeom prst="rect">
            <a:avLst/>
          </a:prstGeom>
        </p:spPr>
        <p:txBody>
          <a:bodyPr lIns="77349" tIns="38675" rIns="77349" bIns="38675">
            <a:normAutofit/>
          </a:bodyPr>
          <a:lstStyle>
            <a:lvl1pPr algn="ctr">
              <a:buFontTx/>
              <a:buNone/>
              <a:defRPr sz="6100">
                <a:solidFill>
                  <a:schemeClr val="bg1"/>
                </a:solidFill>
                <a:latin typeface="+mj-lt"/>
              </a:defRPr>
            </a:lvl1pPr>
            <a:lvl2pPr>
              <a:buFontTx/>
              <a:buNone/>
              <a:defRPr sz="6100"/>
            </a:lvl2pPr>
            <a:lvl3pPr>
              <a:buFontTx/>
              <a:buNone/>
              <a:defRPr sz="6100"/>
            </a:lvl3pPr>
            <a:lvl4pPr>
              <a:buFontTx/>
              <a:buNone/>
              <a:defRPr sz="6100"/>
            </a:lvl4pPr>
            <a:lvl5pPr>
              <a:buFontTx/>
              <a:buNone/>
              <a:defRPr sz="6100"/>
            </a:lvl5pPr>
          </a:lstStyle>
          <a:p>
            <a:pPr lvl="0"/>
            <a:r>
              <a:rPr lang="en-US" dirty="0" smtClean="0"/>
              <a:t>Click here to add affiliations</a:t>
            </a:r>
            <a:endParaRPr lang="en-US" dirty="0"/>
          </a:p>
        </p:txBody>
      </p:sp>
      <p:sp>
        <p:nvSpPr>
          <p:cNvPr id="85" name="Text Placeholder 76"/>
          <p:cNvSpPr>
            <a:spLocks noGrp="1"/>
          </p:cNvSpPr>
          <p:nvPr>
            <p:ph type="body" sz="quarter" idx="151" hasCustomPrompt="1"/>
          </p:nvPr>
        </p:nvSpPr>
        <p:spPr>
          <a:xfrm>
            <a:off x="4090899" y="3160691"/>
            <a:ext cx="22093415" cy="1864384"/>
          </a:xfrm>
          <a:prstGeom prst="rect">
            <a:avLst/>
          </a:prstGeom>
        </p:spPr>
        <p:txBody>
          <a:bodyPr lIns="77349" tIns="38675" rIns="77349" bIns="38675" anchor="t" anchorCtr="1">
            <a:normAutofit/>
          </a:bodyPr>
          <a:lstStyle>
            <a:lvl1pPr algn="ctr">
              <a:buFontTx/>
              <a:buNone/>
              <a:defRPr sz="9700">
                <a:solidFill>
                  <a:schemeClr val="bg1"/>
                </a:solidFill>
                <a:latin typeface="+mj-lt"/>
              </a:defRPr>
            </a:lvl1pPr>
            <a:lvl2pPr>
              <a:buFontTx/>
              <a:buNone/>
              <a:defRPr sz="6100"/>
            </a:lvl2pPr>
            <a:lvl3pPr>
              <a:buFontTx/>
              <a:buNone/>
              <a:defRPr sz="6100"/>
            </a:lvl3pPr>
            <a:lvl4pPr>
              <a:buFontTx/>
              <a:buNone/>
              <a:defRPr sz="6100"/>
            </a:lvl4pPr>
            <a:lvl5pPr>
              <a:buFontTx/>
              <a:buNone/>
              <a:defRPr sz="6100"/>
            </a:lvl5pPr>
          </a:lstStyle>
          <a:p>
            <a:pPr lvl="0"/>
            <a:r>
              <a:rPr lang="en-US" dirty="0" smtClean="0"/>
              <a:t>Click here to add authors</a:t>
            </a:r>
            <a:endParaRPr lang="en-US" dirty="0"/>
          </a:p>
        </p:txBody>
      </p:sp>
      <p:sp>
        <p:nvSpPr>
          <p:cNvPr id="86" name="Text Placeholder 76"/>
          <p:cNvSpPr>
            <a:spLocks noGrp="1"/>
          </p:cNvSpPr>
          <p:nvPr>
            <p:ph type="body" sz="quarter" idx="178" hasCustomPrompt="1"/>
          </p:nvPr>
        </p:nvSpPr>
        <p:spPr>
          <a:xfrm>
            <a:off x="4090899" y="492940"/>
            <a:ext cx="22093415" cy="2667751"/>
          </a:xfrm>
          <a:prstGeom prst="rect">
            <a:avLst/>
          </a:prstGeom>
        </p:spPr>
        <p:txBody>
          <a:bodyPr lIns="77349" tIns="38675" rIns="77349" bIns="38675" anchor="t" anchorCtr="1">
            <a:normAutofit/>
          </a:bodyPr>
          <a:lstStyle>
            <a:lvl1pPr algn="ctr">
              <a:buFontTx/>
              <a:buNone/>
              <a:defRPr sz="14000">
                <a:solidFill>
                  <a:schemeClr val="bg1"/>
                </a:solidFill>
                <a:latin typeface="+mj-lt"/>
              </a:defRPr>
            </a:lvl1pPr>
            <a:lvl2pPr>
              <a:buFontTx/>
              <a:buNone/>
              <a:defRPr sz="6100"/>
            </a:lvl2pPr>
            <a:lvl3pPr>
              <a:buFontTx/>
              <a:buNone/>
              <a:defRPr sz="6100"/>
            </a:lvl3pPr>
            <a:lvl4pPr>
              <a:buFontTx/>
              <a:buNone/>
              <a:defRPr sz="6100"/>
            </a:lvl4pPr>
            <a:lvl5pPr>
              <a:buFontTx/>
              <a:buNone/>
              <a:defRPr sz="6100"/>
            </a:lvl5pPr>
          </a:lstStyle>
          <a:p>
            <a:pPr lvl="0"/>
            <a:r>
              <a:rPr lang="en-US" dirty="0" smtClean="0"/>
              <a:t>Click here to add title</a:t>
            </a:r>
            <a:endParaRPr lang="en-US" dirty="0"/>
          </a:p>
        </p:txBody>
      </p:sp>
    </p:spTree>
  </p:cSld>
  <p:clrMapOvr>
    <a:masterClrMapping/>
  </p:clrMapOvr>
  <p:timing>
    <p:tnLst>
      <p:par>
        <p:cTn xmlns:p14="http://schemas.microsoft.com/office/powerpoint/2010/mai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hyperlink" Target="http://www.facebook.com/pages/PosterPresentationscom/217914411419?v=app_4949752878&amp;ref=ts" TargetMode="External"/><Relationship Id="rId4" Type="http://schemas.openxmlformats.org/officeDocument/2006/relationships/image" Target="../media/image1.jpeg"/><Relationship Id="rId5" Type="http://schemas.openxmlformats.org/officeDocument/2006/relationships/image" Target="../media/image2.png"/><Relationship Id="rId6" Type="http://schemas.openxmlformats.org/officeDocument/2006/relationships/image" Target="../media/image3.png"/><Relationship Id="rId1" Type="http://schemas.openxmlformats.org/officeDocument/2006/relationships/slideLayout" Target="../slideLayouts/slideLayout3.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002060">
                <a:alpha val="0"/>
              </a:srgbClr>
            </a:gs>
            <a:gs pos="50000">
              <a:schemeClr val="accent5">
                <a:lumMod val="60000"/>
                <a:lumOff val="4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26" name="Rectangle 25"/>
          <p:cNvSpPr/>
          <p:nvPr userDrawn="1"/>
        </p:nvSpPr>
        <p:spPr>
          <a:xfrm>
            <a:off x="0" y="-1"/>
            <a:ext cx="30275213" cy="6432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33"/>
          <p:cNvSpPr>
            <a:spLocks noChangeArrowheads="1"/>
          </p:cNvSpPr>
          <p:nvPr/>
        </p:nvSpPr>
        <p:spPr bwMode="auto">
          <a:xfrm>
            <a:off x="634515" y="6828960"/>
            <a:ext cx="14291153" cy="10407337"/>
          </a:xfrm>
          <a:prstGeom prst="roundRect">
            <a:avLst>
              <a:gd name="adj" fmla="val 3215"/>
            </a:avLst>
          </a:prstGeom>
          <a:gradFill flip="none" rotWithShape="1">
            <a:gsLst>
              <a:gs pos="0">
                <a:schemeClr val="accent1">
                  <a:tint val="66000"/>
                  <a:satMod val="160000"/>
                </a:schemeClr>
              </a:gs>
              <a:gs pos="0">
                <a:srgbClr val="CDD2DE"/>
              </a:gs>
              <a:gs pos="100000">
                <a:srgbClr val="F3F5FA"/>
              </a:gs>
            </a:gsLst>
            <a:lin ang="16200000" scaled="1"/>
            <a:tileRect/>
          </a:gradFill>
          <a:ln w="9525">
            <a:solidFill>
              <a:schemeClr val="tx2"/>
            </a:solidFill>
            <a:miter lim="800000"/>
            <a:headEnd/>
            <a:tailEnd/>
          </a:ln>
          <a:effectLst/>
        </p:spPr>
        <p:txBody>
          <a:bodyPr wrap="none" lIns="89551" tIns="44774" rIns="89551" bIns="44774" anchor="ctr"/>
          <a:lstStyle/>
          <a:p>
            <a:pPr>
              <a:defRPr/>
            </a:pPr>
            <a:endParaRPr lang="en-US" dirty="0"/>
          </a:p>
        </p:txBody>
      </p:sp>
      <p:sp>
        <p:nvSpPr>
          <p:cNvPr id="21" name="Rectangle 33"/>
          <p:cNvSpPr>
            <a:spLocks noChangeArrowheads="1"/>
          </p:cNvSpPr>
          <p:nvPr userDrawn="1"/>
        </p:nvSpPr>
        <p:spPr bwMode="auto">
          <a:xfrm>
            <a:off x="15349546" y="6828958"/>
            <a:ext cx="14291153" cy="22463373"/>
          </a:xfrm>
          <a:prstGeom prst="roundRect">
            <a:avLst>
              <a:gd name="adj" fmla="val 3215"/>
            </a:avLst>
          </a:prstGeom>
          <a:gradFill flip="none" rotWithShape="1">
            <a:gsLst>
              <a:gs pos="0">
                <a:schemeClr val="accent1">
                  <a:tint val="66000"/>
                  <a:satMod val="160000"/>
                </a:schemeClr>
              </a:gs>
              <a:gs pos="0">
                <a:srgbClr val="CDD2DE"/>
              </a:gs>
              <a:gs pos="100000">
                <a:srgbClr val="F3F5FA"/>
              </a:gs>
            </a:gsLst>
            <a:lin ang="16200000" scaled="1"/>
            <a:tileRect/>
          </a:gradFill>
          <a:ln w="9525">
            <a:solidFill>
              <a:schemeClr val="tx2"/>
            </a:solidFill>
            <a:miter lim="800000"/>
            <a:headEnd/>
            <a:tailEnd/>
          </a:ln>
          <a:effectLst/>
        </p:spPr>
        <p:txBody>
          <a:bodyPr wrap="none" lIns="89551" tIns="44774" rIns="89551" bIns="44774" anchor="ctr"/>
          <a:lstStyle/>
          <a:p>
            <a:pPr>
              <a:defRPr/>
            </a:pPr>
            <a:endParaRPr lang="en-US" dirty="0"/>
          </a:p>
        </p:txBody>
      </p:sp>
      <p:sp>
        <p:nvSpPr>
          <p:cNvPr id="24" name="Rectangle 33"/>
          <p:cNvSpPr>
            <a:spLocks noChangeArrowheads="1"/>
          </p:cNvSpPr>
          <p:nvPr userDrawn="1"/>
        </p:nvSpPr>
        <p:spPr bwMode="auto">
          <a:xfrm>
            <a:off x="634515" y="17651562"/>
            <a:ext cx="14291153" cy="22314015"/>
          </a:xfrm>
          <a:prstGeom prst="roundRect">
            <a:avLst>
              <a:gd name="adj" fmla="val 3215"/>
            </a:avLst>
          </a:prstGeom>
          <a:gradFill flip="none" rotWithShape="1">
            <a:gsLst>
              <a:gs pos="0">
                <a:schemeClr val="accent1">
                  <a:tint val="66000"/>
                  <a:satMod val="160000"/>
                </a:schemeClr>
              </a:gs>
              <a:gs pos="0">
                <a:srgbClr val="CDD2DE"/>
              </a:gs>
              <a:gs pos="100000">
                <a:srgbClr val="F3F5FA"/>
              </a:gs>
            </a:gsLst>
            <a:lin ang="16200000" scaled="1"/>
            <a:tileRect/>
          </a:gradFill>
          <a:ln w="9525">
            <a:solidFill>
              <a:schemeClr val="tx2"/>
            </a:solidFill>
            <a:miter lim="800000"/>
            <a:headEnd/>
            <a:tailEnd/>
          </a:ln>
          <a:effectLst/>
        </p:spPr>
        <p:txBody>
          <a:bodyPr wrap="none" lIns="89551" tIns="44774" rIns="89551" bIns="44774" anchor="ctr"/>
          <a:lstStyle/>
          <a:p>
            <a:pPr>
              <a:defRPr/>
            </a:pPr>
            <a:endParaRPr lang="en-US" dirty="0"/>
          </a:p>
        </p:txBody>
      </p:sp>
      <p:sp>
        <p:nvSpPr>
          <p:cNvPr id="25" name="Rectangle 33"/>
          <p:cNvSpPr>
            <a:spLocks noChangeArrowheads="1"/>
          </p:cNvSpPr>
          <p:nvPr userDrawn="1"/>
        </p:nvSpPr>
        <p:spPr bwMode="auto">
          <a:xfrm>
            <a:off x="15349546" y="29658118"/>
            <a:ext cx="14291153" cy="10307459"/>
          </a:xfrm>
          <a:prstGeom prst="roundRect">
            <a:avLst>
              <a:gd name="adj" fmla="val 3215"/>
            </a:avLst>
          </a:prstGeom>
          <a:gradFill flip="none" rotWithShape="1">
            <a:gsLst>
              <a:gs pos="0">
                <a:schemeClr val="accent1">
                  <a:tint val="66000"/>
                  <a:satMod val="160000"/>
                </a:schemeClr>
              </a:gs>
              <a:gs pos="0">
                <a:srgbClr val="CDD2DE"/>
              </a:gs>
              <a:gs pos="100000">
                <a:srgbClr val="F3F5FA"/>
              </a:gs>
            </a:gsLst>
            <a:lin ang="16200000" scaled="1"/>
            <a:tileRect/>
          </a:gradFill>
          <a:ln w="9525">
            <a:solidFill>
              <a:schemeClr val="tx2"/>
            </a:solidFill>
            <a:miter lim="800000"/>
            <a:headEnd/>
            <a:tailEnd/>
          </a:ln>
          <a:effectLst/>
        </p:spPr>
        <p:txBody>
          <a:bodyPr wrap="none" lIns="89551" tIns="44774" rIns="89551" bIns="44774" anchor="ctr"/>
          <a:lstStyle/>
          <a:p>
            <a:pPr>
              <a:defRPr/>
            </a:pPr>
            <a:endParaRPr lang="en-US" dirty="0"/>
          </a:p>
        </p:txBody>
      </p:sp>
      <p:cxnSp>
        <p:nvCxnSpPr>
          <p:cNvPr id="32" name="Straight Connector 31"/>
          <p:cNvCxnSpPr/>
          <p:nvPr userDrawn="1"/>
        </p:nvCxnSpPr>
        <p:spPr>
          <a:xfrm>
            <a:off x="0" y="6432330"/>
            <a:ext cx="30275213" cy="0"/>
          </a:xfrm>
          <a:prstGeom prst="line">
            <a:avLst/>
          </a:prstGeom>
          <a:ln w="50800">
            <a:solidFill>
              <a:srgbClr val="2971AD"/>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59" r:id="rId1"/>
  </p:sldLayoutIdLst>
  <p:timing>
    <p:tnLst>
      <p:par>
        <p:cTn xmlns:p14="http://schemas.microsoft.com/office/powerpoint/2010/main" id="1" dur="indefinite" restart="never" nodeType="tmRoot"/>
      </p:par>
    </p:tnLst>
  </p:timing>
  <p:txStyles>
    <p:titleStyle>
      <a:lvl1pPr algn="ctr" defTabSz="4298410" rtl="0" eaLnBrk="1" latinLnBrk="0" hangingPunct="1">
        <a:spcBef>
          <a:spcPct val="0"/>
        </a:spcBef>
        <a:buNone/>
        <a:defRPr sz="8500" kern="1200">
          <a:solidFill>
            <a:schemeClr val="bg1"/>
          </a:solidFill>
          <a:latin typeface="Trebuchet MS" pitchFamily="34" charset="0"/>
          <a:ea typeface="+mj-ea"/>
          <a:cs typeface="+mj-cs"/>
        </a:defRPr>
      </a:lvl1pPr>
    </p:titleStyle>
    <p:bodyStyle>
      <a:lvl1pPr marL="1611903" indent="-1611903" algn="l" defTabSz="4298410" rtl="0" eaLnBrk="1" latinLnBrk="0" hangingPunct="1">
        <a:spcBef>
          <a:spcPct val="20000"/>
        </a:spcBef>
        <a:buFont typeface="Arial" pitchFamily="34" charset="0"/>
        <a:buChar char="•"/>
        <a:defRPr sz="15100" kern="1200">
          <a:solidFill>
            <a:schemeClr val="tx1"/>
          </a:solidFill>
          <a:latin typeface="+mn-lt"/>
          <a:ea typeface="+mn-ea"/>
          <a:cs typeface="+mn-cs"/>
        </a:defRPr>
      </a:lvl1pPr>
      <a:lvl2pPr marL="3492457" indent="-1343252" algn="l" defTabSz="4298410" rtl="0" eaLnBrk="1" latinLnBrk="0" hangingPunct="1">
        <a:spcBef>
          <a:spcPct val="20000"/>
        </a:spcBef>
        <a:buFont typeface="Arial" pitchFamily="34" charset="0"/>
        <a:buChar char="–"/>
        <a:defRPr sz="13300" kern="1200">
          <a:solidFill>
            <a:schemeClr val="tx1"/>
          </a:solidFill>
          <a:latin typeface="+mn-lt"/>
          <a:ea typeface="+mn-ea"/>
          <a:cs typeface="+mn-cs"/>
        </a:defRPr>
      </a:lvl2pPr>
      <a:lvl3pPr marL="5373012" indent="-1074603" algn="l" defTabSz="4298410" rtl="0" eaLnBrk="1" latinLnBrk="0" hangingPunct="1">
        <a:spcBef>
          <a:spcPct val="20000"/>
        </a:spcBef>
        <a:buFont typeface="Arial" pitchFamily="34" charset="0"/>
        <a:buChar char="•"/>
        <a:defRPr sz="11300" kern="1200">
          <a:solidFill>
            <a:schemeClr val="tx1"/>
          </a:solidFill>
          <a:latin typeface="+mn-lt"/>
          <a:ea typeface="+mn-ea"/>
          <a:cs typeface="+mn-cs"/>
        </a:defRPr>
      </a:lvl3pPr>
      <a:lvl4pPr marL="7522217"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4pPr>
      <a:lvl5pPr marL="9671420"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5pPr>
      <a:lvl6pPr marL="11820625"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6pPr>
      <a:lvl7pPr marL="13969828"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7pPr>
      <a:lvl8pPr marL="16119034"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8pPr>
      <a:lvl9pPr marL="18268238"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9pPr>
    </p:bodyStyle>
    <p:otherStyle>
      <a:defPPr>
        <a:defRPr lang="en-US"/>
      </a:defPPr>
      <a:lvl1pPr marL="0" algn="l" defTabSz="4298410" rtl="0" eaLnBrk="1" latinLnBrk="0" hangingPunct="1">
        <a:defRPr sz="8500" kern="1200">
          <a:solidFill>
            <a:schemeClr val="tx1"/>
          </a:solidFill>
          <a:latin typeface="+mn-lt"/>
          <a:ea typeface="+mn-ea"/>
          <a:cs typeface="+mn-cs"/>
        </a:defRPr>
      </a:lvl1pPr>
      <a:lvl2pPr marL="2149205" algn="l" defTabSz="4298410" rtl="0" eaLnBrk="1" latinLnBrk="0" hangingPunct="1">
        <a:defRPr sz="8500" kern="1200">
          <a:solidFill>
            <a:schemeClr val="tx1"/>
          </a:solidFill>
          <a:latin typeface="+mn-lt"/>
          <a:ea typeface="+mn-ea"/>
          <a:cs typeface="+mn-cs"/>
        </a:defRPr>
      </a:lvl2pPr>
      <a:lvl3pPr marL="4298410" algn="l" defTabSz="4298410" rtl="0" eaLnBrk="1" latinLnBrk="0" hangingPunct="1">
        <a:defRPr sz="8500" kern="1200">
          <a:solidFill>
            <a:schemeClr val="tx1"/>
          </a:solidFill>
          <a:latin typeface="+mn-lt"/>
          <a:ea typeface="+mn-ea"/>
          <a:cs typeface="+mn-cs"/>
        </a:defRPr>
      </a:lvl3pPr>
      <a:lvl4pPr marL="6447613" algn="l" defTabSz="4298410" rtl="0" eaLnBrk="1" latinLnBrk="0" hangingPunct="1">
        <a:defRPr sz="8500" kern="1200">
          <a:solidFill>
            <a:schemeClr val="tx1"/>
          </a:solidFill>
          <a:latin typeface="+mn-lt"/>
          <a:ea typeface="+mn-ea"/>
          <a:cs typeface="+mn-cs"/>
        </a:defRPr>
      </a:lvl4pPr>
      <a:lvl5pPr marL="8596817" algn="l" defTabSz="4298410" rtl="0" eaLnBrk="1" latinLnBrk="0" hangingPunct="1">
        <a:defRPr sz="8500" kern="1200">
          <a:solidFill>
            <a:schemeClr val="tx1"/>
          </a:solidFill>
          <a:latin typeface="+mn-lt"/>
          <a:ea typeface="+mn-ea"/>
          <a:cs typeface="+mn-cs"/>
        </a:defRPr>
      </a:lvl5pPr>
      <a:lvl6pPr marL="10746023" algn="l" defTabSz="4298410" rtl="0" eaLnBrk="1" latinLnBrk="0" hangingPunct="1">
        <a:defRPr sz="8500" kern="1200">
          <a:solidFill>
            <a:schemeClr val="tx1"/>
          </a:solidFill>
          <a:latin typeface="+mn-lt"/>
          <a:ea typeface="+mn-ea"/>
          <a:cs typeface="+mn-cs"/>
        </a:defRPr>
      </a:lvl6pPr>
      <a:lvl7pPr marL="12895229" algn="l" defTabSz="4298410" rtl="0" eaLnBrk="1" latinLnBrk="0" hangingPunct="1">
        <a:defRPr sz="8500" kern="1200">
          <a:solidFill>
            <a:schemeClr val="tx1"/>
          </a:solidFill>
          <a:latin typeface="+mn-lt"/>
          <a:ea typeface="+mn-ea"/>
          <a:cs typeface="+mn-cs"/>
        </a:defRPr>
      </a:lvl7pPr>
      <a:lvl8pPr marL="15044432" algn="l" defTabSz="4298410" rtl="0" eaLnBrk="1" latinLnBrk="0" hangingPunct="1">
        <a:defRPr sz="8500" kern="1200">
          <a:solidFill>
            <a:schemeClr val="tx1"/>
          </a:solidFill>
          <a:latin typeface="+mn-lt"/>
          <a:ea typeface="+mn-ea"/>
          <a:cs typeface="+mn-cs"/>
        </a:defRPr>
      </a:lvl8pPr>
      <a:lvl9pPr marL="17193637" algn="l" defTabSz="4298410" rtl="0" eaLnBrk="1" latinLnBrk="0" hangingPunct="1">
        <a:defRPr sz="85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002060">
                <a:alpha val="0"/>
              </a:srgbClr>
            </a:gs>
            <a:gs pos="50000">
              <a:schemeClr val="accent5">
                <a:lumMod val="60000"/>
                <a:lumOff val="4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26" name="Rectangle 25"/>
          <p:cNvSpPr/>
          <p:nvPr userDrawn="1"/>
        </p:nvSpPr>
        <p:spPr>
          <a:xfrm>
            <a:off x="0" y="-1"/>
            <a:ext cx="30275213" cy="6432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33"/>
          <p:cNvSpPr>
            <a:spLocks noChangeArrowheads="1"/>
          </p:cNvSpPr>
          <p:nvPr/>
        </p:nvSpPr>
        <p:spPr bwMode="auto">
          <a:xfrm>
            <a:off x="634515" y="6828960"/>
            <a:ext cx="14291153" cy="10407337"/>
          </a:xfrm>
          <a:prstGeom prst="roundRect">
            <a:avLst>
              <a:gd name="adj" fmla="val 3215"/>
            </a:avLst>
          </a:prstGeom>
          <a:gradFill flip="none" rotWithShape="1">
            <a:gsLst>
              <a:gs pos="0">
                <a:schemeClr val="accent1">
                  <a:tint val="66000"/>
                  <a:satMod val="160000"/>
                </a:schemeClr>
              </a:gs>
              <a:gs pos="0">
                <a:srgbClr val="CDD2DE"/>
              </a:gs>
              <a:gs pos="100000">
                <a:srgbClr val="F3F5FA"/>
              </a:gs>
            </a:gsLst>
            <a:lin ang="16200000" scaled="1"/>
            <a:tileRect/>
          </a:gradFill>
          <a:ln w="9525">
            <a:solidFill>
              <a:schemeClr val="tx2"/>
            </a:solidFill>
            <a:miter lim="800000"/>
            <a:headEnd/>
            <a:tailEnd/>
          </a:ln>
          <a:effectLst/>
        </p:spPr>
        <p:txBody>
          <a:bodyPr wrap="none" lIns="89551" tIns="44774" rIns="89551" bIns="44774" anchor="ctr"/>
          <a:lstStyle/>
          <a:p>
            <a:pPr>
              <a:defRPr/>
            </a:pPr>
            <a:endParaRPr lang="en-US" dirty="0"/>
          </a:p>
        </p:txBody>
      </p:sp>
      <p:cxnSp>
        <p:nvCxnSpPr>
          <p:cNvPr id="32" name="Straight Connector 31"/>
          <p:cNvCxnSpPr/>
          <p:nvPr userDrawn="1"/>
        </p:nvCxnSpPr>
        <p:spPr>
          <a:xfrm>
            <a:off x="0" y="6432330"/>
            <a:ext cx="30275213" cy="0"/>
          </a:xfrm>
          <a:prstGeom prst="line">
            <a:avLst/>
          </a:prstGeom>
          <a:ln w="50800">
            <a:solidFill>
              <a:srgbClr val="2971AD"/>
            </a:solidFill>
          </a:ln>
        </p:spPr>
        <p:style>
          <a:lnRef idx="1">
            <a:schemeClr val="accent1"/>
          </a:lnRef>
          <a:fillRef idx="0">
            <a:schemeClr val="accent1"/>
          </a:fillRef>
          <a:effectRef idx="0">
            <a:schemeClr val="accent1"/>
          </a:effectRef>
          <a:fontRef idx="minor">
            <a:schemeClr val="tx1"/>
          </a:fontRef>
        </p:style>
      </p:cxnSp>
      <p:sp>
        <p:nvSpPr>
          <p:cNvPr id="9" name="Rectangle 33"/>
          <p:cNvSpPr>
            <a:spLocks noChangeArrowheads="1"/>
          </p:cNvSpPr>
          <p:nvPr userDrawn="1"/>
        </p:nvSpPr>
        <p:spPr bwMode="auto">
          <a:xfrm>
            <a:off x="634515" y="17996227"/>
            <a:ext cx="14291153" cy="23199899"/>
          </a:xfrm>
          <a:prstGeom prst="roundRect">
            <a:avLst>
              <a:gd name="adj" fmla="val 3215"/>
            </a:avLst>
          </a:prstGeom>
          <a:gradFill flip="none" rotWithShape="1">
            <a:gsLst>
              <a:gs pos="0">
                <a:schemeClr val="accent1">
                  <a:tint val="66000"/>
                  <a:satMod val="160000"/>
                </a:schemeClr>
              </a:gs>
              <a:gs pos="0">
                <a:srgbClr val="CDD2DE"/>
              </a:gs>
              <a:gs pos="100000">
                <a:srgbClr val="F3F5FA"/>
              </a:gs>
            </a:gsLst>
            <a:lin ang="16200000" scaled="1"/>
            <a:tileRect/>
          </a:gradFill>
          <a:ln w="9525">
            <a:solidFill>
              <a:schemeClr val="tx2"/>
            </a:solidFill>
            <a:miter lim="800000"/>
            <a:headEnd/>
            <a:tailEnd/>
          </a:ln>
          <a:effectLst/>
        </p:spPr>
        <p:txBody>
          <a:bodyPr wrap="none" lIns="89551" tIns="44774" rIns="89551" bIns="44774" anchor="ctr"/>
          <a:lstStyle/>
          <a:p>
            <a:pPr>
              <a:defRPr/>
            </a:pPr>
            <a:endParaRPr lang="en-US" dirty="0"/>
          </a:p>
        </p:txBody>
      </p:sp>
      <p:sp>
        <p:nvSpPr>
          <p:cNvPr id="12" name="Rectangle 33"/>
          <p:cNvSpPr>
            <a:spLocks noChangeArrowheads="1"/>
          </p:cNvSpPr>
          <p:nvPr userDrawn="1"/>
        </p:nvSpPr>
        <p:spPr bwMode="auto">
          <a:xfrm>
            <a:off x="15349546" y="6828960"/>
            <a:ext cx="14291153" cy="23199899"/>
          </a:xfrm>
          <a:prstGeom prst="roundRect">
            <a:avLst>
              <a:gd name="adj" fmla="val 3215"/>
            </a:avLst>
          </a:prstGeom>
          <a:gradFill flip="none" rotWithShape="1">
            <a:gsLst>
              <a:gs pos="0">
                <a:schemeClr val="accent1">
                  <a:tint val="66000"/>
                  <a:satMod val="160000"/>
                </a:schemeClr>
              </a:gs>
              <a:gs pos="0">
                <a:srgbClr val="CDD2DE"/>
              </a:gs>
              <a:gs pos="100000">
                <a:srgbClr val="F3F5FA"/>
              </a:gs>
            </a:gsLst>
            <a:lin ang="16200000" scaled="1"/>
            <a:tileRect/>
          </a:gradFill>
          <a:ln w="9525">
            <a:solidFill>
              <a:schemeClr val="tx2"/>
            </a:solidFill>
            <a:miter lim="800000"/>
            <a:headEnd/>
            <a:tailEnd/>
          </a:ln>
          <a:effectLst/>
        </p:spPr>
        <p:txBody>
          <a:bodyPr wrap="none" lIns="89551" tIns="44774" rIns="89551" bIns="44774" anchor="ctr"/>
          <a:lstStyle/>
          <a:p>
            <a:pPr>
              <a:defRPr/>
            </a:pPr>
            <a:endParaRPr lang="en-US" dirty="0"/>
          </a:p>
        </p:txBody>
      </p:sp>
      <p:sp>
        <p:nvSpPr>
          <p:cNvPr id="13" name="Rectangle 33"/>
          <p:cNvSpPr>
            <a:spLocks noChangeArrowheads="1"/>
          </p:cNvSpPr>
          <p:nvPr userDrawn="1"/>
        </p:nvSpPr>
        <p:spPr bwMode="auto">
          <a:xfrm>
            <a:off x="15349546" y="30788789"/>
            <a:ext cx="14291153" cy="10407337"/>
          </a:xfrm>
          <a:prstGeom prst="roundRect">
            <a:avLst>
              <a:gd name="adj" fmla="val 3215"/>
            </a:avLst>
          </a:prstGeom>
          <a:gradFill flip="none" rotWithShape="1">
            <a:gsLst>
              <a:gs pos="0">
                <a:schemeClr val="accent1">
                  <a:tint val="66000"/>
                  <a:satMod val="160000"/>
                </a:schemeClr>
              </a:gs>
              <a:gs pos="0">
                <a:srgbClr val="CDD2DE"/>
              </a:gs>
              <a:gs pos="100000">
                <a:srgbClr val="F3F5FA"/>
              </a:gs>
            </a:gsLst>
            <a:lin ang="16200000" scaled="1"/>
            <a:tileRect/>
          </a:gradFill>
          <a:ln w="9525">
            <a:solidFill>
              <a:schemeClr val="tx2"/>
            </a:solidFill>
            <a:miter lim="800000"/>
            <a:headEnd/>
            <a:tailEnd/>
          </a:ln>
          <a:effectLst/>
        </p:spPr>
        <p:txBody>
          <a:bodyPr wrap="none" lIns="89551" tIns="44774" rIns="89551" bIns="44774"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661" r:id="rId1"/>
  </p:sldLayoutIdLst>
  <p:timing>
    <p:tnLst>
      <p:par>
        <p:cTn xmlns:p14="http://schemas.microsoft.com/office/powerpoint/2010/main" id="1" dur="indefinite" restart="never" nodeType="tmRoot"/>
      </p:par>
    </p:tnLst>
  </p:timing>
  <p:txStyles>
    <p:titleStyle>
      <a:lvl1pPr algn="ctr" defTabSz="4298410" rtl="0" eaLnBrk="1" latinLnBrk="0" hangingPunct="1">
        <a:spcBef>
          <a:spcPct val="0"/>
        </a:spcBef>
        <a:buNone/>
        <a:defRPr sz="8500" kern="1200">
          <a:solidFill>
            <a:schemeClr val="bg1"/>
          </a:solidFill>
          <a:latin typeface="Trebuchet MS" pitchFamily="34" charset="0"/>
          <a:ea typeface="+mj-ea"/>
          <a:cs typeface="+mj-cs"/>
        </a:defRPr>
      </a:lvl1pPr>
    </p:titleStyle>
    <p:bodyStyle>
      <a:lvl1pPr marL="1611903" indent="-1611903" algn="l" defTabSz="4298410" rtl="0" eaLnBrk="1" latinLnBrk="0" hangingPunct="1">
        <a:spcBef>
          <a:spcPct val="20000"/>
        </a:spcBef>
        <a:buFont typeface="Arial" pitchFamily="34" charset="0"/>
        <a:buChar char="•"/>
        <a:defRPr sz="15100" kern="1200">
          <a:solidFill>
            <a:schemeClr val="tx1"/>
          </a:solidFill>
          <a:latin typeface="+mn-lt"/>
          <a:ea typeface="+mn-ea"/>
          <a:cs typeface="+mn-cs"/>
        </a:defRPr>
      </a:lvl1pPr>
      <a:lvl2pPr marL="3492457" indent="-1343252" algn="l" defTabSz="4298410" rtl="0" eaLnBrk="1" latinLnBrk="0" hangingPunct="1">
        <a:spcBef>
          <a:spcPct val="20000"/>
        </a:spcBef>
        <a:buFont typeface="Arial" pitchFamily="34" charset="0"/>
        <a:buChar char="–"/>
        <a:defRPr sz="13300" kern="1200">
          <a:solidFill>
            <a:schemeClr val="tx1"/>
          </a:solidFill>
          <a:latin typeface="+mn-lt"/>
          <a:ea typeface="+mn-ea"/>
          <a:cs typeface="+mn-cs"/>
        </a:defRPr>
      </a:lvl2pPr>
      <a:lvl3pPr marL="5373012" indent="-1074603" algn="l" defTabSz="4298410" rtl="0" eaLnBrk="1" latinLnBrk="0" hangingPunct="1">
        <a:spcBef>
          <a:spcPct val="20000"/>
        </a:spcBef>
        <a:buFont typeface="Arial" pitchFamily="34" charset="0"/>
        <a:buChar char="•"/>
        <a:defRPr sz="11300" kern="1200">
          <a:solidFill>
            <a:schemeClr val="tx1"/>
          </a:solidFill>
          <a:latin typeface="+mn-lt"/>
          <a:ea typeface="+mn-ea"/>
          <a:cs typeface="+mn-cs"/>
        </a:defRPr>
      </a:lvl3pPr>
      <a:lvl4pPr marL="7522217"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4pPr>
      <a:lvl5pPr marL="9671420"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5pPr>
      <a:lvl6pPr marL="11820625"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6pPr>
      <a:lvl7pPr marL="13969828"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7pPr>
      <a:lvl8pPr marL="16119034"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8pPr>
      <a:lvl9pPr marL="18268238"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9pPr>
    </p:bodyStyle>
    <p:otherStyle>
      <a:defPPr>
        <a:defRPr lang="en-US"/>
      </a:defPPr>
      <a:lvl1pPr marL="0" algn="l" defTabSz="4298410" rtl="0" eaLnBrk="1" latinLnBrk="0" hangingPunct="1">
        <a:defRPr sz="8500" kern="1200">
          <a:solidFill>
            <a:schemeClr val="tx1"/>
          </a:solidFill>
          <a:latin typeface="+mn-lt"/>
          <a:ea typeface="+mn-ea"/>
          <a:cs typeface="+mn-cs"/>
        </a:defRPr>
      </a:lvl1pPr>
      <a:lvl2pPr marL="2149205" algn="l" defTabSz="4298410" rtl="0" eaLnBrk="1" latinLnBrk="0" hangingPunct="1">
        <a:defRPr sz="8500" kern="1200">
          <a:solidFill>
            <a:schemeClr val="tx1"/>
          </a:solidFill>
          <a:latin typeface="+mn-lt"/>
          <a:ea typeface="+mn-ea"/>
          <a:cs typeface="+mn-cs"/>
        </a:defRPr>
      </a:lvl2pPr>
      <a:lvl3pPr marL="4298410" algn="l" defTabSz="4298410" rtl="0" eaLnBrk="1" latinLnBrk="0" hangingPunct="1">
        <a:defRPr sz="8500" kern="1200">
          <a:solidFill>
            <a:schemeClr val="tx1"/>
          </a:solidFill>
          <a:latin typeface="+mn-lt"/>
          <a:ea typeface="+mn-ea"/>
          <a:cs typeface="+mn-cs"/>
        </a:defRPr>
      </a:lvl3pPr>
      <a:lvl4pPr marL="6447613" algn="l" defTabSz="4298410" rtl="0" eaLnBrk="1" latinLnBrk="0" hangingPunct="1">
        <a:defRPr sz="8500" kern="1200">
          <a:solidFill>
            <a:schemeClr val="tx1"/>
          </a:solidFill>
          <a:latin typeface="+mn-lt"/>
          <a:ea typeface="+mn-ea"/>
          <a:cs typeface="+mn-cs"/>
        </a:defRPr>
      </a:lvl4pPr>
      <a:lvl5pPr marL="8596817" algn="l" defTabSz="4298410" rtl="0" eaLnBrk="1" latinLnBrk="0" hangingPunct="1">
        <a:defRPr sz="8500" kern="1200">
          <a:solidFill>
            <a:schemeClr val="tx1"/>
          </a:solidFill>
          <a:latin typeface="+mn-lt"/>
          <a:ea typeface="+mn-ea"/>
          <a:cs typeface="+mn-cs"/>
        </a:defRPr>
      </a:lvl5pPr>
      <a:lvl6pPr marL="10746023" algn="l" defTabSz="4298410" rtl="0" eaLnBrk="1" latinLnBrk="0" hangingPunct="1">
        <a:defRPr sz="8500" kern="1200">
          <a:solidFill>
            <a:schemeClr val="tx1"/>
          </a:solidFill>
          <a:latin typeface="+mn-lt"/>
          <a:ea typeface="+mn-ea"/>
          <a:cs typeface="+mn-cs"/>
        </a:defRPr>
      </a:lvl6pPr>
      <a:lvl7pPr marL="12895229" algn="l" defTabSz="4298410" rtl="0" eaLnBrk="1" latinLnBrk="0" hangingPunct="1">
        <a:defRPr sz="8500" kern="1200">
          <a:solidFill>
            <a:schemeClr val="tx1"/>
          </a:solidFill>
          <a:latin typeface="+mn-lt"/>
          <a:ea typeface="+mn-ea"/>
          <a:cs typeface="+mn-cs"/>
        </a:defRPr>
      </a:lvl7pPr>
      <a:lvl8pPr marL="15044432" algn="l" defTabSz="4298410" rtl="0" eaLnBrk="1" latinLnBrk="0" hangingPunct="1">
        <a:defRPr sz="8500" kern="1200">
          <a:solidFill>
            <a:schemeClr val="tx1"/>
          </a:solidFill>
          <a:latin typeface="+mn-lt"/>
          <a:ea typeface="+mn-ea"/>
          <a:cs typeface="+mn-cs"/>
        </a:defRPr>
      </a:lvl8pPr>
      <a:lvl9pPr marL="17193637" algn="l" defTabSz="4298410" rtl="0" eaLnBrk="1" latinLnBrk="0" hangingPunct="1">
        <a:defRPr sz="85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002060">
                <a:alpha val="0"/>
              </a:srgbClr>
            </a:gs>
            <a:gs pos="50000">
              <a:schemeClr val="accent5">
                <a:lumMod val="60000"/>
                <a:lumOff val="4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204360"/>
            <a:ext cx="30275213" cy="6242216"/>
          </a:xfrm>
          <a:prstGeom prst="rect">
            <a:avLst/>
          </a:prstGeom>
          <a:solidFill>
            <a:schemeClr val="accent5">
              <a:lumMod val="75000"/>
            </a:schemeClr>
          </a:solidFill>
          <a:ln w="9525">
            <a:solidFill>
              <a:schemeClr val="tx1"/>
            </a:solidFill>
            <a:miter lim="800000"/>
            <a:headEnd/>
            <a:tailEnd/>
          </a:ln>
          <a:effectLst/>
        </p:spPr>
        <p:txBody>
          <a:bodyPr wrap="none" lIns="89551" tIns="44774" rIns="89551" bIns="44774" anchor="ctr"/>
          <a:lstStyle/>
          <a:p>
            <a:pPr>
              <a:defRPr/>
            </a:pPr>
            <a:endParaRPr lang="en-US" dirty="0"/>
          </a:p>
        </p:txBody>
      </p:sp>
      <p:sp>
        <p:nvSpPr>
          <p:cNvPr id="8" name="Rectangle 33"/>
          <p:cNvSpPr>
            <a:spLocks noChangeArrowheads="1"/>
          </p:cNvSpPr>
          <p:nvPr/>
        </p:nvSpPr>
        <p:spPr bwMode="auto">
          <a:xfrm>
            <a:off x="533233" y="6804617"/>
            <a:ext cx="29010460" cy="34778057"/>
          </a:xfrm>
          <a:prstGeom prst="roundRect">
            <a:avLst>
              <a:gd name="adj" fmla="val 2277"/>
            </a:avLst>
          </a:prstGeom>
          <a:gradFill flip="none" rotWithShape="1">
            <a:gsLst>
              <a:gs pos="0">
                <a:srgbClr val="CDD2DE"/>
              </a:gs>
              <a:gs pos="0">
                <a:srgbClr val="CDD2DE"/>
              </a:gs>
              <a:gs pos="100000">
                <a:srgbClr val="F3F5FA"/>
              </a:gs>
            </a:gsLst>
            <a:lin ang="16200000" scaled="1"/>
            <a:tileRect/>
          </a:gradFill>
          <a:ln w="9525">
            <a:solidFill>
              <a:schemeClr val="tx2"/>
            </a:solidFill>
            <a:miter lim="800000"/>
            <a:headEnd/>
            <a:tailEnd/>
          </a:ln>
          <a:effectLst/>
        </p:spPr>
        <p:txBody>
          <a:bodyPr wrap="none" lIns="89551" tIns="44774" rIns="89551" bIns="44774" anchor="ctr"/>
          <a:lstStyle/>
          <a:p>
            <a:pPr>
              <a:defRPr/>
            </a:pPr>
            <a:endParaRPr lang="en-US" dirty="0"/>
          </a:p>
        </p:txBody>
      </p:sp>
      <p:sp>
        <p:nvSpPr>
          <p:cNvPr id="9" name="Rectangle 9"/>
          <p:cNvSpPr>
            <a:spLocks noChangeArrowheads="1"/>
          </p:cNvSpPr>
          <p:nvPr/>
        </p:nvSpPr>
        <p:spPr bwMode="auto">
          <a:xfrm>
            <a:off x="0" y="6248412"/>
            <a:ext cx="30275213" cy="198164"/>
          </a:xfrm>
          <a:prstGeom prst="rect">
            <a:avLst/>
          </a:prstGeom>
          <a:solidFill>
            <a:schemeClr val="accent5">
              <a:lumMod val="50000"/>
            </a:schemeClr>
          </a:solidFill>
          <a:ln w="152400">
            <a:noFill/>
            <a:miter lim="800000"/>
            <a:headEnd/>
            <a:tailEnd/>
          </a:ln>
          <a:effectLst/>
        </p:spPr>
        <p:txBody>
          <a:bodyPr wrap="none" lIns="89551" tIns="44774" rIns="89551" bIns="44774" anchor="ctr"/>
          <a:lstStyle/>
          <a:p>
            <a:pPr>
              <a:defRPr/>
            </a:pPr>
            <a:endParaRPr lang="en-US" dirty="0"/>
          </a:p>
        </p:txBody>
      </p:sp>
      <p:sp>
        <p:nvSpPr>
          <p:cNvPr id="10" name="Text Box 14"/>
          <p:cNvSpPr txBox="1">
            <a:spLocks noChangeArrowheads="1"/>
          </p:cNvSpPr>
          <p:nvPr/>
        </p:nvSpPr>
        <p:spPr bwMode="auto">
          <a:xfrm>
            <a:off x="1432294" y="41948434"/>
            <a:ext cx="2636977" cy="322029"/>
          </a:xfrm>
          <a:prstGeom prst="rect">
            <a:avLst/>
          </a:prstGeom>
          <a:noFill/>
          <a:ln w="9525">
            <a:noFill/>
            <a:miter lim="800000"/>
            <a:headEnd/>
            <a:tailEnd/>
          </a:ln>
          <a:effectLst/>
        </p:spPr>
        <p:txBody>
          <a:bodyPr wrap="square" lIns="89381" tIns="44682" rIns="89381" bIns="44682">
            <a:spAutoFit/>
          </a:bodyPr>
          <a:lstStyle/>
          <a:p>
            <a:pPr eaLnBrk="0" hangingPunct="0">
              <a:lnSpc>
                <a:spcPct val="65000"/>
              </a:lnSpc>
              <a:spcBef>
                <a:spcPct val="50000"/>
              </a:spcBef>
              <a:defRPr/>
            </a:pPr>
            <a:r>
              <a:rPr lang="en-US" sz="500" b="1" dirty="0" smtClean="0">
                <a:solidFill>
                  <a:schemeClr val="bg1">
                    <a:lumMod val="75000"/>
                  </a:schemeClr>
                </a:solidFill>
                <a:latin typeface="Arial" charset="0"/>
              </a:rPr>
              <a:t>RESEARCH POSTER PRESENTATION </a:t>
            </a:r>
            <a:r>
              <a:rPr lang="en-US" sz="500" b="1" dirty="0">
                <a:solidFill>
                  <a:schemeClr val="bg1">
                    <a:lumMod val="75000"/>
                  </a:schemeClr>
                </a:solidFill>
                <a:latin typeface="Arial" charset="0"/>
              </a:rPr>
              <a:t>DESIGN © </a:t>
            </a:r>
            <a:r>
              <a:rPr lang="en-US" sz="500" b="1" dirty="0" smtClean="0">
                <a:solidFill>
                  <a:schemeClr val="bg1">
                    <a:lumMod val="75000"/>
                  </a:schemeClr>
                </a:solidFill>
                <a:latin typeface="Arial" charset="0"/>
              </a:rPr>
              <a:t>2012</a:t>
            </a:r>
            <a:endParaRPr lang="en-US" sz="500" b="1" dirty="0">
              <a:solidFill>
                <a:schemeClr val="bg1">
                  <a:lumMod val="75000"/>
                </a:schemeClr>
              </a:solidFill>
              <a:latin typeface="Arial" charset="0"/>
            </a:endParaRPr>
          </a:p>
          <a:p>
            <a:pPr eaLnBrk="0" hangingPunct="0">
              <a:lnSpc>
                <a:spcPct val="65000"/>
              </a:lnSpc>
              <a:spcBef>
                <a:spcPct val="50000"/>
              </a:spcBef>
              <a:defRPr/>
            </a:pPr>
            <a:r>
              <a:rPr lang="en-US" sz="1000" b="1" dirty="0">
                <a:solidFill>
                  <a:schemeClr val="bg1">
                    <a:lumMod val="75000"/>
                  </a:schemeClr>
                </a:solidFill>
                <a:latin typeface="Arial" charset="0"/>
              </a:rPr>
              <a:t>www.PosterPresentations.com</a:t>
            </a:r>
          </a:p>
        </p:txBody>
      </p:sp>
      <p:sp>
        <p:nvSpPr>
          <p:cNvPr id="22" name="Rectangle 21"/>
          <p:cNvSpPr/>
          <p:nvPr/>
        </p:nvSpPr>
        <p:spPr>
          <a:xfrm>
            <a:off x="-14525925" y="-25480"/>
            <a:ext cx="14283175" cy="42803763"/>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lIns="179102" tIns="358200" rIns="179102" bIns="179102" rtlCol="0" anchor="t" anchorCtr="0"/>
          <a:lstStyle/>
          <a:p>
            <a:pPr algn="ctr"/>
            <a:r>
              <a:rPr lang="en-US" sz="5800" b="1" dirty="0" smtClean="0">
                <a:solidFill>
                  <a:schemeClr val="bg1"/>
                </a:solidFill>
                <a:latin typeface="Trebuchet MS" pitchFamily="34" charset="0"/>
              </a:rPr>
              <a:t>QUICK DESIGN</a:t>
            </a:r>
            <a:r>
              <a:rPr lang="en-US" sz="5800" b="1" baseline="0" dirty="0" smtClean="0">
                <a:solidFill>
                  <a:schemeClr val="bg1"/>
                </a:solidFill>
                <a:latin typeface="Trebuchet MS" pitchFamily="34" charset="0"/>
              </a:rPr>
              <a:t> </a:t>
            </a:r>
            <a:r>
              <a:rPr lang="en-US" sz="5800" b="1" dirty="0" smtClean="0">
                <a:solidFill>
                  <a:schemeClr val="bg1"/>
                </a:solidFill>
                <a:latin typeface="Trebuchet MS" pitchFamily="34" charset="0"/>
              </a:rPr>
              <a:t>GUIDE</a:t>
            </a:r>
          </a:p>
          <a:p>
            <a:pPr algn="ctr"/>
            <a:r>
              <a:rPr lang="en-US" sz="5200" b="1" dirty="0" smtClean="0">
                <a:solidFill>
                  <a:srgbClr val="FFFF00"/>
                </a:solidFill>
                <a:latin typeface="Trebuchet MS" pitchFamily="34" charset="0"/>
              </a:rPr>
              <a:t>(--THIS SECTION DOES NOT PRINT--)</a:t>
            </a:r>
          </a:p>
          <a:p>
            <a:pPr algn="ctr"/>
            <a:endParaRPr lang="en-US" sz="4300" b="1" dirty="0" smtClean="0">
              <a:latin typeface="Trebuchet MS" pitchFamily="34" charset="0"/>
            </a:endParaRPr>
          </a:p>
          <a:p>
            <a:pPr defTabSz="4298720"/>
            <a:r>
              <a:rPr lang="en-US" sz="4300" dirty="0" smtClean="0">
                <a:latin typeface="Trebuchet MS" pitchFamily="34" charset="0"/>
              </a:rPr>
              <a:t>This PowerPoint</a:t>
            </a:r>
            <a:r>
              <a:rPr lang="en-US" sz="4300" baseline="0" dirty="0" smtClean="0">
                <a:latin typeface="Trebuchet MS" pitchFamily="34" charset="0"/>
              </a:rPr>
              <a:t> </a:t>
            </a:r>
            <a:r>
              <a:rPr lang="en-US" sz="4300" dirty="0" smtClean="0">
                <a:latin typeface="Trebuchet MS" pitchFamily="34" charset="0"/>
              </a:rPr>
              <a:t>2007 template produces</a:t>
            </a:r>
            <a:r>
              <a:rPr lang="en-US" sz="4300" baseline="0" dirty="0" smtClean="0">
                <a:latin typeface="Trebuchet MS" pitchFamily="34" charset="0"/>
              </a:rPr>
              <a:t> </a:t>
            </a:r>
            <a:r>
              <a:rPr lang="en-US" sz="4300" dirty="0" smtClean="0">
                <a:latin typeface="Trebuchet MS" pitchFamily="34" charset="0"/>
              </a:rPr>
              <a:t>an A0 size professional  poster. It</a:t>
            </a:r>
            <a:r>
              <a:rPr lang="en-US" sz="4300" baseline="0" dirty="0" smtClean="0">
                <a:latin typeface="Trebuchet MS" pitchFamily="34" charset="0"/>
              </a:rPr>
              <a:t> </a:t>
            </a:r>
            <a:r>
              <a:rPr lang="en-US" sz="4300" dirty="0" smtClean="0">
                <a:latin typeface="Trebuchet MS" pitchFamily="34" charset="0"/>
              </a:rPr>
              <a:t>will save you valuable time placing titles, subtitles,</a:t>
            </a:r>
            <a:r>
              <a:rPr lang="en-US" sz="4300" baseline="0" dirty="0" smtClean="0">
                <a:latin typeface="Trebuchet MS" pitchFamily="34" charset="0"/>
              </a:rPr>
              <a:t> text, and graphics</a:t>
            </a:r>
            <a:r>
              <a:rPr lang="en-US" sz="4300" dirty="0" smtClean="0">
                <a:latin typeface="Trebuchet MS" pitchFamily="34" charset="0"/>
              </a:rPr>
              <a:t>. </a:t>
            </a:r>
          </a:p>
          <a:p>
            <a:pPr defTabSz="4298720"/>
            <a:endParaRPr lang="en-US" sz="4300" dirty="0" smtClean="0">
              <a:latin typeface="Trebuchet MS" pitchFamily="34" charset="0"/>
            </a:endParaRPr>
          </a:p>
          <a:p>
            <a:pPr defTabSz="4298720"/>
            <a:r>
              <a:rPr lang="en-US" sz="4300" dirty="0" smtClean="0">
                <a:latin typeface="Trebuchet MS" pitchFamily="34" charset="0"/>
              </a:rPr>
              <a:t>Use it to create your presentation. Then send</a:t>
            </a:r>
            <a:r>
              <a:rPr lang="en-US" sz="4300" baseline="0" dirty="0" smtClean="0">
                <a:latin typeface="Trebuchet MS" pitchFamily="34" charset="0"/>
              </a:rPr>
              <a:t> it </a:t>
            </a:r>
            <a:r>
              <a:rPr lang="en-US" sz="4300" dirty="0" smtClean="0">
                <a:latin typeface="Trebuchet MS" pitchFamily="34" charset="0"/>
              </a:rPr>
              <a:t>to </a:t>
            </a:r>
            <a:r>
              <a:rPr lang="en-US" sz="4300" b="1" dirty="0" smtClean="0">
                <a:latin typeface="Trebuchet MS" pitchFamily="34" charset="0"/>
              </a:rPr>
              <a:t>PosterPresentations.com</a:t>
            </a:r>
            <a:r>
              <a:rPr lang="en-US" sz="4300" dirty="0" smtClean="0">
                <a:latin typeface="Trebuchet MS" pitchFamily="34" charset="0"/>
              </a:rPr>
              <a:t> for premium quality, same day affordable printing.</a:t>
            </a:r>
            <a:br>
              <a:rPr lang="en-US" sz="4300" dirty="0" smtClean="0">
                <a:latin typeface="Trebuchet MS" pitchFamily="34" charset="0"/>
              </a:rPr>
            </a:br>
            <a:endParaRPr lang="en-US" sz="4300" dirty="0" smtClean="0">
              <a:latin typeface="Trebuchet MS" pitchFamily="34" charset="0"/>
            </a:endParaRPr>
          </a:p>
          <a:p>
            <a:pPr defTabSz="4298720"/>
            <a:r>
              <a:rPr lang="en-US" sz="4300" dirty="0" smtClean="0">
                <a:latin typeface="Trebuchet MS" pitchFamily="34" charset="0"/>
              </a:rPr>
              <a:t>We provide a series of </a:t>
            </a:r>
            <a:r>
              <a:rPr lang="en-US" sz="4300" b="1" dirty="0" smtClean="0">
                <a:latin typeface="Trebuchet MS" pitchFamily="34" charset="0"/>
              </a:rPr>
              <a:t>online tutorials</a:t>
            </a:r>
            <a:r>
              <a:rPr lang="en-US" sz="4300" dirty="0" smtClean="0">
                <a:latin typeface="Trebuchet MS" pitchFamily="34" charset="0"/>
              </a:rPr>
              <a:t> that will guide you through the poster design process and answer your poster production questions. </a:t>
            </a:r>
          </a:p>
          <a:p>
            <a:pPr defTabSz="4298720"/>
            <a:endParaRPr lang="en-US" sz="4300" dirty="0" smtClean="0">
              <a:latin typeface="Trebuchet MS" pitchFamily="34" charset="0"/>
            </a:endParaRPr>
          </a:p>
          <a:p>
            <a:pPr defTabSz="4298720"/>
            <a:r>
              <a:rPr lang="en-US" sz="4300" dirty="0" smtClean="0">
                <a:latin typeface="Trebuchet MS" pitchFamily="34" charset="0"/>
              </a:rPr>
              <a:t>View our online</a:t>
            </a:r>
            <a:r>
              <a:rPr lang="en-US" sz="4300" baseline="0" dirty="0" smtClean="0">
                <a:latin typeface="Trebuchet MS" pitchFamily="34" charset="0"/>
              </a:rPr>
              <a:t> tutorials at:</a:t>
            </a:r>
            <a:r>
              <a:rPr lang="en-US" sz="4300" dirty="0" smtClean="0">
                <a:latin typeface="Trebuchet MS" pitchFamily="34" charset="0"/>
              </a:rPr>
              <a:t/>
            </a:r>
            <a:br>
              <a:rPr lang="en-US" sz="4300" dirty="0" smtClean="0">
                <a:latin typeface="Trebuchet MS" pitchFamily="34" charset="0"/>
              </a:rPr>
            </a:br>
            <a:r>
              <a:rPr lang="en-US" sz="4300" dirty="0" smtClean="0">
                <a:solidFill>
                  <a:srgbClr val="FFFF00"/>
                </a:solidFill>
                <a:latin typeface="Trebuchet MS" pitchFamily="34" charset="0"/>
              </a:rPr>
              <a:t> http://bit.ly/Poster_creation_help </a:t>
            </a:r>
            <a:r>
              <a:rPr lang="en-US" sz="4300" dirty="0" smtClean="0">
                <a:latin typeface="Trebuchet MS" pitchFamily="34" charset="0"/>
              </a:rPr>
              <a:t/>
            </a:r>
            <a:br>
              <a:rPr lang="en-US" sz="4300" dirty="0" smtClean="0">
                <a:latin typeface="Trebuchet MS" pitchFamily="34" charset="0"/>
              </a:rPr>
            </a:br>
            <a:r>
              <a:rPr lang="en-US" sz="4300" dirty="0" smtClean="0">
                <a:latin typeface="Trebuchet MS" pitchFamily="34" charset="0"/>
              </a:rPr>
              <a:t>(copy</a:t>
            </a:r>
            <a:r>
              <a:rPr lang="en-US" sz="4300" baseline="0" dirty="0" smtClean="0">
                <a:latin typeface="Trebuchet MS" pitchFamily="34" charset="0"/>
              </a:rPr>
              <a:t> and paste the link into your web browser).</a:t>
            </a:r>
          </a:p>
          <a:p>
            <a:pPr defTabSz="4298720"/>
            <a:endParaRPr lang="en-US" sz="4300" dirty="0" smtClean="0">
              <a:latin typeface="Trebuchet MS" pitchFamily="34" charset="0"/>
            </a:endParaRPr>
          </a:p>
          <a:p>
            <a:pPr defTabSz="4298720"/>
            <a:r>
              <a:rPr lang="en-US" sz="4300" dirty="0" smtClean="0">
                <a:latin typeface="Trebuchet MS" pitchFamily="34" charset="0"/>
              </a:rPr>
              <a:t>For assistance and to order your printed poster</a:t>
            </a:r>
            <a:r>
              <a:rPr lang="en-US" sz="4300" dirty="0" smtClean="0">
                <a:solidFill>
                  <a:schemeClr val="bg1"/>
                </a:solidFill>
                <a:latin typeface="Trebuchet MS" pitchFamily="34" charset="0"/>
              </a:rPr>
              <a:t> call </a:t>
            </a:r>
            <a:r>
              <a:rPr lang="en-US" sz="4300" b="1" dirty="0" smtClean="0">
                <a:solidFill>
                  <a:srgbClr val="FFFF00"/>
                </a:solidFill>
                <a:latin typeface="Trebuchet MS" pitchFamily="34" charset="0"/>
              </a:rPr>
              <a:t>PosterPresentations.com</a:t>
            </a:r>
            <a:r>
              <a:rPr lang="en-US" sz="4300" dirty="0" smtClean="0">
                <a:solidFill>
                  <a:srgbClr val="FFFF00"/>
                </a:solidFill>
                <a:latin typeface="Trebuchet MS" pitchFamily="34" charset="0"/>
              </a:rPr>
              <a:t> </a:t>
            </a:r>
            <a:r>
              <a:rPr lang="en-US" sz="4300" dirty="0" smtClean="0">
                <a:latin typeface="Trebuchet MS" pitchFamily="34" charset="0"/>
              </a:rPr>
              <a:t>at </a:t>
            </a:r>
            <a:r>
              <a:rPr lang="en-US" sz="5200" b="1" dirty="0" smtClean="0">
                <a:solidFill>
                  <a:srgbClr val="FFFF00"/>
                </a:solidFill>
                <a:latin typeface="Trebuchet MS" pitchFamily="34" charset="0"/>
              </a:rPr>
              <a:t>1.866.649.3004</a:t>
            </a:r>
          </a:p>
          <a:p>
            <a:pPr defTabSz="4298720"/>
            <a:endParaRPr lang="en-US" sz="5200" b="1" dirty="0" smtClean="0">
              <a:solidFill>
                <a:srgbClr val="FFFF00"/>
              </a:solidFill>
              <a:latin typeface="Trebuchet MS" pitchFamily="34" charset="0"/>
            </a:endParaRPr>
          </a:p>
          <a:p>
            <a:pPr algn="ctr"/>
            <a:r>
              <a:rPr lang="en-US" sz="5800" b="1" dirty="0" smtClean="0">
                <a:solidFill>
                  <a:schemeClr val="bg1"/>
                </a:solidFill>
                <a:latin typeface="Trebuchet MS" pitchFamily="34" charset="0"/>
              </a:rPr>
              <a:t>Object Placeholders</a:t>
            </a:r>
          </a:p>
          <a:p>
            <a:pPr algn="ctr"/>
            <a:endParaRPr lang="en-US" sz="900" b="1" dirty="0" smtClean="0">
              <a:solidFill>
                <a:schemeClr val="bg1"/>
              </a:solidFill>
              <a:latin typeface="Trebuchet MS" pitchFamily="34" charset="0"/>
            </a:endParaRPr>
          </a:p>
          <a:p>
            <a:pPr defTabSz="4298720"/>
            <a:r>
              <a:rPr lang="en-US" sz="4300" dirty="0" smtClean="0">
                <a:latin typeface="Trebuchet MS" pitchFamily="34" charset="0"/>
              </a:rPr>
              <a:t>Use the placeholders provided below to add new elements to your poster:</a:t>
            </a:r>
            <a:r>
              <a:rPr lang="en-US" sz="4300" baseline="0" dirty="0" smtClean="0">
                <a:latin typeface="Trebuchet MS" pitchFamily="34" charset="0"/>
              </a:rPr>
              <a:t> </a:t>
            </a:r>
            <a:r>
              <a:rPr lang="en-US" sz="4300" dirty="0" smtClean="0">
                <a:latin typeface="Trebuchet MS" pitchFamily="34" charset="0"/>
              </a:rPr>
              <a:t>Drag a placeholder onto the</a:t>
            </a:r>
            <a:r>
              <a:rPr lang="en-US" sz="4300" baseline="0" dirty="0" smtClean="0">
                <a:latin typeface="Trebuchet MS" pitchFamily="34" charset="0"/>
              </a:rPr>
              <a:t> poster area,</a:t>
            </a:r>
            <a:r>
              <a:rPr lang="en-US" sz="4300" dirty="0" smtClean="0">
                <a:latin typeface="Trebuchet MS" pitchFamily="34" charset="0"/>
              </a:rPr>
              <a:t> size it, and click it to edit.</a:t>
            </a:r>
          </a:p>
          <a:p>
            <a:pPr defTabSz="4298720"/>
            <a:endParaRPr lang="en-US" sz="4300" dirty="0" smtClean="0">
              <a:latin typeface="Trebuchet MS" pitchFamily="34" charset="0"/>
            </a:endParaRPr>
          </a:p>
          <a:p>
            <a:pPr defTabSz="4298720"/>
            <a:r>
              <a:rPr lang="en-US" sz="4300" b="1" dirty="0" smtClean="0">
                <a:solidFill>
                  <a:srgbClr val="FFFF00"/>
                </a:solidFill>
                <a:latin typeface="Trebuchet MS" pitchFamily="34" charset="0"/>
              </a:rPr>
              <a:t>Section Header placeholder</a:t>
            </a:r>
          </a:p>
          <a:p>
            <a:pPr defTabSz="4298720"/>
            <a:r>
              <a:rPr lang="en-US" sz="4300" dirty="0" smtClean="0">
                <a:latin typeface="Trebuchet MS" pitchFamily="34" charset="0"/>
              </a:rPr>
              <a:t>Move</a:t>
            </a:r>
            <a:r>
              <a:rPr lang="en-US" sz="4300" baseline="0" dirty="0" smtClean="0">
                <a:latin typeface="Trebuchet MS" pitchFamily="34" charset="0"/>
              </a:rPr>
              <a:t> this preformatted section header placeholder to the poster area to add another section header. Use section headers to separate topics or concepts within your presentation. </a:t>
            </a:r>
            <a:endParaRPr lang="el-GR" sz="4300" baseline="0" dirty="0" smtClean="0">
              <a:latin typeface="Trebuchet MS" pitchFamily="34" charset="0"/>
            </a:endParaRPr>
          </a:p>
          <a:p>
            <a:pPr defTabSz="4298720"/>
            <a:endParaRPr lang="el-GR" sz="4300" baseline="0" dirty="0" smtClean="0">
              <a:latin typeface="Trebuchet MS" pitchFamily="34" charset="0"/>
            </a:endParaRPr>
          </a:p>
          <a:p>
            <a:pPr defTabSz="4298720"/>
            <a:endParaRPr lang="en-US" sz="4300" baseline="0" dirty="0" smtClean="0">
              <a:latin typeface="Trebuchet MS" pitchFamily="34" charset="0"/>
            </a:endParaRPr>
          </a:p>
          <a:p>
            <a:pPr defTabSz="4298720"/>
            <a:endParaRPr lang="en-US" sz="4300" baseline="0" dirty="0" smtClean="0">
              <a:latin typeface="Trebuchet MS" pitchFamily="34" charset="0"/>
            </a:endParaRPr>
          </a:p>
          <a:p>
            <a:pPr defTabSz="4298720"/>
            <a:endParaRPr lang="en-US" sz="4300" dirty="0" smtClean="0">
              <a:latin typeface="Trebuchet MS" pitchFamily="34" charset="0"/>
            </a:endParaRPr>
          </a:p>
          <a:p>
            <a:pPr defTabSz="4298720"/>
            <a:endParaRPr lang="en-US" sz="4300" b="1" dirty="0" smtClean="0">
              <a:solidFill>
                <a:srgbClr val="FFFF00"/>
              </a:solidFill>
              <a:latin typeface="Trebuchet MS" pitchFamily="34" charset="0"/>
            </a:endParaRPr>
          </a:p>
          <a:p>
            <a:pPr defTabSz="4298720"/>
            <a:r>
              <a:rPr lang="en-US" sz="4300" b="1" dirty="0" smtClean="0">
                <a:solidFill>
                  <a:srgbClr val="FFFF00"/>
                </a:solidFill>
                <a:latin typeface="Trebuchet MS" pitchFamily="34" charset="0"/>
              </a:rPr>
              <a:t>Text placeholder</a:t>
            </a:r>
          </a:p>
          <a:p>
            <a:pPr defTabSz="4298720"/>
            <a:r>
              <a:rPr lang="en-US" sz="4300" baseline="0" dirty="0" smtClean="0">
                <a:latin typeface="Trebuchet MS" pitchFamily="34" charset="0"/>
              </a:rPr>
              <a:t>Move this preformatted text placeholder to the poster to add a new body of text.</a:t>
            </a:r>
            <a:endParaRPr lang="el-GR" sz="4300" baseline="0" dirty="0" smtClean="0">
              <a:latin typeface="Trebuchet MS" pitchFamily="34" charset="0"/>
            </a:endParaRPr>
          </a:p>
          <a:p>
            <a:pPr defTabSz="4298720"/>
            <a:endParaRPr lang="el-GR" sz="4300" baseline="0" dirty="0" smtClean="0">
              <a:latin typeface="Trebuchet MS" pitchFamily="34" charset="0"/>
            </a:endParaRPr>
          </a:p>
          <a:p>
            <a:pPr defTabSz="4298720"/>
            <a:endParaRPr lang="en-US" sz="4300" baseline="0" dirty="0" smtClean="0">
              <a:latin typeface="Trebuchet MS" pitchFamily="34" charset="0"/>
            </a:endParaRPr>
          </a:p>
          <a:p>
            <a:pPr defTabSz="4298720"/>
            <a:endParaRPr lang="en-US" sz="4300" baseline="0" dirty="0" smtClean="0">
              <a:latin typeface="Trebuchet MS" pitchFamily="34" charset="0"/>
            </a:endParaRPr>
          </a:p>
          <a:p>
            <a:pPr defTabSz="4298720"/>
            <a:endParaRPr lang="en-US" sz="4300" baseline="0" dirty="0" smtClean="0">
              <a:latin typeface="Trebuchet MS" pitchFamily="34" charset="0"/>
            </a:endParaRPr>
          </a:p>
          <a:p>
            <a:pPr defTabSz="4298720"/>
            <a:endParaRPr lang="en-US" sz="4300" baseline="0" dirty="0" smtClean="0">
              <a:latin typeface="Trebuchet MS" pitchFamily="34" charset="0"/>
            </a:endParaRPr>
          </a:p>
          <a:p>
            <a:pPr defTabSz="4298720"/>
            <a:endParaRPr lang="en-US" sz="4300" b="1" baseline="0" dirty="0" smtClean="0">
              <a:solidFill>
                <a:srgbClr val="FFFF00"/>
              </a:solidFill>
              <a:latin typeface="Trebuchet MS" pitchFamily="34" charset="0"/>
            </a:endParaRPr>
          </a:p>
          <a:p>
            <a:pPr defTabSz="4298720"/>
            <a:r>
              <a:rPr lang="en-US" sz="4300" b="1" baseline="0" dirty="0" smtClean="0">
                <a:solidFill>
                  <a:srgbClr val="FFFF00"/>
                </a:solidFill>
                <a:latin typeface="Trebuchet MS" pitchFamily="34" charset="0"/>
              </a:rPr>
              <a:t>Picture placeholder</a:t>
            </a:r>
          </a:p>
          <a:p>
            <a:pPr defTabSz="4298720"/>
            <a:r>
              <a:rPr lang="en-US" sz="4300" baseline="0" dirty="0" smtClean="0">
                <a:latin typeface="Trebuchet MS" pitchFamily="34" charset="0"/>
              </a:rPr>
              <a:t>Move this graphic placeholder onto your poster, size it first, and then click it to add a picture to the poster.</a:t>
            </a:r>
          </a:p>
          <a:p>
            <a:pPr defTabSz="4298720"/>
            <a:endParaRPr lang="en-US" sz="3600" baseline="0" dirty="0" smtClean="0">
              <a:latin typeface="Trebuchet MS" pitchFamily="34" charset="0"/>
            </a:endParaRPr>
          </a:p>
          <a:p>
            <a:pPr defTabSz="4298720"/>
            <a:endParaRPr lang="en-US" sz="3600" baseline="0" dirty="0" smtClean="0">
              <a:latin typeface="Trebuchet MS" pitchFamily="34" charset="0"/>
            </a:endParaRPr>
          </a:p>
          <a:p>
            <a:pPr defTabSz="4298720"/>
            <a:endParaRPr lang="en-US" sz="3600" baseline="0" dirty="0" smtClean="0">
              <a:latin typeface="Trebuchet MS" pitchFamily="34" charset="0"/>
            </a:endParaRPr>
          </a:p>
          <a:p>
            <a:pPr algn="ctr"/>
            <a:endParaRPr lang="en-US" sz="4700" b="1" dirty="0" smtClean="0">
              <a:solidFill>
                <a:schemeClr val="bg1"/>
              </a:solidFill>
              <a:latin typeface="Trebuchet MS" pitchFamily="34" charset="0"/>
            </a:endParaRPr>
          </a:p>
          <a:p>
            <a:pPr algn="ctr"/>
            <a:endParaRPr lang="en-US" sz="4700" b="1" dirty="0" smtClean="0">
              <a:solidFill>
                <a:schemeClr val="bg1"/>
              </a:solidFill>
              <a:latin typeface="Trebuchet MS" pitchFamily="34" charset="0"/>
            </a:endParaRPr>
          </a:p>
          <a:p>
            <a:pPr algn="ctr"/>
            <a:endParaRPr lang="en-US" sz="4700" b="1" dirty="0" smtClean="0">
              <a:solidFill>
                <a:schemeClr val="bg1"/>
              </a:solidFill>
              <a:latin typeface="Trebuchet MS" pitchFamily="34" charset="0"/>
            </a:endParaRPr>
          </a:p>
          <a:p>
            <a:pPr algn="ctr"/>
            <a:endParaRPr lang="en-US" sz="4700" b="1" dirty="0" smtClean="0">
              <a:solidFill>
                <a:schemeClr val="bg1"/>
              </a:solidFill>
              <a:latin typeface="Trebuchet MS" pitchFamily="34" charset="0"/>
            </a:endParaRPr>
          </a:p>
          <a:p>
            <a:pPr defTabSz="4298720"/>
            <a:endParaRPr lang="en-US" sz="3600" dirty="0" smtClean="0">
              <a:latin typeface="Trebuchet MS" pitchFamily="34" charset="0"/>
            </a:endParaRPr>
          </a:p>
          <a:p>
            <a:pPr algn="ctr"/>
            <a:endParaRPr lang="en-US" sz="3600" b="1" dirty="0" smtClean="0">
              <a:solidFill>
                <a:schemeClr val="bg1"/>
              </a:solidFill>
              <a:latin typeface="Trebuchet MS" pitchFamily="34" charset="0"/>
            </a:endParaRPr>
          </a:p>
          <a:p>
            <a:pPr defTabSz="4298720"/>
            <a:endParaRPr lang="en-US" sz="3600" b="1" dirty="0" smtClean="0">
              <a:solidFill>
                <a:srgbClr val="FFFF00"/>
              </a:solidFill>
              <a:latin typeface="Trebuchet MS" pitchFamily="34" charset="0"/>
            </a:endParaRPr>
          </a:p>
          <a:p>
            <a:pPr algn="ctr"/>
            <a:endParaRPr lang="en-US" sz="4700" b="1" dirty="0">
              <a:latin typeface="Trebuchet MS" pitchFamily="34" charset="0"/>
            </a:endParaRPr>
          </a:p>
        </p:txBody>
      </p:sp>
      <p:sp>
        <p:nvSpPr>
          <p:cNvPr id="23" name="Rectangle 22"/>
          <p:cNvSpPr/>
          <p:nvPr/>
        </p:nvSpPr>
        <p:spPr>
          <a:xfrm>
            <a:off x="-14525925" y="30369020"/>
            <a:ext cx="14283175" cy="101064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89551" tIns="44774" rIns="89551" bIns="44774" rtlCol="0" anchor="ctr"/>
          <a:lstStyle/>
          <a:p>
            <a:pPr algn="ctr"/>
            <a:endParaRPr lang="en-US" dirty="0"/>
          </a:p>
        </p:txBody>
      </p:sp>
      <p:cxnSp>
        <p:nvCxnSpPr>
          <p:cNvPr id="45" name="Straight Connector 44"/>
          <p:cNvCxnSpPr/>
          <p:nvPr/>
        </p:nvCxnSpPr>
        <p:spPr>
          <a:xfrm>
            <a:off x="-14559544" y="15361143"/>
            <a:ext cx="14358599" cy="4343"/>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8" name="Rectangle 47"/>
          <p:cNvSpPr/>
          <p:nvPr/>
        </p:nvSpPr>
        <p:spPr>
          <a:xfrm>
            <a:off x="-10874679" y="28856769"/>
            <a:ext cx="6932595" cy="101064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89551" tIns="44774" rIns="89551" bIns="44774" rtlCol="0" anchor="ctr"/>
          <a:lstStyle/>
          <a:p>
            <a:pPr algn="ctr"/>
            <a:endParaRPr lang="en-US" dirty="0"/>
          </a:p>
        </p:txBody>
      </p:sp>
      <p:grpSp>
        <p:nvGrpSpPr>
          <p:cNvPr id="20" name="Group 19"/>
          <p:cNvGrpSpPr/>
          <p:nvPr/>
        </p:nvGrpSpPr>
        <p:grpSpPr>
          <a:xfrm>
            <a:off x="-14122165" y="40736684"/>
            <a:ext cx="13452013" cy="1642926"/>
            <a:chOff x="44242388" y="28054064"/>
            <a:chExt cx="9771398" cy="1090621"/>
          </a:xfrm>
        </p:grpSpPr>
        <p:sp>
          <p:nvSpPr>
            <p:cNvPr id="27" name="Rounded Rectangle 26"/>
            <p:cNvSpPr/>
            <p:nvPr userDrawn="1"/>
          </p:nvSpPr>
          <p:spPr>
            <a:xfrm>
              <a:off x="44242388" y="28054064"/>
              <a:ext cx="9771397" cy="1090621"/>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7" descr="http://t2.gstatic.com/images?q=tbn:ANd9GcR4APHC6TT9w54M2zn_pvCiBxUNcspYPoVxirLRphBoJabfSvu7zw">
              <a:hlinkClick r:id="rId3"/>
            </p:cNvPr>
            <p:cNvPicPr>
              <a:picLocks noChangeAspect="1" noChangeArrowheads="1"/>
            </p:cNvPicPr>
            <p:nvPr userDrawn="1"/>
          </p:nvPicPr>
          <p:blipFill>
            <a:blip r:embed="rId4" cstate="print"/>
            <a:srcRect/>
            <a:stretch>
              <a:fillRect/>
            </a:stretch>
          </p:blipFill>
          <p:spPr bwMode="auto">
            <a:xfrm>
              <a:off x="44368327" y="28152425"/>
              <a:ext cx="914400" cy="914400"/>
            </a:xfrm>
            <a:prstGeom prst="rect">
              <a:avLst/>
            </a:prstGeom>
            <a:noFill/>
          </p:spPr>
        </p:pic>
        <p:sp>
          <p:nvSpPr>
            <p:cNvPr id="29" name="TextBox 28"/>
            <p:cNvSpPr txBox="1"/>
            <p:nvPr userDrawn="1"/>
          </p:nvSpPr>
          <p:spPr>
            <a:xfrm>
              <a:off x="45342598" y="28244014"/>
              <a:ext cx="8671188" cy="729003"/>
            </a:xfrm>
            <a:prstGeom prst="rect">
              <a:avLst/>
            </a:prstGeom>
            <a:noFill/>
          </p:spPr>
          <p:txBody>
            <a:bodyPr wrap="square" rtlCol="0">
              <a:spAutoFit/>
            </a:bodyPr>
            <a:lstStyle/>
            <a:p>
              <a:r>
                <a:rPr lang="en-US" sz="3300" dirty="0" smtClean="0">
                  <a:solidFill>
                    <a:schemeClr val="tx2"/>
                  </a:solidFill>
                  <a:latin typeface="Trebuchet MS" pitchFamily="34" charset="0"/>
                </a:rPr>
                <a:t>Student</a:t>
              </a:r>
              <a:r>
                <a:rPr lang="en-US" sz="3300" baseline="0" dirty="0" smtClean="0">
                  <a:solidFill>
                    <a:schemeClr val="tx2"/>
                  </a:solidFill>
                  <a:latin typeface="Trebuchet MS" pitchFamily="34" charset="0"/>
                </a:rPr>
                <a:t> discounts are available on our </a:t>
              </a:r>
              <a:r>
                <a:rPr lang="en-US" sz="3300" baseline="0" dirty="0" err="1" smtClean="0">
                  <a:solidFill>
                    <a:schemeClr val="tx2"/>
                  </a:solidFill>
                  <a:latin typeface="Trebuchet MS" pitchFamily="34" charset="0"/>
                </a:rPr>
                <a:t>Facebook</a:t>
              </a:r>
              <a:r>
                <a:rPr lang="en-US" sz="3300" baseline="0" dirty="0" smtClean="0">
                  <a:solidFill>
                    <a:schemeClr val="tx2"/>
                  </a:solidFill>
                  <a:latin typeface="Trebuchet MS" pitchFamily="34" charset="0"/>
                </a:rPr>
                <a:t> page.</a:t>
              </a:r>
              <a:br>
                <a:rPr lang="en-US" sz="3300" baseline="0" dirty="0" smtClean="0">
                  <a:solidFill>
                    <a:schemeClr val="tx2"/>
                  </a:solidFill>
                  <a:latin typeface="Trebuchet MS" pitchFamily="34" charset="0"/>
                </a:rPr>
              </a:br>
              <a:r>
                <a:rPr lang="en-US" sz="3300" baseline="0" dirty="0" smtClean="0">
                  <a:solidFill>
                    <a:schemeClr val="tx2"/>
                  </a:solidFill>
                  <a:latin typeface="Trebuchet MS" pitchFamily="34" charset="0"/>
                </a:rPr>
                <a:t>Go to </a:t>
              </a:r>
              <a:r>
                <a:rPr lang="en-US" sz="3300" u="sng" baseline="0" dirty="0" smtClean="0">
                  <a:solidFill>
                    <a:schemeClr val="tx2"/>
                  </a:solidFill>
                  <a:latin typeface="Trebuchet MS" pitchFamily="34" charset="0"/>
                </a:rPr>
                <a:t>PosterPresentations.com</a:t>
              </a:r>
              <a:r>
                <a:rPr lang="en-US" sz="3300" baseline="0" dirty="0" smtClean="0">
                  <a:solidFill>
                    <a:schemeClr val="tx2"/>
                  </a:solidFill>
                  <a:latin typeface="Trebuchet MS" pitchFamily="34" charset="0"/>
                </a:rPr>
                <a:t> and click on the FB icon. </a:t>
              </a:r>
              <a:endParaRPr lang="en-US" sz="3300" dirty="0">
                <a:solidFill>
                  <a:schemeClr val="tx2"/>
                </a:solidFill>
                <a:latin typeface="Trebuchet MS" pitchFamily="34" charset="0"/>
              </a:endParaRPr>
            </a:p>
          </p:txBody>
        </p:sp>
      </p:grpSp>
      <p:sp>
        <p:nvSpPr>
          <p:cNvPr id="30" name="Rectangle 29"/>
          <p:cNvSpPr/>
          <p:nvPr/>
        </p:nvSpPr>
        <p:spPr>
          <a:xfrm>
            <a:off x="30503482" y="0"/>
            <a:ext cx="14397271" cy="42803763"/>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lIns="179102" tIns="358200" rIns="179102" bIns="179102" rtlCol="0" anchor="t" anchorCtr="0"/>
          <a:lstStyle/>
          <a:p>
            <a:pPr algn="ctr"/>
            <a:r>
              <a:rPr lang="en-US" sz="5200" b="1" dirty="0" smtClean="0">
                <a:solidFill>
                  <a:schemeClr val="bg1"/>
                </a:solidFill>
                <a:latin typeface="Trebuchet MS" pitchFamily="34" charset="0"/>
              </a:rPr>
              <a:t>QUICK</a:t>
            </a:r>
            <a:r>
              <a:rPr lang="en-US" sz="5200" b="1" baseline="0" dirty="0" smtClean="0">
                <a:solidFill>
                  <a:schemeClr val="bg1"/>
                </a:solidFill>
                <a:latin typeface="Trebuchet MS" pitchFamily="34" charset="0"/>
              </a:rPr>
              <a:t> TIPS</a:t>
            </a:r>
            <a:endParaRPr lang="en-US" sz="5200" b="1" dirty="0" smtClean="0">
              <a:solidFill>
                <a:schemeClr val="bg1"/>
              </a:solidFill>
              <a:latin typeface="Trebuchet MS" pitchFamily="34" charset="0"/>
            </a:endParaRPr>
          </a:p>
          <a:p>
            <a:pPr algn="ctr"/>
            <a:r>
              <a:rPr lang="en-US" sz="5200" b="1" dirty="0" smtClean="0">
                <a:solidFill>
                  <a:srgbClr val="FFFF00"/>
                </a:solidFill>
                <a:latin typeface="Trebuchet MS" pitchFamily="34" charset="0"/>
              </a:rPr>
              <a:t>(--THIS SECTION DOES NOT PRINT--)</a:t>
            </a:r>
          </a:p>
          <a:p>
            <a:pPr algn="ctr"/>
            <a:endParaRPr lang="en-US" sz="4300" b="1" dirty="0" smtClean="0">
              <a:latin typeface="Trebuchet MS" pitchFamily="34" charset="0"/>
            </a:endParaRPr>
          </a:p>
          <a:p>
            <a:pPr defTabSz="3070147"/>
            <a:r>
              <a:rPr lang="en-US" sz="4300" dirty="0" smtClean="0">
                <a:latin typeface="Trebuchet MS" pitchFamily="34" charset="0"/>
              </a:rPr>
              <a:t>This PowerPoint</a:t>
            </a:r>
            <a:r>
              <a:rPr lang="en-US" sz="4300" baseline="0" dirty="0" smtClean="0">
                <a:latin typeface="Trebuchet MS" pitchFamily="34" charset="0"/>
              </a:rPr>
              <a:t> template requires basic PowerPoint (version 2007 or newer) skills. Below is a list of commonly asked questions specific to this template. </a:t>
            </a:r>
            <a:br>
              <a:rPr lang="en-US" sz="4300" baseline="0" dirty="0" smtClean="0">
                <a:latin typeface="Trebuchet MS" pitchFamily="34" charset="0"/>
              </a:rPr>
            </a:br>
            <a:r>
              <a:rPr lang="en-US" sz="4300" baseline="0" dirty="0" smtClean="0">
                <a:latin typeface="Trebuchet MS" pitchFamily="34" charset="0"/>
              </a:rPr>
              <a:t>If you are using an older version of PowerPoint some template features may not work properly.</a:t>
            </a:r>
          </a:p>
          <a:p>
            <a:pPr defTabSz="3070147"/>
            <a:endParaRPr lang="en-US" sz="5200" b="1" dirty="0" smtClean="0">
              <a:solidFill>
                <a:srgbClr val="FFFF00"/>
              </a:solidFill>
              <a:latin typeface="Trebuchet MS" pitchFamily="34" charset="0"/>
            </a:endParaRPr>
          </a:p>
          <a:p>
            <a:pPr algn="ctr"/>
            <a:r>
              <a:rPr lang="en-US" sz="5200" b="1" dirty="0" smtClean="0">
                <a:solidFill>
                  <a:schemeClr val="bg1"/>
                </a:solidFill>
                <a:latin typeface="Trebuchet MS" pitchFamily="34" charset="0"/>
              </a:rPr>
              <a:t>Using the template</a:t>
            </a:r>
            <a:endParaRPr lang="en-US" sz="5200" b="1" baseline="0" dirty="0" smtClean="0">
              <a:solidFill>
                <a:schemeClr val="bg1"/>
              </a:solidFill>
              <a:latin typeface="Trebuchet MS" pitchFamily="34" charset="0"/>
            </a:endParaRPr>
          </a:p>
          <a:p>
            <a:pPr algn="ctr"/>
            <a:endParaRPr lang="en-US" sz="4300" b="1" dirty="0" smtClean="0">
              <a:solidFill>
                <a:srgbClr val="FFFF00"/>
              </a:solidFill>
              <a:latin typeface="Trebuchet MS" pitchFamily="34" charset="0"/>
            </a:endParaRPr>
          </a:p>
          <a:p>
            <a:pPr marL="0" marR="0" indent="0" algn="l" defTabSz="3070147" rtl="0" eaLnBrk="1" fontAlgn="auto" latinLnBrk="0" hangingPunct="1">
              <a:lnSpc>
                <a:spcPct val="100000"/>
              </a:lnSpc>
              <a:spcBef>
                <a:spcPts val="0"/>
              </a:spcBef>
              <a:spcAft>
                <a:spcPts val="0"/>
              </a:spcAft>
              <a:buClrTx/>
              <a:buSzTx/>
              <a:buFontTx/>
              <a:buNone/>
              <a:tabLst/>
              <a:defRPr/>
            </a:pPr>
            <a:r>
              <a:rPr lang="en-US" sz="4300" b="1" dirty="0" smtClean="0">
                <a:solidFill>
                  <a:srgbClr val="FFFF00"/>
                </a:solidFill>
                <a:latin typeface="Trebuchet MS" pitchFamily="34" charset="0"/>
              </a:rPr>
              <a:t>Verifying the quality of your graphics</a:t>
            </a:r>
          </a:p>
          <a:p>
            <a:pPr defTabSz="3070147"/>
            <a:r>
              <a:rPr lang="en-US" sz="4300" dirty="0" smtClean="0">
                <a:latin typeface="Trebuchet MS" pitchFamily="34" charset="0"/>
              </a:rPr>
              <a:t>Go to the </a:t>
            </a:r>
            <a:r>
              <a:rPr lang="en-US" sz="4300" baseline="0" dirty="0" smtClean="0">
                <a:latin typeface="Trebuchet MS" pitchFamily="34" charset="0"/>
              </a:rPr>
              <a:t>VIEW menu and click on ZOOM to set your preferred magnification. This template is at 100% the size of the final poster. All text and graphics will be printed at 100% their size. To see what your poster will look like when printed, set the zoom to 100% and evaluate the quality of all your graphics before you submit your poster for printing.</a:t>
            </a:r>
            <a:br>
              <a:rPr lang="en-US" sz="4300" baseline="0" dirty="0" smtClean="0">
                <a:latin typeface="Trebuchet MS" pitchFamily="34" charset="0"/>
              </a:rPr>
            </a:br>
            <a:endParaRPr lang="en-US" sz="4300" baseline="0" dirty="0" smtClean="0">
              <a:latin typeface="Trebuchet MS" pitchFamily="34" charset="0"/>
            </a:endParaRPr>
          </a:p>
          <a:p>
            <a:pPr defTabSz="3070147"/>
            <a:r>
              <a:rPr lang="en-US" sz="4300" b="1" dirty="0" smtClean="0">
                <a:solidFill>
                  <a:srgbClr val="FFFF00"/>
                </a:solidFill>
                <a:latin typeface="Trebuchet MS" pitchFamily="34" charset="0"/>
              </a:rPr>
              <a:t>Using the placeholders</a:t>
            </a:r>
          </a:p>
          <a:p>
            <a:pPr defTabSz="3070147"/>
            <a:r>
              <a:rPr lang="en-US" sz="4300" baseline="0" dirty="0" smtClean="0">
                <a:latin typeface="Trebuchet MS" pitchFamily="34" charset="0"/>
              </a:rPr>
              <a:t>To add text to this template click inside a placeholder and type in or paste your text. To move a placeholder, click on it </a:t>
            </a:r>
            <a:r>
              <a:rPr lang="en-US" sz="4300" u="sng" baseline="0" dirty="0" smtClean="0">
                <a:latin typeface="Trebuchet MS" pitchFamily="34" charset="0"/>
              </a:rPr>
              <a:t>once</a:t>
            </a:r>
            <a:r>
              <a:rPr lang="en-US" sz="4300" baseline="0" dirty="0" smtClean="0">
                <a:latin typeface="Trebuchet MS" pitchFamily="34" charset="0"/>
              </a:rPr>
              <a:t> (to select it), place your cursor on its frame and your cursor will change to this symbol:         Then, click </a:t>
            </a:r>
            <a:r>
              <a:rPr lang="en-US" sz="4300" u="sng" baseline="0" dirty="0" smtClean="0">
                <a:latin typeface="Trebuchet MS" pitchFamily="34" charset="0"/>
              </a:rPr>
              <a:t>once</a:t>
            </a:r>
            <a:r>
              <a:rPr lang="en-US" sz="4300" baseline="0" dirty="0" smtClean="0">
                <a:latin typeface="Trebuchet MS" pitchFamily="34" charset="0"/>
              </a:rPr>
              <a:t> and drag it to its new location where you can resize it as needed. Additional placeholders can be found on the left side of this template.</a:t>
            </a:r>
          </a:p>
          <a:p>
            <a:pPr defTabSz="3070147"/>
            <a:endParaRPr lang="en-US" sz="4300" b="1" baseline="0" dirty="0" smtClean="0">
              <a:solidFill>
                <a:srgbClr val="FFFF00"/>
              </a:solidFill>
              <a:latin typeface="Trebuchet MS" pitchFamily="34" charset="0"/>
            </a:endParaRPr>
          </a:p>
          <a:p>
            <a:pPr defTabSz="3070147"/>
            <a:r>
              <a:rPr lang="en-US" sz="4300" b="1" baseline="0" dirty="0" smtClean="0">
                <a:solidFill>
                  <a:srgbClr val="FFFF00"/>
                </a:solidFill>
                <a:latin typeface="Trebuchet MS" pitchFamily="34" charset="0"/>
              </a:rPr>
              <a:t>Modifying the layout</a:t>
            </a:r>
          </a:p>
          <a:p>
            <a:pPr defTabSz="3070147"/>
            <a:r>
              <a:rPr lang="en-US" sz="4300" dirty="0" smtClean="0">
                <a:latin typeface="Trebuchet MS" pitchFamily="34" charset="0"/>
              </a:rPr>
              <a:t>This template has four </a:t>
            </a:r>
            <a:r>
              <a:rPr lang="en-US" sz="4300" baseline="0" dirty="0" smtClean="0">
                <a:latin typeface="Trebuchet MS" pitchFamily="34" charset="0"/>
              </a:rPr>
              <a:t>different </a:t>
            </a:r>
          </a:p>
          <a:p>
            <a:pPr defTabSz="3070147"/>
            <a:r>
              <a:rPr lang="en-US" sz="4300" baseline="0" dirty="0" smtClean="0">
                <a:latin typeface="Trebuchet MS" pitchFamily="34" charset="0"/>
              </a:rPr>
              <a:t>column layouts.   </a:t>
            </a:r>
            <a:r>
              <a:rPr lang="en-US" sz="4300" u="sng" baseline="0" dirty="0" smtClean="0">
                <a:latin typeface="Trebuchet MS" pitchFamily="34" charset="0"/>
              </a:rPr>
              <a:t>Right-click</a:t>
            </a:r>
            <a:r>
              <a:rPr lang="en-US" sz="4300" baseline="0" dirty="0" smtClean="0">
                <a:latin typeface="Trebuchet MS" pitchFamily="34" charset="0"/>
              </a:rPr>
              <a:t> your </a:t>
            </a:r>
          </a:p>
          <a:p>
            <a:pPr defTabSz="3070147"/>
            <a:r>
              <a:rPr lang="en-US" sz="4300" baseline="0" dirty="0" smtClean="0">
                <a:latin typeface="Trebuchet MS" pitchFamily="34" charset="0"/>
              </a:rPr>
              <a:t>mouse on the background and </a:t>
            </a:r>
          </a:p>
          <a:p>
            <a:pPr defTabSz="3070147"/>
            <a:r>
              <a:rPr lang="en-US" sz="4300" baseline="0" dirty="0" smtClean="0">
                <a:latin typeface="Trebuchet MS" pitchFamily="34" charset="0"/>
              </a:rPr>
              <a:t>click on “Layout” to see the</a:t>
            </a:r>
          </a:p>
          <a:p>
            <a:pPr defTabSz="3070147"/>
            <a:r>
              <a:rPr lang="en-US" sz="4300" baseline="0" dirty="0" smtClean="0">
                <a:latin typeface="Trebuchet MS" pitchFamily="34" charset="0"/>
              </a:rPr>
              <a:t> layout options.  The columns in </a:t>
            </a:r>
          </a:p>
          <a:p>
            <a:pPr defTabSz="3070147"/>
            <a:r>
              <a:rPr lang="en-US" sz="4300" baseline="0" dirty="0" smtClean="0">
                <a:latin typeface="Trebuchet MS" pitchFamily="34" charset="0"/>
              </a:rPr>
              <a:t>the provided layouts are fixed and  cannot be moved but advanced users can modify any layout by going to VIEW and then SLIDE MASTER.</a:t>
            </a:r>
          </a:p>
          <a:p>
            <a:pPr marL="0" marR="0" indent="0" algn="l" defTabSz="3070147" rtl="0" eaLnBrk="1" fontAlgn="auto" latinLnBrk="0" hangingPunct="1">
              <a:lnSpc>
                <a:spcPct val="100000"/>
              </a:lnSpc>
              <a:spcBef>
                <a:spcPts val="0"/>
              </a:spcBef>
              <a:spcAft>
                <a:spcPts val="0"/>
              </a:spcAft>
              <a:buClrTx/>
              <a:buSzTx/>
              <a:buFontTx/>
              <a:buNone/>
              <a:tabLst/>
              <a:defRPr/>
            </a:pPr>
            <a:endParaRPr lang="en-US" sz="4300" baseline="0" dirty="0" smtClean="0">
              <a:latin typeface="Trebuchet MS" pitchFamily="34" charset="0"/>
            </a:endParaRPr>
          </a:p>
          <a:p>
            <a:pPr defTabSz="3070147"/>
            <a:r>
              <a:rPr lang="en-US" sz="4300" b="1" baseline="0" dirty="0" smtClean="0">
                <a:solidFill>
                  <a:srgbClr val="FFFF00"/>
                </a:solidFill>
                <a:latin typeface="Trebuchet MS" pitchFamily="34" charset="0"/>
              </a:rPr>
              <a:t>Importing text and graphics from external sources</a:t>
            </a:r>
          </a:p>
          <a:p>
            <a:pPr defTabSz="3070147"/>
            <a:r>
              <a:rPr lang="en-US" sz="4300" b="1" u="sng" baseline="0" dirty="0" smtClean="0">
                <a:latin typeface="Trebuchet MS" pitchFamily="34" charset="0"/>
              </a:rPr>
              <a:t>TEXT: </a:t>
            </a:r>
            <a:r>
              <a:rPr lang="en-US" sz="4300" baseline="0" dirty="0" smtClean="0">
                <a:latin typeface="Trebuchet MS" pitchFamily="34" charset="0"/>
              </a:rPr>
              <a:t>Paste or type your text into a pre-existing placeholder or drag in a new placeholder from the left side of the template. Move it anywhere as needed.</a:t>
            </a:r>
          </a:p>
          <a:p>
            <a:pPr defTabSz="3070147"/>
            <a:r>
              <a:rPr lang="en-US" sz="4300" b="1" u="sng" baseline="0" dirty="0" smtClean="0">
                <a:latin typeface="Trebuchet MS" pitchFamily="34" charset="0"/>
              </a:rPr>
              <a:t>PHOTOS: </a:t>
            </a:r>
            <a:r>
              <a:rPr lang="en-US" sz="4300" baseline="0" dirty="0" smtClean="0">
                <a:latin typeface="Trebuchet MS" pitchFamily="34" charset="0"/>
              </a:rPr>
              <a:t>Drag in a picture placeholder, size it </a:t>
            </a:r>
            <a:r>
              <a:rPr lang="en-US" sz="4300" u="sng" baseline="0" dirty="0" smtClean="0">
                <a:latin typeface="Trebuchet MS" pitchFamily="34" charset="0"/>
              </a:rPr>
              <a:t>first</a:t>
            </a:r>
            <a:r>
              <a:rPr lang="en-US" sz="4300" baseline="0" dirty="0" smtClean="0">
                <a:latin typeface="Trebuchet MS" pitchFamily="34" charset="0"/>
              </a:rPr>
              <a:t>, click in it and insert a photo from the menu.</a:t>
            </a:r>
          </a:p>
          <a:p>
            <a:pPr defTabSz="3070147"/>
            <a:r>
              <a:rPr lang="en-US" sz="4300" b="1" u="sng" baseline="0" dirty="0" smtClean="0">
                <a:latin typeface="Trebuchet MS" pitchFamily="34" charset="0"/>
              </a:rPr>
              <a:t>TABLES: </a:t>
            </a:r>
            <a:r>
              <a:rPr lang="en-US" sz="4300" baseline="0" dirty="0" smtClean="0">
                <a:latin typeface="Trebuchet MS" pitchFamily="34" charset="0"/>
              </a:rPr>
              <a:t>You can copy and paste a table from an external document onto this poster template. To adjust  the way the text fits within the cells of a table that has been pasted, </a:t>
            </a:r>
            <a:r>
              <a:rPr lang="en-US" sz="4300" u="sng" baseline="0" dirty="0" smtClean="0">
                <a:latin typeface="Trebuchet MS" pitchFamily="34" charset="0"/>
              </a:rPr>
              <a:t>right-click</a:t>
            </a:r>
            <a:r>
              <a:rPr lang="en-US" sz="4300" baseline="0" dirty="0" smtClean="0">
                <a:latin typeface="Trebuchet MS" pitchFamily="34" charset="0"/>
              </a:rPr>
              <a:t> on the table, click FORMAT SHAPE  then click on TEXT BOX and change the INTERNAL MARGIN values to 0.25</a:t>
            </a:r>
          </a:p>
          <a:p>
            <a:pPr defTabSz="3070147"/>
            <a:endParaRPr lang="en-US" sz="4300" baseline="0" dirty="0" smtClean="0">
              <a:latin typeface="Trebuchet MS" pitchFamily="34" charset="0"/>
            </a:endParaRPr>
          </a:p>
          <a:p>
            <a:pPr defTabSz="3070147"/>
            <a:r>
              <a:rPr lang="en-US" sz="4300" b="1" baseline="0" dirty="0" smtClean="0">
                <a:solidFill>
                  <a:srgbClr val="FFFF00"/>
                </a:solidFill>
                <a:latin typeface="Trebuchet MS" pitchFamily="34" charset="0"/>
              </a:rPr>
              <a:t>Modifying the color scheme</a:t>
            </a:r>
          </a:p>
          <a:p>
            <a:pPr defTabSz="3070147"/>
            <a:r>
              <a:rPr lang="en-US" sz="4300" baseline="0" dirty="0" smtClean="0">
                <a:latin typeface="Trebuchet MS" pitchFamily="34" charset="0"/>
              </a:rPr>
              <a:t>To change the color scheme of this template go to the “Design” menu and click on “Colors”. You can choose from the provide color combinations or you can create your own.</a:t>
            </a:r>
          </a:p>
          <a:p>
            <a:pPr defTabSz="3070147"/>
            <a:endParaRPr lang="en-US" sz="4300" baseline="0" dirty="0" smtClean="0">
              <a:latin typeface="Trebuchet MS" pitchFamily="34" charset="0"/>
            </a:endParaRPr>
          </a:p>
          <a:p>
            <a:pPr defTabSz="3070147"/>
            <a:endParaRPr lang="en-US" sz="4300" baseline="0" dirty="0" smtClean="0">
              <a:latin typeface="Trebuchet MS" pitchFamily="34" charset="0"/>
            </a:endParaRPr>
          </a:p>
          <a:p>
            <a:pPr defTabSz="4298720"/>
            <a:endParaRPr lang="en-US" sz="3100" baseline="0" dirty="0" smtClean="0">
              <a:latin typeface="Trebuchet MS" pitchFamily="34" charset="0"/>
            </a:endParaRPr>
          </a:p>
          <a:p>
            <a:pPr defTabSz="4298720"/>
            <a:endParaRPr lang="en-US" sz="3100" dirty="0" smtClean="0">
              <a:latin typeface="Trebuchet MS" pitchFamily="34" charset="0"/>
            </a:endParaRPr>
          </a:p>
          <a:p>
            <a:pPr algn="ctr"/>
            <a:endParaRPr lang="en-US" sz="3100" b="1" dirty="0" smtClean="0">
              <a:solidFill>
                <a:schemeClr val="bg1"/>
              </a:solidFill>
              <a:latin typeface="Trebuchet MS" pitchFamily="34" charset="0"/>
            </a:endParaRPr>
          </a:p>
          <a:p>
            <a:pPr defTabSz="4298720"/>
            <a:endParaRPr lang="en-US" sz="3100" b="1" dirty="0" smtClean="0">
              <a:solidFill>
                <a:srgbClr val="FFFF00"/>
              </a:solidFill>
              <a:latin typeface="Trebuchet MS" pitchFamily="34" charset="0"/>
            </a:endParaRPr>
          </a:p>
          <a:p>
            <a:pPr algn="ctr"/>
            <a:endParaRPr lang="en-US" sz="4300" b="1" dirty="0">
              <a:latin typeface="Trebuchet MS" pitchFamily="34" charset="0"/>
            </a:endParaRPr>
          </a:p>
        </p:txBody>
      </p:sp>
      <p:pic>
        <p:nvPicPr>
          <p:cNvPr id="31" name="Picture 2"/>
          <p:cNvPicPr>
            <a:picLocks noChangeAspect="1" noChangeArrowheads="1"/>
          </p:cNvPicPr>
          <p:nvPr/>
        </p:nvPicPr>
        <p:blipFill>
          <a:blip r:embed="rId5" cstate="print"/>
          <a:srcRect/>
          <a:stretch>
            <a:fillRect/>
          </a:stretch>
        </p:blipFill>
        <p:spPr bwMode="auto">
          <a:xfrm>
            <a:off x="39240362" y="20610222"/>
            <a:ext cx="5330718" cy="3022090"/>
          </a:xfrm>
          <a:prstGeom prst="rect">
            <a:avLst/>
          </a:prstGeom>
          <a:noFill/>
          <a:ln w="9525">
            <a:noFill/>
            <a:miter lim="800000"/>
            <a:headEnd/>
            <a:tailEnd/>
          </a:ln>
          <a:effectLst/>
        </p:spPr>
      </p:pic>
      <p:pic>
        <p:nvPicPr>
          <p:cNvPr id="32" name="Picture 2"/>
          <p:cNvPicPr>
            <a:picLocks noChangeAspect="1" noChangeArrowheads="1"/>
          </p:cNvPicPr>
          <p:nvPr/>
        </p:nvPicPr>
        <p:blipFill>
          <a:blip r:embed="rId6" cstate="print"/>
          <a:srcRect/>
          <a:stretch>
            <a:fillRect/>
          </a:stretch>
        </p:blipFill>
        <p:spPr bwMode="auto">
          <a:xfrm>
            <a:off x="43020518" y="16734691"/>
            <a:ext cx="635798" cy="454285"/>
          </a:xfrm>
          <a:prstGeom prst="rect">
            <a:avLst/>
          </a:prstGeom>
          <a:noFill/>
          <a:ln w="9525">
            <a:solidFill>
              <a:schemeClr val="tx1"/>
            </a:solidFill>
            <a:miter lim="800000"/>
            <a:headEnd/>
            <a:tailEnd/>
          </a:ln>
          <a:effectLst/>
        </p:spPr>
      </p:pic>
      <p:sp>
        <p:nvSpPr>
          <p:cNvPr id="33" name="TextBox 32"/>
          <p:cNvSpPr txBox="1"/>
          <p:nvPr/>
        </p:nvSpPr>
        <p:spPr>
          <a:xfrm>
            <a:off x="30739256" y="39384460"/>
            <a:ext cx="9759098" cy="2862410"/>
          </a:xfrm>
          <a:prstGeom prst="rect">
            <a:avLst/>
          </a:prstGeom>
          <a:noFill/>
        </p:spPr>
        <p:txBody>
          <a:bodyPr wrap="square" lIns="89551" tIns="44774" rIns="89551" bIns="44774" rtlCol="0">
            <a:spAutoFit/>
          </a:bodyPr>
          <a:lstStyle/>
          <a:p>
            <a:r>
              <a:rPr lang="en-US" sz="4700" dirty="0" smtClean="0">
                <a:solidFill>
                  <a:schemeClr val="bg1"/>
                </a:solidFill>
              </a:rPr>
              <a:t>© 2012 PosterPresentations.com</a:t>
            </a:r>
            <a:br>
              <a:rPr lang="en-US" sz="4700" dirty="0" smtClean="0">
                <a:solidFill>
                  <a:schemeClr val="bg1"/>
                </a:solidFill>
              </a:rPr>
            </a:br>
            <a:r>
              <a:rPr lang="en-US" sz="4700" dirty="0" smtClean="0">
                <a:solidFill>
                  <a:schemeClr val="bg1"/>
                </a:solidFill>
              </a:rPr>
              <a:t>    </a:t>
            </a:r>
            <a:r>
              <a:rPr lang="en-US" sz="4300" dirty="0" smtClean="0">
                <a:solidFill>
                  <a:schemeClr val="bg1"/>
                </a:solidFill>
              </a:rPr>
              <a:t>2117 Fourth Street ,</a:t>
            </a:r>
            <a:r>
              <a:rPr lang="en-US" sz="4300" baseline="0" dirty="0" smtClean="0">
                <a:solidFill>
                  <a:schemeClr val="bg1"/>
                </a:solidFill>
              </a:rPr>
              <a:t> Unit C</a:t>
            </a:r>
            <a:br>
              <a:rPr lang="en-US" sz="4300" baseline="0" dirty="0" smtClean="0">
                <a:solidFill>
                  <a:schemeClr val="bg1"/>
                </a:solidFill>
              </a:rPr>
            </a:br>
            <a:r>
              <a:rPr lang="en-US" sz="4300" baseline="0" dirty="0" smtClean="0">
                <a:solidFill>
                  <a:schemeClr val="bg1"/>
                </a:solidFill>
              </a:rPr>
              <a:t>    Berkeley CA 94710</a:t>
            </a:r>
            <a:br>
              <a:rPr lang="en-US" sz="4300" baseline="0" dirty="0" smtClean="0">
                <a:solidFill>
                  <a:schemeClr val="bg1"/>
                </a:solidFill>
              </a:rPr>
            </a:br>
            <a:r>
              <a:rPr lang="en-US" sz="4300" baseline="0" dirty="0" smtClean="0">
                <a:solidFill>
                  <a:schemeClr val="bg1"/>
                </a:solidFill>
              </a:rPr>
              <a:t>    </a:t>
            </a:r>
            <a:r>
              <a:rPr lang="en-US" sz="4300" b="1" baseline="0" dirty="0" smtClean="0">
                <a:solidFill>
                  <a:srgbClr val="FFFF00"/>
                </a:solidFill>
              </a:rPr>
              <a:t>posterpresenter@gmail.com</a:t>
            </a:r>
            <a:endParaRPr lang="en-US" sz="4700" b="1" dirty="0">
              <a:solidFill>
                <a:srgbClr val="FFFF00"/>
              </a:solidFill>
            </a:endParaRPr>
          </a:p>
        </p:txBody>
      </p:sp>
      <p:cxnSp>
        <p:nvCxnSpPr>
          <p:cNvPr id="34" name="Straight Connector 33"/>
          <p:cNvCxnSpPr/>
          <p:nvPr/>
        </p:nvCxnSpPr>
        <p:spPr>
          <a:xfrm>
            <a:off x="30503482" y="39213420"/>
            <a:ext cx="14397271" cy="428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30512344" y="6339240"/>
            <a:ext cx="14388407" cy="209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1" name="Rectangle 20"/>
          <p:cNvSpPr/>
          <p:nvPr userDrawn="1"/>
        </p:nvSpPr>
        <p:spPr>
          <a:xfrm>
            <a:off x="-14559544" y="24241494"/>
            <a:ext cx="14283175" cy="101064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89551" tIns="44774" rIns="89551" bIns="44774" rtlCol="0" anchor="ctr"/>
          <a:lstStyle/>
          <a:p>
            <a:pPr algn="ctr"/>
            <a:endParaRPr lang="en-US" dirty="0"/>
          </a:p>
        </p:txBody>
      </p:sp>
      <p:sp>
        <p:nvSpPr>
          <p:cNvPr id="24" name="Rectangle 23"/>
          <p:cNvSpPr/>
          <p:nvPr userDrawn="1"/>
        </p:nvSpPr>
        <p:spPr>
          <a:xfrm>
            <a:off x="-10908298" y="22729244"/>
            <a:ext cx="6932595" cy="101064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89551" tIns="44774" rIns="89551" bIns="44774" rtlCol="0" anchor="ctr"/>
          <a:lstStyle/>
          <a:p>
            <a:pPr algn="ctr"/>
            <a:endParaRPr lang="en-US" dirty="0"/>
          </a:p>
        </p:txBody>
      </p:sp>
    </p:spTree>
  </p:cSld>
  <p:clrMap bg1="lt1" tx1="dk1" bg2="lt2" tx2="dk2" accent1="accent1" accent2="accent2" accent3="accent3" accent4="accent4" accent5="accent5" accent6="accent6" hlink="hlink" folHlink="folHlink"/>
  <p:sldLayoutIdLst>
    <p:sldLayoutId id="2147483654" r:id="rId1"/>
  </p:sldLayoutIdLst>
  <p:timing>
    <p:tnLst>
      <p:par>
        <p:cTn xmlns:p14="http://schemas.microsoft.com/office/powerpoint/2010/main" id="1" dur="indefinite" restart="never" nodeType="tmRoot"/>
      </p:par>
    </p:tnLst>
  </p:timing>
  <p:txStyles>
    <p:titleStyle>
      <a:lvl1pPr algn="ctr" defTabSz="4298410" rtl="0" eaLnBrk="1" latinLnBrk="0" hangingPunct="1">
        <a:spcBef>
          <a:spcPct val="0"/>
        </a:spcBef>
        <a:buNone/>
        <a:defRPr sz="8500" kern="1200">
          <a:solidFill>
            <a:schemeClr val="bg1"/>
          </a:solidFill>
          <a:latin typeface="Trebuchet MS" pitchFamily="34" charset="0"/>
          <a:ea typeface="+mj-ea"/>
          <a:cs typeface="+mj-cs"/>
        </a:defRPr>
      </a:lvl1pPr>
    </p:titleStyle>
    <p:bodyStyle>
      <a:lvl1pPr marL="1611903" indent="-1611903" algn="l" defTabSz="4298410" rtl="0" eaLnBrk="1" latinLnBrk="0" hangingPunct="1">
        <a:spcBef>
          <a:spcPct val="20000"/>
        </a:spcBef>
        <a:buFont typeface="Arial" pitchFamily="34" charset="0"/>
        <a:buChar char="•"/>
        <a:defRPr sz="15100" kern="1200">
          <a:solidFill>
            <a:schemeClr val="tx1"/>
          </a:solidFill>
          <a:latin typeface="+mn-lt"/>
          <a:ea typeface="+mn-ea"/>
          <a:cs typeface="+mn-cs"/>
        </a:defRPr>
      </a:lvl1pPr>
      <a:lvl2pPr marL="3492457" indent="-1343252" algn="l" defTabSz="4298410" rtl="0" eaLnBrk="1" latinLnBrk="0" hangingPunct="1">
        <a:spcBef>
          <a:spcPct val="20000"/>
        </a:spcBef>
        <a:buFont typeface="Arial" pitchFamily="34" charset="0"/>
        <a:buChar char="–"/>
        <a:defRPr sz="13300" kern="1200">
          <a:solidFill>
            <a:schemeClr val="tx1"/>
          </a:solidFill>
          <a:latin typeface="+mn-lt"/>
          <a:ea typeface="+mn-ea"/>
          <a:cs typeface="+mn-cs"/>
        </a:defRPr>
      </a:lvl2pPr>
      <a:lvl3pPr marL="5373012" indent="-1074603" algn="l" defTabSz="4298410" rtl="0" eaLnBrk="1" latinLnBrk="0" hangingPunct="1">
        <a:spcBef>
          <a:spcPct val="20000"/>
        </a:spcBef>
        <a:buFont typeface="Arial" pitchFamily="34" charset="0"/>
        <a:buChar char="•"/>
        <a:defRPr sz="11300" kern="1200">
          <a:solidFill>
            <a:schemeClr val="tx1"/>
          </a:solidFill>
          <a:latin typeface="+mn-lt"/>
          <a:ea typeface="+mn-ea"/>
          <a:cs typeface="+mn-cs"/>
        </a:defRPr>
      </a:lvl3pPr>
      <a:lvl4pPr marL="7522217"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4pPr>
      <a:lvl5pPr marL="9671420"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5pPr>
      <a:lvl6pPr marL="11820625"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6pPr>
      <a:lvl7pPr marL="13969828"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7pPr>
      <a:lvl8pPr marL="16119034"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8pPr>
      <a:lvl9pPr marL="18268238"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9pPr>
    </p:bodyStyle>
    <p:otherStyle>
      <a:defPPr>
        <a:defRPr lang="en-US"/>
      </a:defPPr>
      <a:lvl1pPr marL="0" algn="l" defTabSz="4298410" rtl="0" eaLnBrk="1" latinLnBrk="0" hangingPunct="1">
        <a:defRPr sz="8500" kern="1200">
          <a:solidFill>
            <a:schemeClr val="tx1"/>
          </a:solidFill>
          <a:latin typeface="+mn-lt"/>
          <a:ea typeface="+mn-ea"/>
          <a:cs typeface="+mn-cs"/>
        </a:defRPr>
      </a:lvl1pPr>
      <a:lvl2pPr marL="2149205" algn="l" defTabSz="4298410" rtl="0" eaLnBrk="1" latinLnBrk="0" hangingPunct="1">
        <a:defRPr sz="8500" kern="1200">
          <a:solidFill>
            <a:schemeClr val="tx1"/>
          </a:solidFill>
          <a:latin typeface="+mn-lt"/>
          <a:ea typeface="+mn-ea"/>
          <a:cs typeface="+mn-cs"/>
        </a:defRPr>
      </a:lvl2pPr>
      <a:lvl3pPr marL="4298410" algn="l" defTabSz="4298410" rtl="0" eaLnBrk="1" latinLnBrk="0" hangingPunct="1">
        <a:defRPr sz="8500" kern="1200">
          <a:solidFill>
            <a:schemeClr val="tx1"/>
          </a:solidFill>
          <a:latin typeface="+mn-lt"/>
          <a:ea typeface="+mn-ea"/>
          <a:cs typeface="+mn-cs"/>
        </a:defRPr>
      </a:lvl3pPr>
      <a:lvl4pPr marL="6447613" algn="l" defTabSz="4298410" rtl="0" eaLnBrk="1" latinLnBrk="0" hangingPunct="1">
        <a:defRPr sz="8500" kern="1200">
          <a:solidFill>
            <a:schemeClr val="tx1"/>
          </a:solidFill>
          <a:latin typeface="+mn-lt"/>
          <a:ea typeface="+mn-ea"/>
          <a:cs typeface="+mn-cs"/>
        </a:defRPr>
      </a:lvl4pPr>
      <a:lvl5pPr marL="8596817" algn="l" defTabSz="4298410" rtl="0" eaLnBrk="1" latinLnBrk="0" hangingPunct="1">
        <a:defRPr sz="8500" kern="1200">
          <a:solidFill>
            <a:schemeClr val="tx1"/>
          </a:solidFill>
          <a:latin typeface="+mn-lt"/>
          <a:ea typeface="+mn-ea"/>
          <a:cs typeface="+mn-cs"/>
        </a:defRPr>
      </a:lvl5pPr>
      <a:lvl6pPr marL="10746023" algn="l" defTabSz="4298410" rtl="0" eaLnBrk="1" latinLnBrk="0" hangingPunct="1">
        <a:defRPr sz="8500" kern="1200">
          <a:solidFill>
            <a:schemeClr val="tx1"/>
          </a:solidFill>
          <a:latin typeface="+mn-lt"/>
          <a:ea typeface="+mn-ea"/>
          <a:cs typeface="+mn-cs"/>
        </a:defRPr>
      </a:lvl6pPr>
      <a:lvl7pPr marL="12895229" algn="l" defTabSz="4298410" rtl="0" eaLnBrk="1" latinLnBrk="0" hangingPunct="1">
        <a:defRPr sz="8500" kern="1200">
          <a:solidFill>
            <a:schemeClr val="tx1"/>
          </a:solidFill>
          <a:latin typeface="+mn-lt"/>
          <a:ea typeface="+mn-ea"/>
          <a:cs typeface="+mn-cs"/>
        </a:defRPr>
      </a:lvl7pPr>
      <a:lvl8pPr marL="15044432" algn="l" defTabSz="4298410" rtl="0" eaLnBrk="1" latinLnBrk="0" hangingPunct="1">
        <a:defRPr sz="8500" kern="1200">
          <a:solidFill>
            <a:schemeClr val="tx1"/>
          </a:solidFill>
          <a:latin typeface="+mn-lt"/>
          <a:ea typeface="+mn-ea"/>
          <a:cs typeface="+mn-cs"/>
        </a:defRPr>
      </a:lvl8pPr>
      <a:lvl9pPr marL="17193637" algn="l" defTabSz="4298410" rtl="0" eaLnBrk="1" latinLnBrk="0" hangingPunct="1">
        <a:defRPr sz="8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 Id="rId3"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623691" y="7693538"/>
            <a:ext cx="14299153" cy="10682620"/>
          </a:xfrm>
        </p:spPr>
        <p:txBody>
          <a:bodyPr/>
          <a:lstStyle/>
          <a:p>
            <a:pPr marL="457200" indent="-457200">
              <a:buFont typeface="Arial" pitchFamily="34" charset="0"/>
              <a:buChar char="•"/>
            </a:pPr>
            <a:r>
              <a:rPr lang="en-US" sz="3600" dirty="0"/>
              <a:t>Perceptual and motor simulations are recruited for language comprehension (</a:t>
            </a:r>
            <a:r>
              <a:rPr lang="en-US" sz="3600" dirty="0" err="1"/>
              <a:t>Glenberg</a:t>
            </a:r>
            <a:r>
              <a:rPr lang="en-US" sz="3600" dirty="0"/>
              <a:t> &amp; </a:t>
            </a:r>
            <a:r>
              <a:rPr lang="en-US" sz="3600" dirty="0" err="1"/>
              <a:t>Kaschak</a:t>
            </a:r>
            <a:r>
              <a:rPr lang="en-US" sz="3600" dirty="0"/>
              <a:t>, 2002; </a:t>
            </a:r>
            <a:r>
              <a:rPr lang="en-US" sz="3600" dirty="0" err="1"/>
              <a:t>Kaschak</a:t>
            </a:r>
            <a:r>
              <a:rPr lang="en-US" sz="3600" dirty="0"/>
              <a:t> et al., 2005</a:t>
            </a:r>
            <a:r>
              <a:rPr lang="en-US" sz="3600" dirty="0" smtClean="0"/>
              <a:t>). A </a:t>
            </a:r>
            <a:r>
              <a:rPr lang="en-US" sz="3600" dirty="0"/>
              <a:t>simulation involves re-activation of brain activity that occurred during interaction with the word (</a:t>
            </a:r>
            <a:r>
              <a:rPr lang="en-US" sz="3600" dirty="0" err="1"/>
              <a:t>Barsalou</a:t>
            </a:r>
            <a:r>
              <a:rPr lang="en-US" sz="3600" dirty="0"/>
              <a:t>, 1999</a:t>
            </a:r>
            <a:r>
              <a:rPr lang="en-US" sz="3600" dirty="0" smtClean="0"/>
              <a:t>).</a:t>
            </a:r>
          </a:p>
          <a:p>
            <a:pPr marL="457200" indent="-457200">
              <a:buFont typeface="Arial" pitchFamily="34" charset="0"/>
              <a:buChar char="•"/>
            </a:pPr>
            <a:r>
              <a:rPr lang="en-US" sz="3600" dirty="0" err="1"/>
              <a:t>Zwaan</a:t>
            </a:r>
            <a:r>
              <a:rPr lang="en-US" sz="3600" dirty="0"/>
              <a:t> &amp; </a:t>
            </a:r>
            <a:r>
              <a:rPr lang="en-US" sz="3600" dirty="0" err="1"/>
              <a:t>Yaxley</a:t>
            </a:r>
            <a:r>
              <a:rPr lang="en-US" sz="3600" dirty="0"/>
              <a:t> (2003) found semantic judgments for iconic </a:t>
            </a:r>
            <a:r>
              <a:rPr lang="en-US" sz="3600" dirty="0" smtClean="0"/>
              <a:t>(spatially </a:t>
            </a:r>
            <a:r>
              <a:rPr lang="en-US" sz="3600" dirty="0"/>
              <a:t>consistent) word pairs </a:t>
            </a:r>
            <a:r>
              <a:rPr lang="en-US" sz="3600" dirty="0" smtClean="0"/>
              <a:t>(e.g., </a:t>
            </a:r>
            <a:r>
              <a:rPr lang="en-US" sz="3600" i="1" dirty="0" smtClean="0"/>
              <a:t>attic</a:t>
            </a:r>
            <a:r>
              <a:rPr lang="en-US" sz="3600" dirty="0" smtClean="0"/>
              <a:t> on </a:t>
            </a:r>
            <a:r>
              <a:rPr lang="en-US" sz="3600" dirty="0" smtClean="0"/>
              <a:t>top of </a:t>
            </a:r>
            <a:r>
              <a:rPr lang="en-US" sz="3600" i="1" dirty="0" smtClean="0"/>
              <a:t>basement</a:t>
            </a:r>
            <a:r>
              <a:rPr lang="en-US" sz="3600" dirty="0" smtClean="0"/>
              <a:t>) </a:t>
            </a:r>
            <a:r>
              <a:rPr lang="en-US" sz="3600" dirty="0" smtClean="0"/>
              <a:t>were </a:t>
            </a:r>
            <a:r>
              <a:rPr lang="en-US" sz="3600" dirty="0"/>
              <a:t>made faster than non</a:t>
            </a:r>
            <a:r>
              <a:rPr lang="en-US" sz="3600" dirty="0" smtClean="0"/>
              <a:t>-</a:t>
            </a:r>
            <a:r>
              <a:rPr lang="en-US" sz="3600" dirty="0"/>
              <a:t>iconic (spatially inconsistent) word pairs </a:t>
            </a:r>
            <a:r>
              <a:rPr lang="en-US" sz="3600" dirty="0" smtClean="0"/>
              <a:t>(</a:t>
            </a:r>
            <a:r>
              <a:rPr lang="en-US" sz="3600" i="1" dirty="0" smtClean="0"/>
              <a:t>basement </a:t>
            </a:r>
            <a:r>
              <a:rPr lang="en-US" sz="3600" dirty="0" smtClean="0"/>
              <a:t>on </a:t>
            </a:r>
            <a:r>
              <a:rPr lang="en-US" sz="3600" dirty="0" smtClean="0"/>
              <a:t>top of </a:t>
            </a:r>
            <a:r>
              <a:rPr lang="en-US" sz="3600" i="1" dirty="0" smtClean="0"/>
              <a:t>attic</a:t>
            </a:r>
            <a:r>
              <a:rPr lang="en-US" sz="3600" dirty="0" smtClean="0"/>
              <a:t>) </a:t>
            </a:r>
            <a:r>
              <a:rPr lang="en-US" sz="3600" dirty="0" smtClean="0"/>
              <a:t>when </a:t>
            </a:r>
            <a:r>
              <a:rPr lang="en-US" sz="3600" dirty="0"/>
              <a:t>presented in a vertical arrangement</a:t>
            </a:r>
            <a:r>
              <a:rPr lang="en-US" sz="3600" dirty="0" smtClean="0"/>
              <a:t>.</a:t>
            </a:r>
          </a:p>
          <a:p>
            <a:pPr marL="457200" indent="-457200">
              <a:buFont typeface="Arial" pitchFamily="34" charset="0"/>
              <a:buChar char="•"/>
            </a:pPr>
            <a:r>
              <a:rPr lang="en-US" sz="3600" dirty="0" smtClean="0"/>
              <a:t>Alternative symbolic accounts (e.g., </a:t>
            </a:r>
            <a:r>
              <a:rPr lang="en-US" sz="3600" dirty="0" err="1" smtClean="0"/>
              <a:t>Louwerse</a:t>
            </a:r>
            <a:r>
              <a:rPr lang="en-US" sz="3600" dirty="0" smtClean="0"/>
              <a:t>, 2008) proposed that word order frequency accounts for the results better than iconicity.</a:t>
            </a:r>
          </a:p>
          <a:p>
            <a:pPr marL="457200" indent="-457200">
              <a:buFont typeface="Arial" pitchFamily="34" charset="0"/>
              <a:buChar char="•"/>
            </a:pPr>
            <a:r>
              <a:rPr lang="en-US" sz="3600" dirty="0" smtClean="0"/>
              <a:t>The purpose of the present experiments was to investigate how the brain processes perceptual violations in written language, and compare the effects of iconicity (Experiment 1) and word order (Experiment 2).</a:t>
            </a:r>
            <a:endParaRPr lang="en-US" sz="3600" dirty="0"/>
          </a:p>
          <a:p>
            <a:pPr marL="457200" indent="-457200">
              <a:buFont typeface="Arial" pitchFamily="34" charset="0"/>
              <a:buChar char="•"/>
            </a:pPr>
            <a:endParaRPr lang="en-US" dirty="0"/>
          </a:p>
          <a:p>
            <a:pPr marL="457200" indent="-457200">
              <a:buFont typeface="Arial" pitchFamily="34" charset="0"/>
              <a:buChar char="•"/>
            </a:pPr>
            <a:endParaRPr lang="en-US" dirty="0" smtClean="0"/>
          </a:p>
        </p:txBody>
      </p:sp>
      <p:sp>
        <p:nvSpPr>
          <p:cNvPr id="3" name="Text Placeholder 2"/>
          <p:cNvSpPr>
            <a:spLocks noGrp="1"/>
          </p:cNvSpPr>
          <p:nvPr>
            <p:ph type="body" sz="quarter" idx="11"/>
          </p:nvPr>
        </p:nvSpPr>
        <p:spPr>
          <a:xfrm>
            <a:off x="636213" y="6787411"/>
            <a:ext cx="14287866" cy="919515"/>
          </a:xfrm>
        </p:spPr>
        <p:txBody>
          <a:bodyPr/>
          <a:lstStyle/>
          <a:p>
            <a:r>
              <a:rPr lang="en-US" sz="4800" dirty="0" smtClean="0"/>
              <a:t>INTRODUCTION</a:t>
            </a:r>
            <a:endParaRPr lang="en-US" sz="4800" dirty="0"/>
          </a:p>
        </p:txBody>
      </p:sp>
      <p:sp>
        <p:nvSpPr>
          <p:cNvPr id="6" name="Text Placeholder 5"/>
          <p:cNvSpPr>
            <a:spLocks noGrp="1"/>
          </p:cNvSpPr>
          <p:nvPr>
            <p:ph type="body" sz="quarter" idx="20"/>
          </p:nvPr>
        </p:nvSpPr>
        <p:spPr>
          <a:xfrm>
            <a:off x="622456" y="17602168"/>
            <a:ext cx="14287867" cy="919515"/>
          </a:xfrm>
        </p:spPr>
        <p:txBody>
          <a:bodyPr/>
          <a:lstStyle/>
          <a:p>
            <a:r>
              <a:rPr lang="en-US" sz="4800" dirty="0" smtClean="0"/>
              <a:t>METHOD</a:t>
            </a:r>
            <a:endParaRPr lang="en-US" sz="4800" dirty="0"/>
          </a:p>
        </p:txBody>
      </p:sp>
      <p:sp>
        <p:nvSpPr>
          <p:cNvPr id="7" name="Text Placeholder 6"/>
          <p:cNvSpPr>
            <a:spLocks noGrp="1"/>
          </p:cNvSpPr>
          <p:nvPr>
            <p:ph type="body" sz="quarter" idx="25"/>
          </p:nvPr>
        </p:nvSpPr>
        <p:spPr>
          <a:xfrm>
            <a:off x="15353328" y="6787411"/>
            <a:ext cx="14287682" cy="919515"/>
          </a:xfrm>
        </p:spPr>
        <p:txBody>
          <a:bodyPr/>
          <a:lstStyle/>
          <a:p>
            <a:r>
              <a:rPr lang="en-US" sz="4800" dirty="0" smtClean="0"/>
              <a:t>RESULTS</a:t>
            </a:r>
            <a:endParaRPr lang="en-US" sz="4800" dirty="0"/>
          </a:p>
        </p:txBody>
      </p:sp>
      <p:sp>
        <p:nvSpPr>
          <p:cNvPr id="8" name="Text Placeholder 7"/>
          <p:cNvSpPr>
            <a:spLocks noGrp="1"/>
          </p:cNvSpPr>
          <p:nvPr>
            <p:ph type="body" sz="quarter" idx="26"/>
          </p:nvPr>
        </p:nvSpPr>
        <p:spPr>
          <a:xfrm>
            <a:off x="15353328" y="7693538"/>
            <a:ext cx="14287682" cy="26933222"/>
          </a:xfrm>
        </p:spPr>
        <p:txBody>
          <a:bodyPr/>
          <a:lstStyle/>
          <a:p>
            <a:r>
              <a:rPr lang="en-US" sz="3600" b="1" dirty="0" smtClean="0"/>
              <a:t>Behavioral Data</a:t>
            </a:r>
          </a:p>
          <a:p>
            <a:endParaRPr lang="en-US" b="1" dirty="0" smtClean="0"/>
          </a:p>
          <a:p>
            <a:endParaRPr lang="en-US" b="1" dirty="0"/>
          </a:p>
          <a:p>
            <a:endParaRPr lang="en-US" b="1" dirty="0" smtClean="0"/>
          </a:p>
          <a:p>
            <a:endParaRPr lang="en-US" b="1" dirty="0"/>
          </a:p>
          <a:p>
            <a:pPr marL="457200" indent="-457200">
              <a:buFont typeface="Arial" panose="020B0604020202020204" pitchFamily="34" charset="0"/>
              <a:buChar char="•"/>
            </a:pPr>
            <a:endParaRPr lang="en-US" dirty="0" smtClean="0"/>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endParaRPr lang="en-US" dirty="0" smtClean="0"/>
          </a:p>
          <a:p>
            <a:pPr marL="457200" indent="-457200">
              <a:buFont typeface="Arial" panose="020B0604020202020204" pitchFamily="34" charset="0"/>
              <a:buChar char="•"/>
            </a:pPr>
            <a:endParaRPr lang="en-US" dirty="0"/>
          </a:p>
          <a:p>
            <a:endParaRPr lang="en-US" b="1" dirty="0" smtClean="0"/>
          </a:p>
          <a:p>
            <a:endParaRPr lang="en-US" b="1" dirty="0"/>
          </a:p>
          <a:p>
            <a:endParaRPr lang="en-US" b="1" dirty="0" smtClean="0"/>
          </a:p>
          <a:p>
            <a:r>
              <a:rPr lang="en-US" sz="3600" b="1" dirty="0" smtClean="0"/>
              <a:t>ERP Data</a:t>
            </a:r>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r>
              <a:rPr lang="en-US" sz="3600" b="1" dirty="0" smtClean="0"/>
              <a:t>Source Localization</a:t>
            </a:r>
          </a:p>
          <a:p>
            <a:pPr marL="457200" indent="-457200">
              <a:buFont typeface="Arial" pitchFamily="34" charset="0"/>
              <a:buChar char="•"/>
            </a:pPr>
            <a:r>
              <a:rPr lang="en-US" sz="3600" dirty="0" smtClean="0"/>
              <a:t>For each condition and ROI, the average root-mean-square (RMS) was computed over the 300-600 ms latency bands, in which the N400 was significant. For each ROI, the averaged RMS in the Iconic and Non-Iconic conditions were submitted to a paired-sample t-test.</a:t>
            </a:r>
          </a:p>
          <a:p>
            <a:pPr marL="457200" indent="-457200">
              <a:buFont typeface="Arial" pitchFamily="34" charset="0"/>
              <a:buChar char="•"/>
            </a:pPr>
            <a:r>
              <a:rPr lang="en-US" sz="3600" dirty="0" smtClean="0"/>
              <a:t>Significant differences </a:t>
            </a:r>
            <a:r>
              <a:rPr lang="en-US" sz="3600" dirty="0" smtClean="0"/>
              <a:t>were found </a:t>
            </a:r>
            <a:r>
              <a:rPr lang="en-US" sz="3600" dirty="0" smtClean="0"/>
              <a:t>in </a:t>
            </a:r>
            <a:r>
              <a:rPr lang="en-US" sz="3600" dirty="0" smtClean="0"/>
              <a:t>the right inferior frontal </a:t>
            </a:r>
            <a:r>
              <a:rPr lang="en-US" sz="3600" dirty="0" err="1" smtClean="0"/>
              <a:t>gyrus</a:t>
            </a:r>
            <a:r>
              <a:rPr lang="en-US" sz="3600" dirty="0" smtClean="0"/>
              <a:t> (p = 0.05) and marginally in the right superior parietal lobule (p = 0.07)</a:t>
            </a:r>
          </a:p>
          <a:p>
            <a:endParaRPr lang="en-US" b="1" dirty="0"/>
          </a:p>
          <a:p>
            <a:endParaRPr lang="en-US" b="1" dirty="0" smtClean="0"/>
          </a:p>
          <a:p>
            <a:endParaRPr lang="en-US" b="1" dirty="0" smtClean="0"/>
          </a:p>
          <a:p>
            <a:endParaRPr lang="en-US" b="1" dirty="0"/>
          </a:p>
          <a:p>
            <a:endParaRPr lang="en-US" b="1" dirty="0" smtClean="0"/>
          </a:p>
          <a:p>
            <a:endParaRPr lang="en-US" b="1" dirty="0" smtClean="0"/>
          </a:p>
          <a:p>
            <a:endParaRPr lang="en-US" b="1" dirty="0"/>
          </a:p>
          <a:p>
            <a:endParaRPr lang="en-US" b="1" dirty="0" smtClean="0"/>
          </a:p>
          <a:p>
            <a:endParaRPr lang="en-US" b="1" dirty="0" smtClean="0"/>
          </a:p>
          <a:p>
            <a:endParaRPr lang="en-US" sz="1600" b="1" dirty="0" smtClean="0"/>
          </a:p>
          <a:p>
            <a:endParaRPr lang="en-US" b="1" dirty="0"/>
          </a:p>
        </p:txBody>
      </p:sp>
      <p:sp>
        <p:nvSpPr>
          <p:cNvPr id="12" name="Text Placeholder 11"/>
          <p:cNvSpPr>
            <a:spLocks noGrp="1"/>
          </p:cNvSpPr>
          <p:nvPr>
            <p:ph type="body" sz="quarter" idx="30"/>
          </p:nvPr>
        </p:nvSpPr>
        <p:spPr>
          <a:xfrm>
            <a:off x="15364404" y="30821959"/>
            <a:ext cx="14283756" cy="9205292"/>
          </a:xfrm>
        </p:spPr>
        <p:txBody>
          <a:bodyPr/>
          <a:lstStyle/>
          <a:p>
            <a:pPr marL="457200" indent="-457200">
              <a:buFont typeface="Arial" pitchFamily="34" charset="0"/>
              <a:buChar char="•"/>
            </a:pPr>
            <a:r>
              <a:rPr lang="en-US" sz="3600" dirty="0"/>
              <a:t>In line with previous research (</a:t>
            </a:r>
            <a:r>
              <a:rPr lang="en-US" sz="3600" dirty="0" err="1"/>
              <a:t>Kutas</a:t>
            </a:r>
            <a:r>
              <a:rPr lang="en-US" sz="3600" dirty="0"/>
              <a:t> &amp; </a:t>
            </a:r>
            <a:r>
              <a:rPr lang="en-US" sz="3600" dirty="0" err="1"/>
              <a:t>Federmeier</a:t>
            </a:r>
            <a:r>
              <a:rPr lang="en-US" sz="3600" dirty="0"/>
              <a:t>, 2010</a:t>
            </a:r>
            <a:r>
              <a:rPr lang="en-US" sz="3600" dirty="0" smtClean="0"/>
              <a:t>), </a:t>
            </a:r>
            <a:r>
              <a:rPr lang="en-US" sz="3600" dirty="0"/>
              <a:t>the N400 component </a:t>
            </a:r>
            <a:r>
              <a:rPr lang="en-US" sz="3600" dirty="0" smtClean="0"/>
              <a:t>elicited by </a:t>
            </a:r>
            <a:r>
              <a:rPr lang="en-US" sz="3600" dirty="0"/>
              <a:t>U</a:t>
            </a:r>
            <a:r>
              <a:rPr lang="en-US" sz="3600" dirty="0" smtClean="0"/>
              <a:t>nrelated pairs </a:t>
            </a:r>
            <a:r>
              <a:rPr lang="en-US" sz="3600" dirty="0"/>
              <a:t>was </a:t>
            </a:r>
            <a:r>
              <a:rPr lang="en-US" sz="3600" dirty="0" smtClean="0"/>
              <a:t>larger </a:t>
            </a:r>
            <a:r>
              <a:rPr lang="en-US" sz="3600" dirty="0"/>
              <a:t>than </a:t>
            </a:r>
            <a:r>
              <a:rPr lang="en-US" sz="3600" dirty="0"/>
              <a:t>I</a:t>
            </a:r>
            <a:r>
              <a:rPr lang="en-US" sz="3600" dirty="0" smtClean="0"/>
              <a:t>conic trials </a:t>
            </a:r>
            <a:r>
              <a:rPr lang="en-US" sz="3600" dirty="0"/>
              <a:t>in </a:t>
            </a:r>
            <a:r>
              <a:rPr lang="en-US" sz="3600" dirty="0" smtClean="0"/>
              <a:t>both </a:t>
            </a:r>
            <a:r>
              <a:rPr lang="en-US" sz="3600" dirty="0" smtClean="0"/>
              <a:t>experiments.</a:t>
            </a:r>
            <a:endParaRPr lang="en-US" sz="3600" dirty="0"/>
          </a:p>
          <a:p>
            <a:pPr marL="457200" indent="-457200">
              <a:buFont typeface="Arial" pitchFamily="34" charset="0"/>
              <a:buChar char="•"/>
            </a:pPr>
            <a:r>
              <a:rPr lang="en-US" sz="3600" dirty="0" smtClean="0"/>
              <a:t>Increased </a:t>
            </a:r>
            <a:r>
              <a:rPr lang="en-US" sz="3600" dirty="0"/>
              <a:t>N400 </a:t>
            </a:r>
            <a:r>
              <a:rPr lang="en-US" sz="3600" dirty="0" smtClean="0"/>
              <a:t>for Non-Iconic pairs </a:t>
            </a:r>
            <a:r>
              <a:rPr lang="en-US" sz="3600" dirty="0"/>
              <a:t>in Experiment </a:t>
            </a:r>
            <a:r>
              <a:rPr lang="en-US" sz="3600" dirty="0" smtClean="0"/>
              <a:t>1 suggests that perceptual </a:t>
            </a:r>
            <a:r>
              <a:rPr lang="en-US" sz="3600" dirty="0"/>
              <a:t>simulations are involved in semantic </a:t>
            </a:r>
            <a:r>
              <a:rPr lang="en-US" sz="3600" dirty="0" smtClean="0"/>
              <a:t>processing.</a:t>
            </a:r>
          </a:p>
          <a:p>
            <a:pPr marL="457200" indent="-457200">
              <a:buFont typeface="Arial" pitchFamily="34" charset="0"/>
              <a:buChar char="•"/>
            </a:pPr>
            <a:r>
              <a:rPr lang="en-US" sz="3600" dirty="0" smtClean="0"/>
              <a:t>The fact that the N400 effect disappeared in Experiment 2 suggests that the N400 observed in Experiment 1 is not due to a linguistic order effect. </a:t>
            </a:r>
          </a:p>
          <a:p>
            <a:pPr marL="457200" indent="-457200">
              <a:buFont typeface="Arial" pitchFamily="34" charset="0"/>
              <a:buChar char="•"/>
            </a:pPr>
            <a:r>
              <a:rPr lang="en-US" sz="3600" dirty="0" smtClean="0"/>
              <a:t>Interestingly these results were corroborated with the participants’ behavioral performance, showing a lower accuracy for </a:t>
            </a:r>
            <a:r>
              <a:rPr lang="en-US" sz="3600" dirty="0" smtClean="0"/>
              <a:t>Non-Iconic </a:t>
            </a:r>
            <a:r>
              <a:rPr lang="en-US" sz="3600" smtClean="0"/>
              <a:t>than Iconic pairs </a:t>
            </a:r>
            <a:r>
              <a:rPr lang="en-US" sz="3600" dirty="0" smtClean="0"/>
              <a:t>in Experiment 1, but not Experiment 2.</a:t>
            </a:r>
          </a:p>
          <a:p>
            <a:pPr marL="457200" indent="-457200">
              <a:buFont typeface="Arial" pitchFamily="34" charset="0"/>
              <a:buChar char="•"/>
            </a:pPr>
            <a:r>
              <a:rPr lang="en-US" sz="3600" dirty="0" smtClean="0"/>
              <a:t>Finally, the marginally significant activity in the superior parietal lobule suggests an increased spatial processing for Non-Iconic pairs (</a:t>
            </a:r>
            <a:r>
              <a:rPr lang="it-IT" sz="3600" dirty="0" smtClean="0"/>
              <a:t>De Renzi, Faglioni, Previdi, 1977</a:t>
            </a:r>
            <a:r>
              <a:rPr lang="en-US" sz="3600" dirty="0" smtClean="0"/>
              <a:t>).</a:t>
            </a:r>
            <a:endParaRPr lang="en-US" sz="3600" dirty="0"/>
          </a:p>
        </p:txBody>
      </p:sp>
      <p:sp>
        <p:nvSpPr>
          <p:cNvPr id="14" name="Text Placeholder 13"/>
          <p:cNvSpPr>
            <a:spLocks noGrp="1"/>
          </p:cNvSpPr>
          <p:nvPr>
            <p:ph type="body" sz="quarter" idx="96"/>
          </p:nvPr>
        </p:nvSpPr>
        <p:spPr>
          <a:xfrm>
            <a:off x="622456" y="18665581"/>
            <a:ext cx="14297918" cy="20809881"/>
          </a:xfrm>
        </p:spPr>
        <p:txBody>
          <a:bodyPr/>
          <a:lstStyle/>
          <a:p>
            <a:r>
              <a:rPr lang="en-US" sz="3600" b="1" dirty="0" smtClean="0"/>
              <a:t>Participants</a:t>
            </a:r>
          </a:p>
          <a:p>
            <a:pPr marL="457200" indent="-457200">
              <a:buFont typeface="Arial" pitchFamily="34" charset="0"/>
              <a:buChar char="•"/>
            </a:pPr>
            <a:r>
              <a:rPr lang="en-US" sz="3600" dirty="0" smtClean="0"/>
              <a:t>16 </a:t>
            </a:r>
            <a:r>
              <a:rPr lang="en-US" sz="3600" dirty="0"/>
              <a:t>participants were recruited for Experiment 1 (9 females, age range = 19-32) and 16 for Experiment 2 (9 females, age range = </a:t>
            </a:r>
            <a:r>
              <a:rPr lang="en-US" sz="3600" dirty="0" smtClean="0"/>
              <a:t>19-38).</a:t>
            </a:r>
          </a:p>
          <a:p>
            <a:r>
              <a:rPr lang="en-US" sz="3600" b="1" dirty="0" smtClean="0"/>
              <a:t>Stimuli</a:t>
            </a:r>
          </a:p>
          <a:p>
            <a:pPr marL="457200" indent="-457200">
              <a:buFont typeface="Arial" panose="020B0604020202020204" pitchFamily="34" charset="0"/>
              <a:buChar char="•"/>
            </a:pPr>
            <a:r>
              <a:rPr lang="en-US" sz="3600" dirty="0" smtClean="0"/>
              <a:t>128 </a:t>
            </a:r>
            <a:r>
              <a:rPr lang="en-US" sz="3600" dirty="0"/>
              <a:t>word-pairs (64 semantically related and 64 semantically unrelated) </a:t>
            </a:r>
            <a:r>
              <a:rPr lang="en-US" sz="3600" dirty="0" smtClean="0"/>
              <a:t>were adapted </a:t>
            </a:r>
            <a:r>
              <a:rPr lang="en-US" sz="3600" dirty="0"/>
              <a:t>from </a:t>
            </a:r>
            <a:r>
              <a:rPr lang="en-US" sz="3600" dirty="0" err="1"/>
              <a:t>Louwerse</a:t>
            </a:r>
            <a:r>
              <a:rPr lang="en-US" sz="3600" dirty="0"/>
              <a:t> and </a:t>
            </a:r>
            <a:r>
              <a:rPr lang="en-US" sz="3600" dirty="0" err="1"/>
              <a:t>Jeuniaux</a:t>
            </a:r>
            <a:r>
              <a:rPr lang="en-US" sz="3600" dirty="0"/>
              <a:t> (2010).  All of the related word pairs shared a spatial </a:t>
            </a:r>
            <a:r>
              <a:rPr lang="en-US" sz="3600" dirty="0" smtClean="0"/>
              <a:t>relationship.</a:t>
            </a:r>
            <a:endParaRPr lang="en-US" sz="3600" dirty="0" smtClean="0"/>
          </a:p>
          <a:p>
            <a:r>
              <a:rPr lang="en-US" sz="3600" b="1" dirty="0" smtClean="0"/>
              <a:t>Procedure</a:t>
            </a:r>
          </a:p>
          <a:p>
            <a:pPr marL="457200" indent="-457200">
              <a:buFont typeface="Arial" panose="020B0604020202020204" pitchFamily="34" charset="0"/>
              <a:buChar char="•"/>
            </a:pPr>
            <a:r>
              <a:rPr lang="en-US" sz="3600" dirty="0" smtClean="0"/>
              <a:t>Experiment 1</a:t>
            </a:r>
            <a:r>
              <a:rPr lang="en-US" sz="3600" dirty="0" smtClean="0"/>
              <a:t>: Half of the word pairs were simultaneously presented </a:t>
            </a:r>
            <a:r>
              <a:rPr lang="en-US" sz="3600" dirty="0"/>
              <a:t>in an </a:t>
            </a:r>
            <a:r>
              <a:rPr lang="en-US" sz="3600" dirty="0" smtClean="0"/>
              <a:t>Iconic </a:t>
            </a:r>
            <a:r>
              <a:rPr lang="en-US" sz="3600" dirty="0"/>
              <a:t>arrangement (e.g., </a:t>
            </a:r>
            <a:r>
              <a:rPr lang="en-US" sz="3600" i="1" dirty="0" smtClean="0"/>
              <a:t>attic </a:t>
            </a:r>
            <a:r>
              <a:rPr lang="en-US" sz="3600" dirty="0" smtClean="0"/>
              <a:t>on </a:t>
            </a:r>
            <a:r>
              <a:rPr lang="en-US" sz="3600" dirty="0"/>
              <a:t>top of </a:t>
            </a:r>
            <a:r>
              <a:rPr lang="en-US" sz="3600" i="1" dirty="0" smtClean="0"/>
              <a:t>basement</a:t>
            </a:r>
            <a:r>
              <a:rPr lang="en-US" sz="3600" dirty="0" smtClean="0"/>
              <a:t>) </a:t>
            </a:r>
            <a:r>
              <a:rPr lang="en-US" sz="3600" dirty="0"/>
              <a:t>while the other half were presented in a </a:t>
            </a:r>
            <a:r>
              <a:rPr lang="en-US" sz="3600" dirty="0" smtClean="0"/>
              <a:t>Non-Iconic </a:t>
            </a:r>
            <a:r>
              <a:rPr lang="en-US" sz="3600" dirty="0"/>
              <a:t>arrangement (e.g., </a:t>
            </a:r>
            <a:r>
              <a:rPr lang="en-US" sz="3600" i="1" dirty="0" smtClean="0"/>
              <a:t>basement </a:t>
            </a:r>
            <a:r>
              <a:rPr lang="en-US" sz="3600" dirty="0" smtClean="0"/>
              <a:t>on </a:t>
            </a:r>
            <a:r>
              <a:rPr lang="en-US" sz="3600" dirty="0"/>
              <a:t>top of </a:t>
            </a:r>
            <a:r>
              <a:rPr lang="en-US" sz="3600" i="1" dirty="0" smtClean="0"/>
              <a:t>attic</a:t>
            </a:r>
            <a:r>
              <a:rPr lang="en-US" sz="3600" dirty="0" smtClean="0"/>
              <a:t>)</a:t>
            </a:r>
            <a:r>
              <a:rPr lang="en-US" sz="3600" dirty="0"/>
              <a:t>.  </a:t>
            </a:r>
            <a:endParaRPr lang="en-US" sz="3600" dirty="0" smtClean="0"/>
          </a:p>
          <a:p>
            <a:pPr marL="457200" indent="-457200">
              <a:buFont typeface="Arial" panose="020B0604020202020204" pitchFamily="34" charset="0"/>
              <a:buChar char="•"/>
            </a:pPr>
            <a:r>
              <a:rPr lang="en-US" sz="3600" dirty="0"/>
              <a:t>E</a:t>
            </a:r>
            <a:r>
              <a:rPr lang="en-US" sz="3600" dirty="0" smtClean="0"/>
              <a:t>xperiment 2: Word </a:t>
            </a:r>
            <a:r>
              <a:rPr lang="en-US" sz="3600" dirty="0"/>
              <a:t>pairs were presented one word at a time in the middle of a computer screen. </a:t>
            </a:r>
            <a:r>
              <a:rPr lang="en-US" sz="3600" dirty="0" smtClean="0"/>
              <a:t>The </a:t>
            </a:r>
            <a:r>
              <a:rPr lang="en-US" sz="3600" dirty="0"/>
              <a:t>order of presentation within a pair was manipulated so that half the related pairs were presented with the top item first  (e.g., </a:t>
            </a:r>
            <a:r>
              <a:rPr lang="en-US" sz="3600" i="1" dirty="0" smtClean="0"/>
              <a:t>attic </a:t>
            </a:r>
            <a:r>
              <a:rPr lang="en-US" sz="3600" dirty="0" smtClean="0"/>
              <a:t>- </a:t>
            </a:r>
            <a:r>
              <a:rPr lang="en-US" sz="3600" i="1" dirty="0" smtClean="0"/>
              <a:t>basement</a:t>
            </a:r>
            <a:r>
              <a:rPr lang="en-US" sz="3600" dirty="0" smtClean="0"/>
              <a:t>) </a:t>
            </a:r>
            <a:r>
              <a:rPr lang="en-US" sz="3600" dirty="0"/>
              <a:t>while the other half were presented with the bottom item first  (e.g., </a:t>
            </a:r>
            <a:r>
              <a:rPr lang="en-US" sz="3600" i="1" dirty="0" smtClean="0"/>
              <a:t>basement </a:t>
            </a:r>
            <a:r>
              <a:rPr lang="en-US" sz="3600" dirty="0" smtClean="0"/>
              <a:t>- </a:t>
            </a:r>
            <a:r>
              <a:rPr lang="en-US" sz="3600" i="1" dirty="0" smtClean="0"/>
              <a:t>attic</a:t>
            </a:r>
            <a:r>
              <a:rPr lang="en-US" sz="3600" dirty="0" smtClean="0"/>
              <a:t>)</a:t>
            </a:r>
            <a:r>
              <a:rPr lang="en-US" sz="3600" dirty="0" smtClean="0"/>
              <a:t>.</a:t>
            </a:r>
            <a:endParaRPr lang="en-US" sz="3600" dirty="0"/>
          </a:p>
          <a:p>
            <a:r>
              <a:rPr lang="en-US" sz="3600" b="1" dirty="0" smtClean="0"/>
              <a:t>Task</a:t>
            </a:r>
          </a:p>
          <a:p>
            <a:pPr marL="457200" indent="-457200">
              <a:buFont typeface="Arial" pitchFamily="34" charset="0"/>
              <a:buChar char="•"/>
            </a:pPr>
            <a:r>
              <a:rPr lang="en-US" sz="3600" dirty="0" smtClean="0"/>
              <a:t>In both experiments, participants were asked to decide whether the two words of each pair were semantically related </a:t>
            </a:r>
            <a:r>
              <a:rPr lang="en-US" sz="3600" dirty="0" smtClean="0"/>
              <a:t>or not</a:t>
            </a:r>
            <a:r>
              <a:rPr lang="en-US" sz="3600" dirty="0" smtClean="0"/>
              <a:t>.</a:t>
            </a:r>
          </a:p>
          <a:p>
            <a:r>
              <a:rPr lang="en-US" sz="3600" b="1" dirty="0" smtClean="0"/>
              <a:t>EEG Data Acquisition</a:t>
            </a:r>
          </a:p>
          <a:p>
            <a:pPr marL="457200" indent="-457200">
              <a:buFont typeface="Arial" pitchFamily="34" charset="0"/>
              <a:buChar char="•"/>
            </a:pPr>
            <a:r>
              <a:rPr lang="en-US" sz="3600" dirty="0" smtClean="0"/>
              <a:t>EEG was recorded at 500 Hz from 64 electrodes embedded in a </a:t>
            </a:r>
            <a:r>
              <a:rPr lang="en-US" sz="3600" dirty="0" err="1" smtClean="0"/>
              <a:t>HydroCel</a:t>
            </a:r>
            <a:r>
              <a:rPr lang="en-US" sz="3600" dirty="0" smtClean="0"/>
              <a:t> Geodesic Sensor Net (EGI, Eugene, OR) placed on the scalp and filtered offline with a </a:t>
            </a:r>
            <a:r>
              <a:rPr lang="en-US" sz="3600" dirty="0" err="1" smtClean="0"/>
              <a:t>bandpass</a:t>
            </a:r>
            <a:r>
              <a:rPr lang="en-US" sz="3600" dirty="0" smtClean="0"/>
              <a:t> of 0.1 to 100 Hz. ERPs were time-locked to the onset of the word pairs in exp. 1 and to the onset of the second words of each pair in exp. 2. </a:t>
            </a:r>
          </a:p>
          <a:p>
            <a:r>
              <a:rPr lang="en-US" sz="3600" b="1" dirty="0" smtClean="0"/>
              <a:t>Source Localization</a:t>
            </a:r>
            <a:endParaRPr lang="en-US" sz="3600" dirty="0" smtClean="0"/>
          </a:p>
          <a:p>
            <a:pPr marL="457200" indent="-457200">
              <a:buFont typeface="Arial" pitchFamily="34" charset="0"/>
              <a:buChar char="•"/>
            </a:pPr>
            <a:r>
              <a:rPr lang="en-US" sz="3600" dirty="0" smtClean="0"/>
              <a:t>ERP source estimates were computed for the Iconic and Non-Iconic conditions using the method </a:t>
            </a:r>
            <a:r>
              <a:rPr lang="en-US" sz="3600" dirty="0" err="1" smtClean="0"/>
              <a:t>sLORETA</a:t>
            </a:r>
            <a:r>
              <a:rPr lang="en-US" sz="3600" dirty="0" smtClean="0"/>
              <a:t> (</a:t>
            </a:r>
            <a:r>
              <a:rPr lang="en-US" sz="3600" dirty="0" err="1" smtClean="0"/>
              <a:t>Pascual-Marqui</a:t>
            </a:r>
            <a:r>
              <a:rPr lang="en-US" sz="3600" dirty="0" smtClean="0"/>
              <a:t>, 2002). Regions of Interest (ROIs) were defined based upon the solution of the source localization. </a:t>
            </a:r>
          </a:p>
        </p:txBody>
      </p:sp>
      <p:sp>
        <p:nvSpPr>
          <p:cNvPr id="51" name="Text Placeholder 50"/>
          <p:cNvSpPr>
            <a:spLocks noGrp="1"/>
          </p:cNvSpPr>
          <p:nvPr>
            <p:ph type="body" sz="quarter" idx="150"/>
          </p:nvPr>
        </p:nvSpPr>
        <p:spPr/>
        <p:txBody>
          <a:bodyPr>
            <a:noAutofit/>
          </a:bodyPr>
          <a:lstStyle/>
          <a:p>
            <a:r>
              <a:rPr lang="en-US" sz="4800" dirty="0" smtClean="0">
                <a:solidFill>
                  <a:srgbClr val="2971AD"/>
                </a:solidFill>
              </a:rPr>
              <a:t>Psychology </a:t>
            </a:r>
            <a:r>
              <a:rPr lang="en-US" sz="4800" dirty="0" smtClean="0">
                <a:solidFill>
                  <a:srgbClr val="2971AD"/>
                </a:solidFill>
              </a:rPr>
              <a:t>Department, Middle Tennessee State University, Murfreesboro, TN</a:t>
            </a:r>
            <a:br>
              <a:rPr lang="en-US" sz="4800" dirty="0" smtClean="0">
                <a:solidFill>
                  <a:srgbClr val="2971AD"/>
                </a:solidFill>
              </a:rPr>
            </a:br>
            <a:endParaRPr lang="en-US" sz="4800" dirty="0">
              <a:solidFill>
                <a:srgbClr val="2971AD"/>
              </a:solidFill>
            </a:endParaRPr>
          </a:p>
        </p:txBody>
      </p:sp>
      <p:sp>
        <p:nvSpPr>
          <p:cNvPr id="52" name="Text Placeholder 51"/>
          <p:cNvSpPr>
            <a:spLocks noGrp="1"/>
          </p:cNvSpPr>
          <p:nvPr>
            <p:ph type="body" sz="quarter" idx="151"/>
          </p:nvPr>
        </p:nvSpPr>
        <p:spPr/>
        <p:txBody>
          <a:bodyPr>
            <a:normAutofit/>
          </a:bodyPr>
          <a:lstStyle/>
          <a:p>
            <a:r>
              <a:rPr lang="en-US" sz="8000" dirty="0">
                <a:solidFill>
                  <a:srgbClr val="2971AD"/>
                </a:solidFill>
              </a:rPr>
              <a:t>Tyler </a:t>
            </a:r>
            <a:r>
              <a:rPr lang="en-US" sz="8000" dirty="0" smtClean="0">
                <a:solidFill>
                  <a:srgbClr val="2971AD"/>
                </a:solidFill>
              </a:rPr>
              <a:t>Hubbard, </a:t>
            </a:r>
            <a:r>
              <a:rPr lang="en-US" sz="8000" dirty="0" err="1">
                <a:solidFill>
                  <a:srgbClr val="2971AD"/>
                </a:solidFill>
              </a:rPr>
              <a:t>Cyrille</a:t>
            </a:r>
            <a:r>
              <a:rPr lang="en-US" sz="8000" dirty="0">
                <a:solidFill>
                  <a:srgbClr val="2971AD"/>
                </a:solidFill>
              </a:rPr>
              <a:t> </a:t>
            </a:r>
            <a:r>
              <a:rPr lang="en-US" sz="8000" dirty="0" err="1" smtClean="0">
                <a:solidFill>
                  <a:srgbClr val="2971AD"/>
                </a:solidFill>
              </a:rPr>
              <a:t>Magne</a:t>
            </a:r>
            <a:r>
              <a:rPr lang="en-US" sz="8000" dirty="0" smtClean="0">
                <a:solidFill>
                  <a:srgbClr val="2971AD"/>
                </a:solidFill>
              </a:rPr>
              <a:t>, William Langston</a:t>
            </a:r>
            <a:endParaRPr lang="en-US" sz="8000" baseline="30000" dirty="0">
              <a:solidFill>
                <a:srgbClr val="2971AD"/>
              </a:solidFill>
            </a:endParaRPr>
          </a:p>
        </p:txBody>
      </p:sp>
      <p:sp>
        <p:nvSpPr>
          <p:cNvPr id="53" name="Text Placeholder 52"/>
          <p:cNvSpPr>
            <a:spLocks noGrp="1"/>
          </p:cNvSpPr>
          <p:nvPr>
            <p:ph type="body" sz="quarter" idx="153"/>
          </p:nvPr>
        </p:nvSpPr>
        <p:spPr>
          <a:xfrm>
            <a:off x="0" y="16690"/>
            <a:ext cx="30275213" cy="2667751"/>
          </a:xfrm>
        </p:spPr>
        <p:txBody>
          <a:bodyPr>
            <a:noAutofit/>
          </a:bodyPr>
          <a:lstStyle/>
          <a:p>
            <a:r>
              <a:rPr lang="en-US" sz="10000" b="1" dirty="0" smtClean="0">
                <a:solidFill>
                  <a:srgbClr val="2971AD"/>
                </a:solidFill>
              </a:rPr>
              <a:t>Spatial </a:t>
            </a:r>
            <a:r>
              <a:rPr lang="en-US" sz="10000" b="1" dirty="0" smtClean="0">
                <a:solidFill>
                  <a:srgbClr val="2971AD"/>
                </a:solidFill>
              </a:rPr>
              <a:t>Configuration of </a:t>
            </a:r>
            <a:r>
              <a:rPr lang="en-US" sz="10000" b="1" dirty="0" smtClean="0">
                <a:solidFill>
                  <a:srgbClr val="2971AD"/>
                </a:solidFill>
              </a:rPr>
              <a:t>Vertically Related Word Pairs </a:t>
            </a:r>
            <a:r>
              <a:rPr lang="en-US" sz="10000" b="1" dirty="0" smtClean="0">
                <a:solidFill>
                  <a:srgbClr val="2971AD"/>
                </a:solidFill>
              </a:rPr>
              <a:t>Modulates the </a:t>
            </a:r>
            <a:r>
              <a:rPr lang="en-US" sz="10000" b="1" dirty="0" smtClean="0">
                <a:solidFill>
                  <a:srgbClr val="2971AD"/>
                </a:solidFill>
              </a:rPr>
              <a:t>N400 </a:t>
            </a:r>
            <a:r>
              <a:rPr lang="en-US" sz="10000" b="1" dirty="0" smtClean="0">
                <a:solidFill>
                  <a:srgbClr val="2971AD"/>
                </a:solidFill>
              </a:rPr>
              <a:t>Component of ERPs</a:t>
            </a:r>
            <a:endParaRPr lang="en-US" sz="10000" b="1" dirty="0">
              <a:solidFill>
                <a:srgbClr val="2971AD"/>
              </a:solidFill>
            </a:endParaRPr>
          </a:p>
        </p:txBody>
      </p:sp>
      <p:sp>
        <p:nvSpPr>
          <p:cNvPr id="105" name="Text Placeholder 5"/>
          <p:cNvSpPr>
            <a:spLocks noGrp="1"/>
          </p:cNvSpPr>
          <p:nvPr>
            <p:ph type="body" sz="quarter" idx="4294967295"/>
          </p:nvPr>
        </p:nvSpPr>
        <p:spPr>
          <a:xfrm>
            <a:off x="15375479" y="29700042"/>
            <a:ext cx="14287866" cy="919515"/>
          </a:xfrm>
          <a:prstGeom prst="rect">
            <a:avLst/>
          </a:prstGeom>
          <a:noFill/>
          <a:ln>
            <a:noFill/>
          </a:ln>
        </p:spPr>
        <p:txBody>
          <a:bodyPr wrap="square" lIns="89551" tIns="89551" rIns="89551" bIns="89551" anchor="ctr" anchorCtr="0">
            <a:spAutoFit/>
          </a:bodyPr>
          <a:lstStyle>
            <a:lvl1pPr algn="ctr">
              <a:buNone/>
              <a:defRPr sz="3900" b="1" u="sng" baseline="0">
                <a:solidFill>
                  <a:schemeClr val="accent5">
                    <a:lumMod val="50000"/>
                  </a:schemeClr>
                </a:solidFill>
              </a:defRPr>
            </a:lvl1pPr>
          </a:lstStyle>
          <a:p>
            <a:pPr lvl="0"/>
            <a:r>
              <a:rPr lang="en-US" sz="4800" dirty="0" smtClean="0"/>
              <a:t>Summary &amp; Conclusion</a:t>
            </a:r>
            <a:endParaRPr lang="en-US" sz="4800" dirty="0"/>
          </a:p>
        </p:txBody>
      </p:sp>
      <p:sp>
        <p:nvSpPr>
          <p:cNvPr id="150" name="TextBox 149"/>
          <p:cNvSpPr txBox="1"/>
          <p:nvPr/>
        </p:nvSpPr>
        <p:spPr>
          <a:xfrm>
            <a:off x="16050196" y="8871865"/>
            <a:ext cx="5480734" cy="461665"/>
          </a:xfrm>
          <a:prstGeom prst="rect">
            <a:avLst/>
          </a:prstGeom>
          <a:solidFill>
            <a:schemeClr val="bg2">
              <a:lumMod val="25000"/>
            </a:schemeClr>
          </a:solidFill>
        </p:spPr>
        <p:txBody>
          <a:bodyPr wrap="square" rtlCol="0">
            <a:spAutoFit/>
          </a:bodyPr>
          <a:lstStyle/>
          <a:p>
            <a:pPr algn="ctr"/>
            <a:r>
              <a:rPr lang="en-US" sz="2400" b="1" dirty="0" smtClean="0">
                <a:solidFill>
                  <a:schemeClr val="bg1"/>
                </a:solidFill>
                <a:latin typeface="Trebuchet MS" pitchFamily="34" charset="0"/>
              </a:rPr>
              <a:t>Accuracy Rates (%)</a:t>
            </a:r>
            <a:endParaRPr lang="en-US" sz="2400" b="1" dirty="0">
              <a:solidFill>
                <a:schemeClr val="bg1"/>
              </a:solidFill>
              <a:latin typeface="Trebuchet MS" pitchFamily="34" charset="0"/>
            </a:endParaRPr>
          </a:p>
        </p:txBody>
      </p:sp>
      <p:sp>
        <p:nvSpPr>
          <p:cNvPr id="234" name="TextBox 233"/>
          <p:cNvSpPr txBox="1"/>
          <p:nvPr/>
        </p:nvSpPr>
        <p:spPr>
          <a:xfrm>
            <a:off x="23489201" y="8871865"/>
            <a:ext cx="5480734" cy="461665"/>
          </a:xfrm>
          <a:prstGeom prst="rect">
            <a:avLst/>
          </a:prstGeom>
          <a:solidFill>
            <a:schemeClr val="bg2">
              <a:lumMod val="25000"/>
            </a:schemeClr>
          </a:solidFill>
        </p:spPr>
        <p:txBody>
          <a:bodyPr wrap="square" rtlCol="0">
            <a:spAutoFit/>
          </a:bodyPr>
          <a:lstStyle/>
          <a:p>
            <a:pPr algn="ctr"/>
            <a:r>
              <a:rPr lang="en-US" sz="2400" b="1" dirty="0" smtClean="0">
                <a:solidFill>
                  <a:schemeClr val="bg1"/>
                </a:solidFill>
                <a:latin typeface="Trebuchet MS" pitchFamily="34" charset="0"/>
              </a:rPr>
              <a:t>Reaction Times (</a:t>
            </a:r>
            <a:r>
              <a:rPr lang="en-US" sz="2400" b="1" dirty="0" err="1" smtClean="0">
                <a:solidFill>
                  <a:schemeClr val="bg1"/>
                </a:solidFill>
                <a:latin typeface="Trebuchet MS" pitchFamily="34" charset="0"/>
              </a:rPr>
              <a:t>ms</a:t>
            </a:r>
            <a:r>
              <a:rPr lang="en-US" sz="2400" b="1" dirty="0" smtClean="0">
                <a:solidFill>
                  <a:schemeClr val="bg1"/>
                </a:solidFill>
                <a:latin typeface="Trebuchet MS" pitchFamily="34" charset="0"/>
              </a:rPr>
              <a:t>)</a:t>
            </a:r>
            <a:endParaRPr lang="en-US" sz="2400" b="1" dirty="0">
              <a:solidFill>
                <a:schemeClr val="bg1"/>
              </a:solidFill>
              <a:latin typeface="Trebuchet MS" pitchFamily="34" charset="0"/>
            </a:endParaRPr>
          </a:p>
        </p:txBody>
      </p:sp>
      <p:sp>
        <p:nvSpPr>
          <p:cNvPr id="235" name="TextBox 234"/>
          <p:cNvSpPr txBox="1"/>
          <p:nvPr/>
        </p:nvSpPr>
        <p:spPr>
          <a:xfrm>
            <a:off x="16050196" y="14984854"/>
            <a:ext cx="5480734" cy="461665"/>
          </a:xfrm>
          <a:prstGeom prst="rect">
            <a:avLst/>
          </a:prstGeom>
          <a:solidFill>
            <a:schemeClr val="bg2">
              <a:lumMod val="25000"/>
            </a:schemeClr>
          </a:solidFill>
        </p:spPr>
        <p:txBody>
          <a:bodyPr wrap="square" rtlCol="0">
            <a:spAutoFit/>
          </a:bodyPr>
          <a:lstStyle/>
          <a:p>
            <a:pPr algn="ctr"/>
            <a:r>
              <a:rPr lang="en-US" sz="2400" b="1" dirty="0" smtClean="0">
                <a:solidFill>
                  <a:schemeClr val="bg1"/>
                </a:solidFill>
                <a:latin typeface="Trebuchet MS" pitchFamily="34" charset="0"/>
              </a:rPr>
              <a:t>Experiment 1</a:t>
            </a:r>
            <a:endParaRPr lang="en-US" sz="2400" b="1" dirty="0">
              <a:solidFill>
                <a:schemeClr val="bg1"/>
              </a:solidFill>
              <a:latin typeface="Trebuchet MS" pitchFamily="34" charset="0"/>
            </a:endParaRPr>
          </a:p>
        </p:txBody>
      </p:sp>
      <p:sp>
        <p:nvSpPr>
          <p:cNvPr id="236" name="TextBox 235"/>
          <p:cNvSpPr txBox="1"/>
          <p:nvPr/>
        </p:nvSpPr>
        <p:spPr>
          <a:xfrm>
            <a:off x="23489201" y="14984854"/>
            <a:ext cx="5480734" cy="461665"/>
          </a:xfrm>
          <a:prstGeom prst="rect">
            <a:avLst/>
          </a:prstGeom>
          <a:solidFill>
            <a:schemeClr val="bg2">
              <a:lumMod val="25000"/>
            </a:schemeClr>
          </a:solidFill>
        </p:spPr>
        <p:txBody>
          <a:bodyPr wrap="square" rtlCol="0">
            <a:spAutoFit/>
          </a:bodyPr>
          <a:lstStyle/>
          <a:p>
            <a:pPr algn="ctr"/>
            <a:r>
              <a:rPr lang="en-US" sz="2400" b="1" dirty="0" smtClean="0">
                <a:solidFill>
                  <a:schemeClr val="bg1"/>
                </a:solidFill>
                <a:latin typeface="Trebuchet MS" pitchFamily="34" charset="0"/>
              </a:rPr>
              <a:t>Experiment 2</a:t>
            </a:r>
            <a:endParaRPr lang="en-US" sz="2400" b="1" dirty="0">
              <a:solidFill>
                <a:schemeClr val="bg1"/>
              </a:solidFill>
              <a:latin typeface="Trebuchet MS" pitchFamily="34" charset="0"/>
            </a:endParaRPr>
          </a:p>
        </p:txBody>
      </p:sp>
      <p:graphicFrame>
        <p:nvGraphicFramePr>
          <p:cNvPr id="540" name="Chart 539"/>
          <p:cNvGraphicFramePr>
            <a:graphicFrameLocks/>
          </p:cNvGraphicFramePr>
          <p:nvPr>
            <p:extLst>
              <p:ext uri="{D42A27DB-BD31-4B8C-83A1-F6EECF244321}">
                <p14:modId xmlns:p14="http://schemas.microsoft.com/office/powerpoint/2010/main" val="2505492606"/>
              </p:ext>
            </p:extLst>
          </p:nvPr>
        </p:nvGraphicFramePr>
        <p:xfrm>
          <a:off x="16672101" y="9710684"/>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41" name="Chart 540"/>
          <p:cNvGraphicFramePr>
            <a:graphicFrameLocks/>
          </p:cNvGraphicFramePr>
          <p:nvPr>
            <p:extLst>
              <p:ext uri="{D42A27DB-BD31-4B8C-83A1-F6EECF244321}">
                <p14:modId xmlns:p14="http://schemas.microsoft.com/office/powerpoint/2010/main" val="1593080380"/>
              </p:ext>
            </p:extLst>
          </p:nvPr>
        </p:nvGraphicFramePr>
        <p:xfrm>
          <a:off x="23943568" y="9710684"/>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p:cNvSpPr/>
          <p:nvPr/>
        </p:nvSpPr>
        <p:spPr>
          <a:xfrm>
            <a:off x="23308894" y="12471582"/>
            <a:ext cx="5661041" cy="1384995"/>
          </a:xfrm>
          <a:prstGeom prst="rect">
            <a:avLst/>
          </a:prstGeom>
        </p:spPr>
        <p:txBody>
          <a:bodyPr wrap="square">
            <a:spAutoFit/>
          </a:bodyPr>
          <a:lstStyle/>
          <a:p>
            <a:pPr marL="457200" indent="-457200">
              <a:buFont typeface="Arial" panose="020B0604020202020204" pitchFamily="34" charset="0"/>
              <a:buChar char="•"/>
            </a:pPr>
            <a:r>
              <a:rPr lang="en-US" sz="2800" dirty="0" smtClean="0">
                <a:latin typeface="Trebuchet MS" panose="020B0603020202020204" pitchFamily="34" charset="0"/>
              </a:rPr>
              <a:t>No </a:t>
            </a:r>
            <a:r>
              <a:rPr lang="en-US" sz="2800" dirty="0">
                <a:latin typeface="Trebuchet MS" panose="020B0603020202020204" pitchFamily="34" charset="0"/>
              </a:rPr>
              <a:t>significant difference between conditions in either experiment</a:t>
            </a:r>
            <a:r>
              <a:rPr lang="en-US" sz="2800" dirty="0" smtClean="0">
                <a:latin typeface="Trebuchet MS" panose="020B0603020202020204" pitchFamily="34" charset="0"/>
              </a:rPr>
              <a:t>.</a:t>
            </a:r>
            <a:endParaRPr lang="en-US" sz="2800" dirty="0">
              <a:latin typeface="Trebuchet MS" panose="020B0603020202020204" pitchFamily="34" charset="0"/>
            </a:endParaRPr>
          </a:p>
        </p:txBody>
      </p:sp>
      <p:sp>
        <p:nvSpPr>
          <p:cNvPr id="542" name="Rectangle 541"/>
          <p:cNvSpPr/>
          <p:nvPr/>
        </p:nvSpPr>
        <p:spPr>
          <a:xfrm>
            <a:off x="16050197" y="12471582"/>
            <a:ext cx="5480734" cy="1384995"/>
          </a:xfrm>
          <a:prstGeom prst="rect">
            <a:avLst/>
          </a:prstGeom>
        </p:spPr>
        <p:txBody>
          <a:bodyPr wrap="square">
            <a:spAutoFit/>
          </a:bodyPr>
          <a:lstStyle/>
          <a:p>
            <a:pPr marL="457200" indent="-457200">
              <a:buFont typeface="Arial" panose="020B0604020202020204" pitchFamily="34" charset="0"/>
              <a:buChar char="•"/>
            </a:pPr>
            <a:r>
              <a:rPr lang="en-US" sz="2800" dirty="0" smtClean="0">
                <a:latin typeface="Trebuchet MS" panose="020B0603020202020204" pitchFamily="34" charset="0"/>
              </a:rPr>
              <a:t>Iconic &gt; </a:t>
            </a:r>
            <a:r>
              <a:rPr lang="en-US" sz="2800" dirty="0">
                <a:latin typeface="Trebuchet MS" panose="020B0603020202020204" pitchFamily="34" charset="0"/>
              </a:rPr>
              <a:t>Non-Iconic related pairs in </a:t>
            </a:r>
            <a:r>
              <a:rPr lang="en-US" sz="2800" dirty="0" smtClean="0">
                <a:latin typeface="Trebuchet MS" panose="020B0603020202020204" pitchFamily="34" charset="0"/>
              </a:rPr>
              <a:t>exp. </a:t>
            </a:r>
            <a:r>
              <a:rPr lang="en-US" sz="2800" dirty="0">
                <a:latin typeface="Trebuchet MS" panose="020B0603020202020204" pitchFamily="34" charset="0"/>
              </a:rPr>
              <a:t>1 [t(15) = 2.73; p = 0.015], but not in </a:t>
            </a:r>
            <a:r>
              <a:rPr lang="en-US" sz="2800" dirty="0" smtClean="0">
                <a:latin typeface="Trebuchet MS" panose="020B0603020202020204" pitchFamily="34" charset="0"/>
              </a:rPr>
              <a:t>exp. 2.</a:t>
            </a:r>
            <a:endParaRPr lang="en-US" sz="2800" b="1" dirty="0">
              <a:latin typeface="Trebuchet MS" panose="020B0603020202020204" pitchFamily="34" charset="0"/>
            </a:endParaRPr>
          </a:p>
        </p:txBody>
      </p:sp>
      <p:grpSp>
        <p:nvGrpSpPr>
          <p:cNvPr id="543" name="Group 542"/>
          <p:cNvGrpSpPr/>
          <p:nvPr/>
        </p:nvGrpSpPr>
        <p:grpSpPr>
          <a:xfrm>
            <a:off x="21823973" y="17769508"/>
            <a:ext cx="1307253" cy="1295257"/>
            <a:chOff x="2436813" y="2971800"/>
            <a:chExt cx="612775" cy="644525"/>
          </a:xfrm>
          <a:noFill/>
        </p:grpSpPr>
        <p:sp>
          <p:nvSpPr>
            <p:cNvPr id="548" name="Oval 450"/>
            <p:cNvSpPr>
              <a:spLocks noChangeArrowheads="1"/>
            </p:cNvSpPr>
            <p:nvPr/>
          </p:nvSpPr>
          <p:spPr bwMode="auto">
            <a:xfrm>
              <a:off x="2436813" y="3001962"/>
              <a:ext cx="612775" cy="614363"/>
            </a:xfrm>
            <a:prstGeom prst="ellipse">
              <a:avLst/>
            </a:prstGeom>
            <a:grpFill/>
            <a:ln w="12700">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sz="1400">
                <a:latin typeface="Arial" pitchFamily="34" charset="0"/>
                <a:cs typeface="Arial" pitchFamily="34" charset="0"/>
              </a:endParaRPr>
            </a:p>
          </p:txBody>
        </p:sp>
        <p:sp>
          <p:nvSpPr>
            <p:cNvPr id="549" name="Oval 451"/>
            <p:cNvSpPr>
              <a:spLocks noChangeArrowheads="1"/>
            </p:cNvSpPr>
            <p:nvPr/>
          </p:nvSpPr>
          <p:spPr bwMode="auto">
            <a:xfrm>
              <a:off x="2436813" y="3001962"/>
              <a:ext cx="609600" cy="609600"/>
            </a:xfrm>
            <a:prstGeom prst="ellipse">
              <a:avLst/>
            </a:prstGeom>
            <a:grpFill/>
            <a:ln w="12700"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400">
                <a:latin typeface="Arial" pitchFamily="34" charset="0"/>
                <a:cs typeface="Arial" pitchFamily="34" charset="0"/>
              </a:endParaRPr>
            </a:p>
          </p:txBody>
        </p:sp>
        <p:sp>
          <p:nvSpPr>
            <p:cNvPr id="550" name="Line 452"/>
            <p:cNvSpPr>
              <a:spLocks noChangeShapeType="1"/>
            </p:cNvSpPr>
            <p:nvPr/>
          </p:nvSpPr>
          <p:spPr bwMode="auto">
            <a:xfrm flipV="1">
              <a:off x="2681288" y="2971800"/>
              <a:ext cx="61913" cy="36513"/>
            </a:xfrm>
            <a:prstGeom prst="line">
              <a:avLst/>
            </a:prstGeom>
            <a:grp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sz="1400">
                <a:latin typeface="Arial" pitchFamily="34" charset="0"/>
                <a:cs typeface="Arial" pitchFamily="34" charset="0"/>
              </a:endParaRPr>
            </a:p>
          </p:txBody>
        </p:sp>
        <p:sp>
          <p:nvSpPr>
            <p:cNvPr id="551" name="Line 453"/>
            <p:cNvSpPr>
              <a:spLocks noChangeShapeType="1"/>
            </p:cNvSpPr>
            <p:nvPr/>
          </p:nvSpPr>
          <p:spPr bwMode="auto">
            <a:xfrm>
              <a:off x="2743201" y="2971800"/>
              <a:ext cx="58738" cy="36513"/>
            </a:xfrm>
            <a:prstGeom prst="line">
              <a:avLst/>
            </a:prstGeom>
            <a:grp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sz="1400">
                <a:latin typeface="Arial" pitchFamily="34" charset="0"/>
                <a:cs typeface="Arial" pitchFamily="34" charset="0"/>
              </a:endParaRPr>
            </a:p>
          </p:txBody>
        </p:sp>
        <p:sp>
          <p:nvSpPr>
            <p:cNvPr id="552" name="Oval 463"/>
            <p:cNvSpPr>
              <a:spLocks noChangeArrowheads="1"/>
            </p:cNvSpPr>
            <p:nvPr/>
          </p:nvSpPr>
          <p:spPr bwMode="auto">
            <a:xfrm>
              <a:off x="2611438" y="3117850"/>
              <a:ext cx="19050" cy="19050"/>
            </a:xfrm>
            <a:prstGeom prst="ellipse">
              <a:avLst/>
            </a:prstGeom>
            <a:grpFill/>
            <a:ln w="12700">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sz="1400">
                <a:latin typeface="Arial" pitchFamily="34" charset="0"/>
                <a:cs typeface="Arial" pitchFamily="34" charset="0"/>
              </a:endParaRPr>
            </a:p>
          </p:txBody>
        </p:sp>
        <p:sp>
          <p:nvSpPr>
            <p:cNvPr id="553" name="Oval 464"/>
            <p:cNvSpPr>
              <a:spLocks noChangeArrowheads="1"/>
            </p:cNvSpPr>
            <p:nvPr/>
          </p:nvSpPr>
          <p:spPr bwMode="auto">
            <a:xfrm>
              <a:off x="2611438" y="3117850"/>
              <a:ext cx="14288" cy="15875"/>
            </a:xfrm>
            <a:prstGeom prst="ellipse">
              <a:avLst/>
            </a:prstGeom>
            <a:grpFill/>
            <a:ln w="1270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sz="1400">
                <a:latin typeface="Arial" pitchFamily="34" charset="0"/>
                <a:cs typeface="Arial" pitchFamily="34" charset="0"/>
              </a:endParaRPr>
            </a:p>
          </p:txBody>
        </p:sp>
        <p:sp>
          <p:nvSpPr>
            <p:cNvPr id="554" name="Oval 466"/>
            <p:cNvSpPr>
              <a:spLocks noChangeArrowheads="1"/>
            </p:cNvSpPr>
            <p:nvPr/>
          </p:nvSpPr>
          <p:spPr bwMode="auto">
            <a:xfrm>
              <a:off x="2855913" y="3117850"/>
              <a:ext cx="19050" cy="19050"/>
            </a:xfrm>
            <a:prstGeom prst="ellipse">
              <a:avLst/>
            </a:prstGeom>
            <a:grpFill/>
            <a:ln w="12700">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sz="1400">
                <a:latin typeface="Arial" pitchFamily="34" charset="0"/>
                <a:cs typeface="Arial" pitchFamily="34" charset="0"/>
              </a:endParaRPr>
            </a:p>
          </p:txBody>
        </p:sp>
        <p:sp>
          <p:nvSpPr>
            <p:cNvPr id="555" name="Oval 467"/>
            <p:cNvSpPr>
              <a:spLocks noChangeArrowheads="1"/>
            </p:cNvSpPr>
            <p:nvPr/>
          </p:nvSpPr>
          <p:spPr bwMode="auto">
            <a:xfrm>
              <a:off x="2855913" y="3117850"/>
              <a:ext cx="15875" cy="15875"/>
            </a:xfrm>
            <a:prstGeom prst="ellipse">
              <a:avLst/>
            </a:prstGeom>
            <a:grpFill/>
            <a:ln w="1270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sz="1400">
                <a:latin typeface="Arial" pitchFamily="34" charset="0"/>
                <a:cs typeface="Arial" pitchFamily="34" charset="0"/>
              </a:endParaRPr>
            </a:p>
          </p:txBody>
        </p:sp>
        <p:sp>
          <p:nvSpPr>
            <p:cNvPr id="556" name="Oval 469"/>
            <p:cNvSpPr>
              <a:spLocks noChangeArrowheads="1"/>
            </p:cNvSpPr>
            <p:nvPr/>
          </p:nvSpPr>
          <p:spPr bwMode="auto">
            <a:xfrm>
              <a:off x="2582863" y="3302000"/>
              <a:ext cx="17463" cy="17463"/>
            </a:xfrm>
            <a:prstGeom prst="ellipse">
              <a:avLst/>
            </a:prstGeom>
            <a:grpFill/>
            <a:ln w="12700">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sz="1400">
                <a:latin typeface="Arial" pitchFamily="34" charset="0"/>
                <a:cs typeface="Arial" pitchFamily="34" charset="0"/>
              </a:endParaRPr>
            </a:p>
          </p:txBody>
        </p:sp>
        <p:sp>
          <p:nvSpPr>
            <p:cNvPr id="557" name="Oval 470"/>
            <p:cNvSpPr>
              <a:spLocks noChangeArrowheads="1"/>
            </p:cNvSpPr>
            <p:nvPr/>
          </p:nvSpPr>
          <p:spPr bwMode="auto">
            <a:xfrm>
              <a:off x="2582863" y="3302000"/>
              <a:ext cx="14288" cy="14288"/>
            </a:xfrm>
            <a:prstGeom prst="ellipse">
              <a:avLst/>
            </a:prstGeom>
            <a:grpFill/>
            <a:ln w="1270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sz="1400">
                <a:latin typeface="Arial" pitchFamily="34" charset="0"/>
                <a:cs typeface="Arial" pitchFamily="34" charset="0"/>
              </a:endParaRPr>
            </a:p>
          </p:txBody>
        </p:sp>
        <p:sp>
          <p:nvSpPr>
            <p:cNvPr id="558" name="Oval 472"/>
            <p:cNvSpPr>
              <a:spLocks noChangeArrowheads="1"/>
            </p:cNvSpPr>
            <p:nvPr/>
          </p:nvSpPr>
          <p:spPr bwMode="auto">
            <a:xfrm>
              <a:off x="2886076" y="3302000"/>
              <a:ext cx="17463" cy="17463"/>
            </a:xfrm>
            <a:prstGeom prst="ellipse">
              <a:avLst/>
            </a:prstGeom>
            <a:grpFill/>
            <a:ln w="12700">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sz="1400">
                <a:latin typeface="Arial" pitchFamily="34" charset="0"/>
                <a:cs typeface="Arial" pitchFamily="34" charset="0"/>
              </a:endParaRPr>
            </a:p>
          </p:txBody>
        </p:sp>
        <p:sp>
          <p:nvSpPr>
            <p:cNvPr id="559" name="Oval 473"/>
            <p:cNvSpPr>
              <a:spLocks noChangeArrowheads="1"/>
            </p:cNvSpPr>
            <p:nvPr/>
          </p:nvSpPr>
          <p:spPr bwMode="auto">
            <a:xfrm>
              <a:off x="2886076" y="3302000"/>
              <a:ext cx="14288" cy="14288"/>
            </a:xfrm>
            <a:prstGeom prst="ellipse">
              <a:avLst/>
            </a:prstGeom>
            <a:grpFill/>
            <a:ln w="1270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sz="1400">
                <a:latin typeface="Arial" pitchFamily="34" charset="0"/>
                <a:cs typeface="Arial" pitchFamily="34" charset="0"/>
              </a:endParaRPr>
            </a:p>
          </p:txBody>
        </p:sp>
        <p:sp>
          <p:nvSpPr>
            <p:cNvPr id="560" name="Oval 475"/>
            <p:cNvSpPr>
              <a:spLocks noChangeArrowheads="1"/>
            </p:cNvSpPr>
            <p:nvPr/>
          </p:nvSpPr>
          <p:spPr bwMode="auto">
            <a:xfrm>
              <a:off x="2611438" y="3484562"/>
              <a:ext cx="19050" cy="17463"/>
            </a:xfrm>
            <a:prstGeom prst="ellipse">
              <a:avLst/>
            </a:prstGeom>
            <a:grpFill/>
            <a:ln w="12700">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sz="1400">
                <a:latin typeface="Arial" pitchFamily="34" charset="0"/>
                <a:cs typeface="Arial" pitchFamily="34" charset="0"/>
              </a:endParaRPr>
            </a:p>
          </p:txBody>
        </p:sp>
        <p:sp>
          <p:nvSpPr>
            <p:cNvPr id="561" name="Oval 476"/>
            <p:cNvSpPr>
              <a:spLocks noChangeArrowheads="1"/>
            </p:cNvSpPr>
            <p:nvPr/>
          </p:nvSpPr>
          <p:spPr bwMode="auto">
            <a:xfrm>
              <a:off x="2611438" y="3484562"/>
              <a:ext cx="14288" cy="14288"/>
            </a:xfrm>
            <a:prstGeom prst="ellipse">
              <a:avLst/>
            </a:prstGeom>
            <a:grpFill/>
            <a:ln w="1270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sz="1400">
                <a:latin typeface="Arial" pitchFamily="34" charset="0"/>
                <a:cs typeface="Arial" pitchFamily="34" charset="0"/>
              </a:endParaRPr>
            </a:p>
          </p:txBody>
        </p:sp>
        <p:sp>
          <p:nvSpPr>
            <p:cNvPr id="562" name="Oval 478"/>
            <p:cNvSpPr>
              <a:spLocks noChangeArrowheads="1"/>
            </p:cNvSpPr>
            <p:nvPr/>
          </p:nvSpPr>
          <p:spPr bwMode="auto">
            <a:xfrm>
              <a:off x="2855913" y="3484562"/>
              <a:ext cx="19050" cy="17463"/>
            </a:xfrm>
            <a:prstGeom prst="ellipse">
              <a:avLst/>
            </a:prstGeom>
            <a:grpFill/>
            <a:ln w="12700">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sz="1400">
                <a:latin typeface="Arial" pitchFamily="34" charset="0"/>
                <a:cs typeface="Arial" pitchFamily="34" charset="0"/>
              </a:endParaRPr>
            </a:p>
          </p:txBody>
        </p:sp>
        <p:sp>
          <p:nvSpPr>
            <p:cNvPr id="563" name="Oval 479"/>
            <p:cNvSpPr>
              <a:spLocks noChangeArrowheads="1"/>
            </p:cNvSpPr>
            <p:nvPr/>
          </p:nvSpPr>
          <p:spPr bwMode="auto">
            <a:xfrm>
              <a:off x="2855913" y="3484562"/>
              <a:ext cx="15875" cy="14288"/>
            </a:xfrm>
            <a:prstGeom prst="ellipse">
              <a:avLst/>
            </a:prstGeom>
            <a:grpFill/>
            <a:ln w="1270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sz="1400">
                <a:latin typeface="Arial" pitchFamily="34" charset="0"/>
                <a:cs typeface="Arial" pitchFamily="34" charset="0"/>
              </a:endParaRPr>
            </a:p>
          </p:txBody>
        </p:sp>
        <p:sp>
          <p:nvSpPr>
            <p:cNvPr id="564" name="Rectangle 465"/>
            <p:cNvSpPr>
              <a:spLocks noChangeArrowheads="1"/>
            </p:cNvSpPr>
            <p:nvPr/>
          </p:nvSpPr>
          <p:spPr bwMode="auto">
            <a:xfrm>
              <a:off x="2589213" y="3044825"/>
              <a:ext cx="97683" cy="89768"/>
            </a:xfrm>
            <a:prstGeom prst="rect">
              <a:avLst/>
            </a:prstGeom>
            <a:grpFill/>
            <a:ln w="9525">
              <a:noFill/>
              <a:miter lim="800000"/>
              <a:headEnd/>
              <a:tailEnd/>
            </a:ln>
          </p:spPr>
          <p:txBody>
            <a:bodyPr vert="horz" wrap="none" lIns="0" tIns="0" rIns="0" bIns="0" numCol="1" anchor="t" anchorCtr="0" compatLnSpc="1">
              <a:prstTxWarp prst="textNoShape">
                <a:avLst/>
              </a:prstTxWarp>
              <a:spAutoFit/>
            </a:bodyPr>
            <a:lstStyle/>
            <a:p>
              <a:pPr defTabSz="2560320" fontAlgn="base">
                <a:spcBef>
                  <a:spcPct val="0"/>
                </a:spcBef>
                <a:spcAft>
                  <a:spcPct val="0"/>
                </a:spcAft>
              </a:pPr>
              <a:r>
                <a:rPr lang="en-US" sz="1400">
                  <a:solidFill>
                    <a:srgbClr val="000000"/>
                  </a:solidFill>
                  <a:latin typeface="Arial" pitchFamily="34" charset="0"/>
                  <a:cs typeface="Arial" pitchFamily="34" charset="0"/>
                </a:rPr>
                <a:t>F3</a:t>
              </a:r>
              <a:endParaRPr lang="en-US" sz="1400">
                <a:latin typeface="Arial" pitchFamily="34" charset="0"/>
                <a:cs typeface="Arial" pitchFamily="34" charset="0"/>
              </a:endParaRPr>
            </a:p>
          </p:txBody>
        </p:sp>
        <p:sp>
          <p:nvSpPr>
            <p:cNvPr id="565" name="Rectangle 468"/>
            <p:cNvSpPr>
              <a:spLocks noChangeArrowheads="1"/>
            </p:cNvSpPr>
            <p:nvPr/>
          </p:nvSpPr>
          <p:spPr bwMode="auto">
            <a:xfrm>
              <a:off x="2835276" y="3044825"/>
              <a:ext cx="97683" cy="89768"/>
            </a:xfrm>
            <a:prstGeom prst="rect">
              <a:avLst/>
            </a:prstGeom>
            <a:grpFill/>
            <a:ln w="9525">
              <a:noFill/>
              <a:miter lim="800000"/>
              <a:headEnd/>
              <a:tailEnd/>
            </a:ln>
          </p:spPr>
          <p:txBody>
            <a:bodyPr vert="horz" wrap="none" lIns="0" tIns="0" rIns="0" bIns="0" numCol="1" anchor="t" anchorCtr="0" compatLnSpc="1">
              <a:prstTxWarp prst="textNoShape">
                <a:avLst/>
              </a:prstTxWarp>
              <a:spAutoFit/>
            </a:bodyPr>
            <a:lstStyle/>
            <a:p>
              <a:pPr defTabSz="2560320" fontAlgn="base">
                <a:spcBef>
                  <a:spcPct val="0"/>
                </a:spcBef>
                <a:spcAft>
                  <a:spcPct val="0"/>
                </a:spcAft>
              </a:pPr>
              <a:r>
                <a:rPr lang="en-US" sz="1400" dirty="0">
                  <a:solidFill>
                    <a:srgbClr val="000000"/>
                  </a:solidFill>
                  <a:latin typeface="Arial" pitchFamily="34" charset="0"/>
                  <a:cs typeface="Arial" pitchFamily="34" charset="0"/>
                </a:rPr>
                <a:t>F4</a:t>
              </a:r>
              <a:endParaRPr lang="en-US" sz="1400" dirty="0">
                <a:latin typeface="Arial" pitchFamily="34" charset="0"/>
                <a:cs typeface="Arial" pitchFamily="34" charset="0"/>
              </a:endParaRPr>
            </a:p>
          </p:txBody>
        </p:sp>
        <p:sp>
          <p:nvSpPr>
            <p:cNvPr id="566" name="Rectangle 471"/>
            <p:cNvSpPr>
              <a:spLocks noChangeArrowheads="1"/>
            </p:cNvSpPr>
            <p:nvPr/>
          </p:nvSpPr>
          <p:spPr bwMode="auto">
            <a:xfrm>
              <a:off x="2560638" y="3228975"/>
              <a:ext cx="107452" cy="89768"/>
            </a:xfrm>
            <a:prstGeom prst="rect">
              <a:avLst/>
            </a:prstGeom>
            <a:grpFill/>
            <a:ln w="9525">
              <a:noFill/>
              <a:miter lim="800000"/>
              <a:headEnd/>
              <a:tailEnd/>
            </a:ln>
          </p:spPr>
          <p:txBody>
            <a:bodyPr vert="horz" wrap="none" lIns="0" tIns="0" rIns="0" bIns="0" numCol="1" anchor="t" anchorCtr="0" compatLnSpc="1">
              <a:prstTxWarp prst="textNoShape">
                <a:avLst/>
              </a:prstTxWarp>
              <a:spAutoFit/>
            </a:bodyPr>
            <a:lstStyle/>
            <a:p>
              <a:pPr defTabSz="2560320" fontAlgn="base">
                <a:spcBef>
                  <a:spcPct val="0"/>
                </a:spcBef>
                <a:spcAft>
                  <a:spcPct val="0"/>
                </a:spcAft>
              </a:pPr>
              <a:r>
                <a:rPr lang="en-US" sz="1400">
                  <a:solidFill>
                    <a:srgbClr val="000000"/>
                  </a:solidFill>
                  <a:latin typeface="Arial" pitchFamily="34" charset="0"/>
                  <a:cs typeface="Arial" pitchFamily="34" charset="0"/>
                </a:rPr>
                <a:t>C3</a:t>
              </a:r>
              <a:endParaRPr lang="en-US" sz="1400">
                <a:latin typeface="Arial" pitchFamily="34" charset="0"/>
                <a:cs typeface="Arial" pitchFamily="34" charset="0"/>
              </a:endParaRPr>
            </a:p>
          </p:txBody>
        </p:sp>
        <p:sp>
          <p:nvSpPr>
            <p:cNvPr id="567" name="Rectangle 474"/>
            <p:cNvSpPr>
              <a:spLocks noChangeArrowheads="1"/>
            </p:cNvSpPr>
            <p:nvPr/>
          </p:nvSpPr>
          <p:spPr bwMode="auto">
            <a:xfrm>
              <a:off x="2863851" y="3228975"/>
              <a:ext cx="107452" cy="89768"/>
            </a:xfrm>
            <a:prstGeom prst="rect">
              <a:avLst/>
            </a:prstGeom>
            <a:grpFill/>
            <a:ln w="9525">
              <a:noFill/>
              <a:miter lim="800000"/>
              <a:headEnd/>
              <a:tailEnd/>
            </a:ln>
          </p:spPr>
          <p:txBody>
            <a:bodyPr vert="horz" wrap="none" lIns="0" tIns="0" rIns="0" bIns="0" numCol="1" anchor="t" anchorCtr="0" compatLnSpc="1">
              <a:prstTxWarp prst="textNoShape">
                <a:avLst/>
              </a:prstTxWarp>
              <a:spAutoFit/>
            </a:bodyPr>
            <a:lstStyle/>
            <a:p>
              <a:pPr defTabSz="2560320" fontAlgn="base">
                <a:spcBef>
                  <a:spcPct val="0"/>
                </a:spcBef>
                <a:spcAft>
                  <a:spcPct val="0"/>
                </a:spcAft>
              </a:pPr>
              <a:r>
                <a:rPr lang="en-US" sz="1400" dirty="0">
                  <a:solidFill>
                    <a:srgbClr val="000000"/>
                  </a:solidFill>
                  <a:latin typeface="Arial" pitchFamily="34" charset="0"/>
                  <a:cs typeface="Arial" pitchFamily="34" charset="0"/>
                </a:rPr>
                <a:t>C4</a:t>
              </a:r>
              <a:endParaRPr lang="en-US" sz="1400" dirty="0">
                <a:latin typeface="Arial" pitchFamily="34" charset="0"/>
                <a:cs typeface="Arial" pitchFamily="34" charset="0"/>
              </a:endParaRPr>
            </a:p>
          </p:txBody>
        </p:sp>
        <p:sp>
          <p:nvSpPr>
            <p:cNvPr id="568" name="Rectangle 477"/>
            <p:cNvSpPr>
              <a:spLocks noChangeArrowheads="1"/>
            </p:cNvSpPr>
            <p:nvPr/>
          </p:nvSpPr>
          <p:spPr bwMode="auto">
            <a:xfrm>
              <a:off x="2589213" y="3411537"/>
              <a:ext cx="102943" cy="89768"/>
            </a:xfrm>
            <a:prstGeom prst="rect">
              <a:avLst/>
            </a:prstGeom>
            <a:grpFill/>
            <a:ln w="9525">
              <a:noFill/>
              <a:miter lim="800000"/>
              <a:headEnd/>
              <a:tailEnd/>
            </a:ln>
          </p:spPr>
          <p:txBody>
            <a:bodyPr vert="horz" wrap="none" lIns="0" tIns="0" rIns="0" bIns="0" numCol="1" anchor="t" anchorCtr="0" compatLnSpc="1">
              <a:prstTxWarp prst="textNoShape">
                <a:avLst/>
              </a:prstTxWarp>
              <a:spAutoFit/>
            </a:bodyPr>
            <a:lstStyle/>
            <a:p>
              <a:pPr defTabSz="2560320" fontAlgn="base">
                <a:spcBef>
                  <a:spcPct val="0"/>
                </a:spcBef>
                <a:spcAft>
                  <a:spcPct val="0"/>
                </a:spcAft>
              </a:pPr>
              <a:r>
                <a:rPr lang="en-US" sz="1400">
                  <a:solidFill>
                    <a:srgbClr val="000000"/>
                  </a:solidFill>
                  <a:latin typeface="Arial" pitchFamily="34" charset="0"/>
                  <a:cs typeface="Arial" pitchFamily="34" charset="0"/>
                </a:rPr>
                <a:t>P3</a:t>
              </a:r>
              <a:endParaRPr lang="en-US" sz="1400">
                <a:latin typeface="Arial" pitchFamily="34" charset="0"/>
                <a:cs typeface="Arial" pitchFamily="34" charset="0"/>
              </a:endParaRPr>
            </a:p>
          </p:txBody>
        </p:sp>
        <p:sp>
          <p:nvSpPr>
            <p:cNvPr id="569" name="Rectangle 480"/>
            <p:cNvSpPr>
              <a:spLocks noChangeArrowheads="1"/>
            </p:cNvSpPr>
            <p:nvPr/>
          </p:nvSpPr>
          <p:spPr bwMode="auto">
            <a:xfrm>
              <a:off x="2835276" y="3411537"/>
              <a:ext cx="102943" cy="89768"/>
            </a:xfrm>
            <a:prstGeom prst="rect">
              <a:avLst/>
            </a:prstGeom>
            <a:grpFill/>
            <a:ln w="9525">
              <a:noFill/>
              <a:miter lim="800000"/>
              <a:headEnd/>
              <a:tailEnd/>
            </a:ln>
          </p:spPr>
          <p:txBody>
            <a:bodyPr vert="horz" wrap="none" lIns="0" tIns="0" rIns="0" bIns="0" numCol="1" anchor="t" anchorCtr="0" compatLnSpc="1">
              <a:prstTxWarp prst="textNoShape">
                <a:avLst/>
              </a:prstTxWarp>
              <a:spAutoFit/>
            </a:bodyPr>
            <a:lstStyle/>
            <a:p>
              <a:pPr defTabSz="2560320" fontAlgn="base">
                <a:spcBef>
                  <a:spcPct val="0"/>
                </a:spcBef>
                <a:spcAft>
                  <a:spcPct val="0"/>
                </a:spcAft>
              </a:pPr>
              <a:r>
                <a:rPr lang="en-US" sz="1400">
                  <a:solidFill>
                    <a:srgbClr val="000000"/>
                  </a:solidFill>
                  <a:latin typeface="Arial" pitchFamily="34" charset="0"/>
                  <a:cs typeface="Arial" pitchFamily="34" charset="0"/>
                </a:rPr>
                <a:t>P4</a:t>
              </a:r>
              <a:endParaRPr lang="en-US" sz="1400">
                <a:latin typeface="Arial" pitchFamily="34" charset="0"/>
                <a:cs typeface="Arial" pitchFamily="34" charset="0"/>
              </a:endParaRPr>
            </a:p>
          </p:txBody>
        </p:sp>
      </p:grpSp>
      <p:grpSp>
        <p:nvGrpSpPr>
          <p:cNvPr id="570" name="Group 569"/>
          <p:cNvGrpSpPr/>
          <p:nvPr/>
        </p:nvGrpSpPr>
        <p:grpSpPr>
          <a:xfrm>
            <a:off x="21611015" y="20845294"/>
            <a:ext cx="1629648" cy="1172592"/>
            <a:chOff x="4548053" y="3205853"/>
            <a:chExt cx="611118" cy="390864"/>
          </a:xfrm>
        </p:grpSpPr>
        <p:sp>
          <p:nvSpPr>
            <p:cNvPr id="571" name="Rectangle 643"/>
            <p:cNvSpPr>
              <a:spLocks noChangeArrowheads="1"/>
            </p:cNvSpPr>
            <p:nvPr/>
          </p:nvSpPr>
          <p:spPr bwMode="auto">
            <a:xfrm>
              <a:off x="4767128" y="3205853"/>
              <a:ext cx="214001" cy="87203"/>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2560320" fontAlgn="base">
                <a:spcBef>
                  <a:spcPct val="0"/>
                </a:spcBef>
                <a:spcAft>
                  <a:spcPct val="0"/>
                </a:spcAft>
              </a:pPr>
              <a:r>
                <a:rPr lang="en-US" sz="1700" dirty="0">
                  <a:solidFill>
                    <a:srgbClr val="000000"/>
                  </a:solidFill>
                  <a:latin typeface="Helvetica" charset="0"/>
                  <a:cs typeface="Arial" pitchFamily="34" charset="0"/>
                </a:rPr>
                <a:t>Iconic</a:t>
              </a:r>
              <a:endParaRPr lang="en-US" sz="5000" dirty="0">
                <a:latin typeface="Arial" pitchFamily="34" charset="0"/>
                <a:cs typeface="Arial" pitchFamily="34" charset="0"/>
              </a:endParaRPr>
            </a:p>
          </p:txBody>
        </p:sp>
        <p:sp>
          <p:nvSpPr>
            <p:cNvPr id="572" name="Line 644"/>
            <p:cNvSpPr>
              <a:spLocks noChangeShapeType="1"/>
            </p:cNvSpPr>
            <p:nvPr/>
          </p:nvSpPr>
          <p:spPr bwMode="auto">
            <a:xfrm>
              <a:off x="4548053" y="3250303"/>
              <a:ext cx="146050" cy="1588"/>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73" name="Rectangle 646"/>
            <p:cNvSpPr>
              <a:spLocks noChangeArrowheads="1"/>
            </p:cNvSpPr>
            <p:nvPr/>
          </p:nvSpPr>
          <p:spPr bwMode="auto">
            <a:xfrm>
              <a:off x="4767128" y="3509514"/>
              <a:ext cx="355266" cy="87203"/>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2560320" fontAlgn="base">
                <a:spcBef>
                  <a:spcPct val="0"/>
                </a:spcBef>
                <a:spcAft>
                  <a:spcPct val="0"/>
                </a:spcAft>
              </a:pPr>
              <a:r>
                <a:rPr lang="en-US" sz="1700" dirty="0" smtClean="0">
                  <a:solidFill>
                    <a:srgbClr val="000000"/>
                  </a:solidFill>
                  <a:latin typeface="Helvetica" charset="0"/>
                  <a:cs typeface="Arial" pitchFamily="34" charset="0"/>
                </a:rPr>
                <a:t>Unrelated</a:t>
              </a:r>
              <a:endParaRPr lang="en-US" sz="5000" dirty="0">
                <a:latin typeface="Arial" pitchFamily="34" charset="0"/>
                <a:cs typeface="Arial" pitchFamily="34" charset="0"/>
              </a:endParaRPr>
            </a:p>
          </p:txBody>
        </p:sp>
        <p:sp>
          <p:nvSpPr>
            <p:cNvPr id="574" name="Line 647"/>
            <p:cNvSpPr>
              <a:spLocks noChangeShapeType="1"/>
            </p:cNvSpPr>
            <p:nvPr/>
          </p:nvSpPr>
          <p:spPr bwMode="auto">
            <a:xfrm>
              <a:off x="4548053" y="3552377"/>
              <a:ext cx="146050" cy="1588"/>
            </a:xfrm>
            <a:prstGeom prst="line">
              <a:avLst/>
            </a:prstGeom>
            <a:noFill/>
            <a:ln w="12700" cap="flat">
              <a:solidFill>
                <a:srgbClr val="C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75" name="Rectangle 646"/>
            <p:cNvSpPr>
              <a:spLocks noChangeArrowheads="1"/>
            </p:cNvSpPr>
            <p:nvPr/>
          </p:nvSpPr>
          <p:spPr bwMode="auto">
            <a:xfrm>
              <a:off x="4767838" y="3354200"/>
              <a:ext cx="391333" cy="87203"/>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2560320" fontAlgn="base">
                <a:spcBef>
                  <a:spcPct val="0"/>
                </a:spcBef>
                <a:spcAft>
                  <a:spcPct val="0"/>
                </a:spcAft>
              </a:pPr>
              <a:r>
                <a:rPr lang="en-US" sz="1700" dirty="0">
                  <a:solidFill>
                    <a:srgbClr val="000000"/>
                  </a:solidFill>
                  <a:latin typeface="Helvetica" charset="0"/>
                  <a:cs typeface="Arial" pitchFamily="34" charset="0"/>
                </a:rPr>
                <a:t>Non-Iconic</a:t>
              </a:r>
              <a:endParaRPr lang="en-US" sz="5000" dirty="0">
                <a:latin typeface="Arial" pitchFamily="34" charset="0"/>
                <a:cs typeface="Arial" pitchFamily="34" charset="0"/>
              </a:endParaRPr>
            </a:p>
          </p:txBody>
        </p:sp>
        <p:sp>
          <p:nvSpPr>
            <p:cNvPr id="576" name="Line 647"/>
            <p:cNvSpPr>
              <a:spLocks noChangeShapeType="1"/>
            </p:cNvSpPr>
            <p:nvPr/>
          </p:nvSpPr>
          <p:spPr bwMode="auto">
            <a:xfrm>
              <a:off x="4548763" y="3397063"/>
              <a:ext cx="146050" cy="1588"/>
            </a:xfrm>
            <a:prstGeom prst="line">
              <a:avLst/>
            </a:prstGeom>
            <a:noFill/>
            <a:ln w="1270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577" name="Group 576"/>
          <p:cNvGrpSpPr/>
          <p:nvPr/>
        </p:nvGrpSpPr>
        <p:grpSpPr>
          <a:xfrm>
            <a:off x="23947405" y="16107444"/>
            <a:ext cx="4398688" cy="6837600"/>
            <a:chOff x="22197836" y="16107103"/>
            <a:chExt cx="3299016" cy="4558400"/>
          </a:xfrm>
        </p:grpSpPr>
        <p:sp>
          <p:nvSpPr>
            <p:cNvPr id="578" name="Line 486"/>
            <p:cNvSpPr>
              <a:spLocks noChangeShapeType="1"/>
            </p:cNvSpPr>
            <p:nvPr/>
          </p:nvSpPr>
          <p:spPr bwMode="auto">
            <a:xfrm>
              <a:off x="22461362" y="16348403"/>
              <a:ext cx="3176" cy="9842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579" name="Line 487"/>
            <p:cNvSpPr>
              <a:spLocks noChangeShapeType="1"/>
            </p:cNvSpPr>
            <p:nvPr/>
          </p:nvSpPr>
          <p:spPr bwMode="auto">
            <a:xfrm>
              <a:off x="22197836" y="16850055"/>
              <a:ext cx="1463676" cy="63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580" name="Line 488"/>
            <p:cNvSpPr>
              <a:spLocks noChangeShapeType="1"/>
            </p:cNvSpPr>
            <p:nvPr/>
          </p:nvSpPr>
          <p:spPr bwMode="auto">
            <a:xfrm>
              <a:off x="22461362" y="16761155"/>
              <a:ext cx="3176" cy="1587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581" name="Line 540"/>
            <p:cNvSpPr>
              <a:spLocks noChangeShapeType="1"/>
            </p:cNvSpPr>
            <p:nvPr/>
          </p:nvSpPr>
          <p:spPr bwMode="auto">
            <a:xfrm>
              <a:off x="22461362" y="18017147"/>
              <a:ext cx="3176" cy="9842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582" name="Line 541"/>
            <p:cNvSpPr>
              <a:spLocks noChangeShapeType="1"/>
            </p:cNvSpPr>
            <p:nvPr/>
          </p:nvSpPr>
          <p:spPr bwMode="auto">
            <a:xfrm>
              <a:off x="22197836" y="18518795"/>
              <a:ext cx="1463676" cy="63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583" name="Line 542"/>
            <p:cNvSpPr>
              <a:spLocks noChangeShapeType="1"/>
            </p:cNvSpPr>
            <p:nvPr/>
          </p:nvSpPr>
          <p:spPr bwMode="auto">
            <a:xfrm>
              <a:off x="22461362" y="18429895"/>
              <a:ext cx="3176" cy="1587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584" name="Line 547"/>
            <p:cNvSpPr>
              <a:spLocks noChangeShapeType="1"/>
            </p:cNvSpPr>
            <p:nvPr/>
          </p:nvSpPr>
          <p:spPr bwMode="auto">
            <a:xfrm>
              <a:off x="22724886" y="18477515"/>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585" name="Line 548"/>
            <p:cNvSpPr>
              <a:spLocks noChangeShapeType="1"/>
            </p:cNvSpPr>
            <p:nvPr/>
          </p:nvSpPr>
          <p:spPr bwMode="auto">
            <a:xfrm>
              <a:off x="22994762" y="18477515"/>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586" name="Line 549"/>
            <p:cNvSpPr>
              <a:spLocks noChangeShapeType="1"/>
            </p:cNvSpPr>
            <p:nvPr/>
          </p:nvSpPr>
          <p:spPr bwMode="auto">
            <a:xfrm>
              <a:off x="23258286" y="18477515"/>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587" name="Line 550"/>
            <p:cNvSpPr>
              <a:spLocks noChangeShapeType="1"/>
            </p:cNvSpPr>
            <p:nvPr/>
          </p:nvSpPr>
          <p:spPr bwMode="auto">
            <a:xfrm>
              <a:off x="23521812" y="18477515"/>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588" name="Line 594"/>
            <p:cNvSpPr>
              <a:spLocks noChangeShapeType="1"/>
            </p:cNvSpPr>
            <p:nvPr/>
          </p:nvSpPr>
          <p:spPr bwMode="auto">
            <a:xfrm>
              <a:off x="22461362" y="19687603"/>
              <a:ext cx="3176" cy="977900"/>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589" name="Line 595"/>
            <p:cNvSpPr>
              <a:spLocks noChangeShapeType="1"/>
            </p:cNvSpPr>
            <p:nvPr/>
          </p:nvSpPr>
          <p:spPr bwMode="auto">
            <a:xfrm>
              <a:off x="22197836" y="20182903"/>
              <a:ext cx="1463676" cy="63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590" name="Line 596"/>
            <p:cNvSpPr>
              <a:spLocks noChangeShapeType="1"/>
            </p:cNvSpPr>
            <p:nvPr/>
          </p:nvSpPr>
          <p:spPr bwMode="auto">
            <a:xfrm>
              <a:off x="22461362" y="20100355"/>
              <a:ext cx="3176" cy="1587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591" name="Line 601"/>
            <p:cNvSpPr>
              <a:spLocks noChangeShapeType="1"/>
            </p:cNvSpPr>
            <p:nvPr/>
          </p:nvSpPr>
          <p:spPr bwMode="auto">
            <a:xfrm>
              <a:off x="22724886" y="20143213"/>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592" name="Line 602"/>
            <p:cNvSpPr>
              <a:spLocks noChangeShapeType="1"/>
            </p:cNvSpPr>
            <p:nvPr/>
          </p:nvSpPr>
          <p:spPr bwMode="auto">
            <a:xfrm>
              <a:off x="22994762" y="20143213"/>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593" name="Line 603"/>
            <p:cNvSpPr>
              <a:spLocks noChangeShapeType="1"/>
            </p:cNvSpPr>
            <p:nvPr/>
          </p:nvSpPr>
          <p:spPr bwMode="auto">
            <a:xfrm>
              <a:off x="23258286" y="20143213"/>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594" name="Line 604"/>
            <p:cNvSpPr>
              <a:spLocks noChangeShapeType="1"/>
            </p:cNvSpPr>
            <p:nvPr/>
          </p:nvSpPr>
          <p:spPr bwMode="auto">
            <a:xfrm>
              <a:off x="23521812" y="20143213"/>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595" name="Rectangle 481"/>
            <p:cNvSpPr>
              <a:spLocks noChangeArrowheads="1"/>
            </p:cNvSpPr>
            <p:nvPr/>
          </p:nvSpPr>
          <p:spPr bwMode="auto">
            <a:xfrm>
              <a:off x="22455012" y="16107103"/>
              <a:ext cx="191159" cy="174407"/>
            </a:xfrm>
            <a:prstGeom prst="rect">
              <a:avLst/>
            </a:prstGeom>
            <a:noFill/>
            <a:ln w="19050">
              <a:noFill/>
              <a:miter lim="800000"/>
              <a:headEnd/>
              <a:tailEnd/>
            </a:ln>
          </p:spPr>
          <p:txBody>
            <a:bodyPr vert="horz" wrap="none" lIns="0" tIns="0" rIns="0" bIns="0" numCol="1" anchor="t" anchorCtr="0" compatLnSpc="1">
              <a:prstTxWarp prst="textNoShape">
                <a:avLst/>
              </a:prstTxWarp>
              <a:spAutoFit/>
            </a:bodyPr>
            <a:lstStyle/>
            <a:p>
              <a:pPr defTabSz="2560320" fontAlgn="base">
                <a:spcBef>
                  <a:spcPct val="0"/>
                </a:spcBef>
                <a:spcAft>
                  <a:spcPct val="0"/>
                </a:spcAft>
              </a:pPr>
              <a:r>
                <a:rPr lang="en-US" sz="1700" dirty="0">
                  <a:solidFill>
                    <a:srgbClr val="000000"/>
                  </a:solidFill>
                  <a:latin typeface="Arial" pitchFamily="34" charset="0"/>
                  <a:cs typeface="Arial" pitchFamily="34" charset="0"/>
                </a:rPr>
                <a:t>F3</a:t>
              </a:r>
              <a:endParaRPr lang="en-US" sz="5000" dirty="0">
                <a:latin typeface="Arial" pitchFamily="34" charset="0"/>
                <a:cs typeface="Arial" pitchFamily="34" charset="0"/>
              </a:endParaRPr>
            </a:p>
          </p:txBody>
        </p:sp>
        <p:sp>
          <p:nvSpPr>
            <p:cNvPr id="596" name="Rectangle 535"/>
            <p:cNvSpPr>
              <a:spLocks noChangeArrowheads="1"/>
            </p:cNvSpPr>
            <p:nvPr/>
          </p:nvSpPr>
          <p:spPr bwMode="auto">
            <a:xfrm>
              <a:off x="22439136" y="17775843"/>
              <a:ext cx="209192" cy="174407"/>
            </a:xfrm>
            <a:prstGeom prst="rect">
              <a:avLst/>
            </a:prstGeom>
            <a:noFill/>
            <a:ln w="19050">
              <a:noFill/>
              <a:miter lim="800000"/>
              <a:headEnd/>
              <a:tailEnd/>
            </a:ln>
          </p:spPr>
          <p:txBody>
            <a:bodyPr vert="horz" wrap="none" lIns="0" tIns="0" rIns="0" bIns="0" numCol="1" anchor="t" anchorCtr="0" compatLnSpc="1">
              <a:prstTxWarp prst="textNoShape">
                <a:avLst/>
              </a:prstTxWarp>
              <a:spAutoFit/>
            </a:bodyPr>
            <a:lstStyle/>
            <a:p>
              <a:pPr defTabSz="2560320" fontAlgn="base">
                <a:spcBef>
                  <a:spcPct val="0"/>
                </a:spcBef>
                <a:spcAft>
                  <a:spcPct val="0"/>
                </a:spcAft>
              </a:pPr>
              <a:r>
                <a:rPr lang="en-US" sz="1700" dirty="0">
                  <a:solidFill>
                    <a:srgbClr val="000000"/>
                  </a:solidFill>
                  <a:latin typeface="Arial" pitchFamily="34" charset="0"/>
                  <a:cs typeface="Arial" pitchFamily="34" charset="0"/>
                </a:rPr>
                <a:t>C3</a:t>
              </a:r>
              <a:endParaRPr lang="en-US" sz="5000" dirty="0">
                <a:latin typeface="Arial" pitchFamily="34" charset="0"/>
                <a:cs typeface="Arial" pitchFamily="34" charset="0"/>
              </a:endParaRPr>
            </a:p>
          </p:txBody>
        </p:sp>
        <p:sp>
          <p:nvSpPr>
            <p:cNvPr id="597" name="Rectangle 589"/>
            <p:cNvSpPr>
              <a:spLocks noChangeArrowheads="1"/>
            </p:cNvSpPr>
            <p:nvPr/>
          </p:nvSpPr>
          <p:spPr bwMode="auto">
            <a:xfrm>
              <a:off x="22445486" y="19446303"/>
              <a:ext cx="200777" cy="174407"/>
            </a:xfrm>
            <a:prstGeom prst="rect">
              <a:avLst/>
            </a:prstGeom>
            <a:noFill/>
            <a:ln w="19050">
              <a:noFill/>
              <a:miter lim="800000"/>
              <a:headEnd/>
              <a:tailEnd/>
            </a:ln>
          </p:spPr>
          <p:txBody>
            <a:bodyPr vert="horz" wrap="none" lIns="0" tIns="0" rIns="0" bIns="0" numCol="1" anchor="t" anchorCtr="0" compatLnSpc="1">
              <a:prstTxWarp prst="textNoShape">
                <a:avLst/>
              </a:prstTxWarp>
              <a:spAutoFit/>
            </a:bodyPr>
            <a:lstStyle/>
            <a:p>
              <a:pPr defTabSz="2560320" fontAlgn="base">
                <a:spcBef>
                  <a:spcPct val="0"/>
                </a:spcBef>
                <a:spcAft>
                  <a:spcPct val="0"/>
                </a:spcAft>
              </a:pPr>
              <a:r>
                <a:rPr lang="en-US" sz="1700">
                  <a:solidFill>
                    <a:srgbClr val="000000"/>
                  </a:solidFill>
                  <a:latin typeface="Arial" pitchFamily="34" charset="0"/>
                  <a:cs typeface="Arial" pitchFamily="34" charset="0"/>
                </a:rPr>
                <a:t>P3</a:t>
              </a:r>
              <a:endParaRPr lang="en-US" sz="5000">
                <a:latin typeface="Arial" pitchFamily="34" charset="0"/>
                <a:cs typeface="Arial" pitchFamily="34" charset="0"/>
              </a:endParaRPr>
            </a:p>
          </p:txBody>
        </p:sp>
        <p:sp>
          <p:nvSpPr>
            <p:cNvPr id="598" name="Line 522"/>
            <p:cNvSpPr>
              <a:spLocks noChangeShapeType="1"/>
            </p:cNvSpPr>
            <p:nvPr/>
          </p:nvSpPr>
          <p:spPr bwMode="auto">
            <a:xfrm>
              <a:off x="24290160" y="16348403"/>
              <a:ext cx="3176" cy="9842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599" name="Line 523"/>
            <p:cNvSpPr>
              <a:spLocks noChangeShapeType="1"/>
            </p:cNvSpPr>
            <p:nvPr/>
          </p:nvSpPr>
          <p:spPr bwMode="auto">
            <a:xfrm>
              <a:off x="24026636" y="16850055"/>
              <a:ext cx="1463676" cy="63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00" name="Line 524"/>
            <p:cNvSpPr>
              <a:spLocks noChangeShapeType="1"/>
            </p:cNvSpPr>
            <p:nvPr/>
          </p:nvSpPr>
          <p:spPr bwMode="auto">
            <a:xfrm>
              <a:off x="24290160" y="16761155"/>
              <a:ext cx="3176" cy="1587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grpSp>
          <p:nvGrpSpPr>
            <p:cNvPr id="601" name="Group 712"/>
            <p:cNvGrpSpPr/>
            <p:nvPr/>
          </p:nvGrpSpPr>
          <p:grpSpPr>
            <a:xfrm>
              <a:off x="22724886" y="16808775"/>
              <a:ext cx="2628900" cy="79376"/>
              <a:chOff x="1025525" y="874712"/>
              <a:chExt cx="1314450" cy="39688"/>
            </a:xfrm>
          </p:grpSpPr>
          <p:sp>
            <p:nvSpPr>
              <p:cNvPr id="675" name="Line 493"/>
              <p:cNvSpPr>
                <a:spLocks noChangeShapeType="1"/>
              </p:cNvSpPr>
              <p:nvPr/>
            </p:nvSpPr>
            <p:spPr bwMode="auto">
              <a:xfrm>
                <a:off x="1025525" y="874712"/>
                <a:ext cx="1588" cy="39688"/>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76" name="Line 494"/>
              <p:cNvSpPr>
                <a:spLocks noChangeShapeType="1"/>
              </p:cNvSpPr>
              <p:nvPr/>
            </p:nvSpPr>
            <p:spPr bwMode="auto">
              <a:xfrm>
                <a:off x="1160463" y="874712"/>
                <a:ext cx="1588" cy="39688"/>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77" name="Line 495"/>
              <p:cNvSpPr>
                <a:spLocks noChangeShapeType="1"/>
              </p:cNvSpPr>
              <p:nvPr/>
            </p:nvSpPr>
            <p:spPr bwMode="auto">
              <a:xfrm>
                <a:off x="1292225" y="874712"/>
                <a:ext cx="1588" cy="39688"/>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78" name="Line 496"/>
              <p:cNvSpPr>
                <a:spLocks noChangeShapeType="1"/>
              </p:cNvSpPr>
              <p:nvPr/>
            </p:nvSpPr>
            <p:spPr bwMode="auto">
              <a:xfrm>
                <a:off x="1423988" y="874712"/>
                <a:ext cx="1588" cy="39688"/>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79" name="Line 529"/>
              <p:cNvSpPr>
                <a:spLocks noChangeShapeType="1"/>
              </p:cNvSpPr>
              <p:nvPr/>
            </p:nvSpPr>
            <p:spPr bwMode="auto">
              <a:xfrm>
                <a:off x="1939925" y="874712"/>
                <a:ext cx="1588" cy="39688"/>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80" name="Line 530"/>
              <p:cNvSpPr>
                <a:spLocks noChangeShapeType="1"/>
              </p:cNvSpPr>
              <p:nvPr/>
            </p:nvSpPr>
            <p:spPr bwMode="auto">
              <a:xfrm>
                <a:off x="2074862" y="874712"/>
                <a:ext cx="1588" cy="39688"/>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81" name="Line 531"/>
              <p:cNvSpPr>
                <a:spLocks noChangeShapeType="1"/>
              </p:cNvSpPr>
              <p:nvPr/>
            </p:nvSpPr>
            <p:spPr bwMode="auto">
              <a:xfrm>
                <a:off x="2206625" y="874712"/>
                <a:ext cx="1588" cy="39688"/>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82" name="Line 532"/>
              <p:cNvSpPr>
                <a:spLocks noChangeShapeType="1"/>
              </p:cNvSpPr>
              <p:nvPr/>
            </p:nvSpPr>
            <p:spPr bwMode="auto">
              <a:xfrm>
                <a:off x="2338387" y="874712"/>
                <a:ext cx="1588" cy="39688"/>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grpSp>
        <p:sp>
          <p:nvSpPr>
            <p:cNvPr id="602" name="Line 576"/>
            <p:cNvSpPr>
              <a:spLocks noChangeShapeType="1"/>
            </p:cNvSpPr>
            <p:nvPr/>
          </p:nvSpPr>
          <p:spPr bwMode="auto">
            <a:xfrm>
              <a:off x="24290160" y="18017147"/>
              <a:ext cx="3176" cy="9842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03" name="Line 577"/>
            <p:cNvSpPr>
              <a:spLocks noChangeShapeType="1"/>
            </p:cNvSpPr>
            <p:nvPr/>
          </p:nvSpPr>
          <p:spPr bwMode="auto">
            <a:xfrm>
              <a:off x="24026636" y="18518795"/>
              <a:ext cx="1463676" cy="63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04" name="Line 578"/>
            <p:cNvSpPr>
              <a:spLocks noChangeShapeType="1"/>
            </p:cNvSpPr>
            <p:nvPr/>
          </p:nvSpPr>
          <p:spPr bwMode="auto">
            <a:xfrm>
              <a:off x="24290160" y="18429895"/>
              <a:ext cx="3176" cy="1587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05" name="Line 583"/>
            <p:cNvSpPr>
              <a:spLocks noChangeShapeType="1"/>
            </p:cNvSpPr>
            <p:nvPr/>
          </p:nvSpPr>
          <p:spPr bwMode="auto">
            <a:xfrm>
              <a:off x="24553686" y="18477515"/>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06" name="Line 584"/>
            <p:cNvSpPr>
              <a:spLocks noChangeShapeType="1"/>
            </p:cNvSpPr>
            <p:nvPr/>
          </p:nvSpPr>
          <p:spPr bwMode="auto">
            <a:xfrm>
              <a:off x="24823560" y="18477515"/>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07" name="Line 585"/>
            <p:cNvSpPr>
              <a:spLocks noChangeShapeType="1"/>
            </p:cNvSpPr>
            <p:nvPr/>
          </p:nvSpPr>
          <p:spPr bwMode="auto">
            <a:xfrm>
              <a:off x="25087086" y="18477515"/>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08" name="Line 586"/>
            <p:cNvSpPr>
              <a:spLocks noChangeShapeType="1"/>
            </p:cNvSpPr>
            <p:nvPr/>
          </p:nvSpPr>
          <p:spPr bwMode="auto">
            <a:xfrm>
              <a:off x="25350610" y="18477515"/>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09" name="Rectangle 517"/>
            <p:cNvSpPr>
              <a:spLocks noChangeArrowheads="1"/>
            </p:cNvSpPr>
            <p:nvPr/>
          </p:nvSpPr>
          <p:spPr bwMode="auto">
            <a:xfrm>
              <a:off x="24283810" y="16107103"/>
              <a:ext cx="191159" cy="174407"/>
            </a:xfrm>
            <a:prstGeom prst="rect">
              <a:avLst/>
            </a:prstGeom>
            <a:noFill/>
            <a:ln w="19050">
              <a:noFill/>
              <a:miter lim="800000"/>
              <a:headEnd/>
              <a:tailEnd/>
            </a:ln>
          </p:spPr>
          <p:txBody>
            <a:bodyPr vert="horz" wrap="none" lIns="0" tIns="0" rIns="0" bIns="0" numCol="1" anchor="t" anchorCtr="0" compatLnSpc="1">
              <a:prstTxWarp prst="textNoShape">
                <a:avLst/>
              </a:prstTxWarp>
              <a:spAutoFit/>
            </a:bodyPr>
            <a:lstStyle/>
            <a:p>
              <a:pPr defTabSz="2560320" fontAlgn="base">
                <a:spcBef>
                  <a:spcPct val="0"/>
                </a:spcBef>
                <a:spcAft>
                  <a:spcPct val="0"/>
                </a:spcAft>
              </a:pPr>
              <a:r>
                <a:rPr lang="en-US" sz="1700" dirty="0">
                  <a:solidFill>
                    <a:srgbClr val="000000"/>
                  </a:solidFill>
                  <a:latin typeface="Arial" pitchFamily="34" charset="0"/>
                  <a:cs typeface="Arial" pitchFamily="34" charset="0"/>
                </a:rPr>
                <a:t>F4</a:t>
              </a:r>
              <a:endParaRPr lang="en-US" sz="5000" dirty="0">
                <a:latin typeface="Arial" pitchFamily="34" charset="0"/>
                <a:cs typeface="Arial" pitchFamily="34" charset="0"/>
              </a:endParaRPr>
            </a:p>
          </p:txBody>
        </p:sp>
        <p:sp>
          <p:nvSpPr>
            <p:cNvPr id="610" name="Rectangle 571"/>
            <p:cNvSpPr>
              <a:spLocks noChangeArrowheads="1"/>
            </p:cNvSpPr>
            <p:nvPr/>
          </p:nvSpPr>
          <p:spPr bwMode="auto">
            <a:xfrm>
              <a:off x="24267936" y="17775843"/>
              <a:ext cx="209192" cy="174407"/>
            </a:xfrm>
            <a:prstGeom prst="rect">
              <a:avLst/>
            </a:prstGeom>
            <a:noFill/>
            <a:ln w="19050">
              <a:noFill/>
              <a:miter lim="800000"/>
              <a:headEnd/>
              <a:tailEnd/>
            </a:ln>
          </p:spPr>
          <p:txBody>
            <a:bodyPr vert="horz" wrap="none" lIns="0" tIns="0" rIns="0" bIns="0" numCol="1" anchor="t" anchorCtr="0" compatLnSpc="1">
              <a:prstTxWarp prst="textNoShape">
                <a:avLst/>
              </a:prstTxWarp>
              <a:spAutoFit/>
            </a:bodyPr>
            <a:lstStyle/>
            <a:p>
              <a:pPr defTabSz="2560320" fontAlgn="base">
                <a:spcBef>
                  <a:spcPct val="0"/>
                </a:spcBef>
                <a:spcAft>
                  <a:spcPct val="0"/>
                </a:spcAft>
              </a:pPr>
              <a:r>
                <a:rPr lang="en-US" sz="1700">
                  <a:solidFill>
                    <a:srgbClr val="000000"/>
                  </a:solidFill>
                  <a:latin typeface="Arial" pitchFamily="34" charset="0"/>
                  <a:cs typeface="Arial" pitchFamily="34" charset="0"/>
                </a:rPr>
                <a:t>C4</a:t>
              </a:r>
              <a:endParaRPr lang="en-US" sz="5000">
                <a:latin typeface="Arial" pitchFamily="34" charset="0"/>
                <a:cs typeface="Arial" pitchFamily="34" charset="0"/>
              </a:endParaRPr>
            </a:p>
          </p:txBody>
        </p:sp>
        <p:sp>
          <p:nvSpPr>
            <p:cNvPr id="611" name="Rectangle 625"/>
            <p:cNvSpPr>
              <a:spLocks noChangeArrowheads="1"/>
            </p:cNvSpPr>
            <p:nvPr/>
          </p:nvSpPr>
          <p:spPr bwMode="auto">
            <a:xfrm>
              <a:off x="24277460" y="19446303"/>
              <a:ext cx="200777" cy="174407"/>
            </a:xfrm>
            <a:prstGeom prst="rect">
              <a:avLst/>
            </a:prstGeom>
            <a:noFill/>
            <a:ln w="19050">
              <a:noFill/>
              <a:miter lim="800000"/>
              <a:headEnd/>
              <a:tailEnd/>
            </a:ln>
          </p:spPr>
          <p:txBody>
            <a:bodyPr vert="horz" wrap="none" lIns="0" tIns="0" rIns="0" bIns="0" numCol="1" anchor="t" anchorCtr="0" compatLnSpc="1">
              <a:prstTxWarp prst="textNoShape">
                <a:avLst/>
              </a:prstTxWarp>
              <a:spAutoFit/>
            </a:bodyPr>
            <a:lstStyle/>
            <a:p>
              <a:pPr defTabSz="2560320" fontAlgn="base">
                <a:spcBef>
                  <a:spcPct val="0"/>
                </a:spcBef>
                <a:spcAft>
                  <a:spcPct val="0"/>
                </a:spcAft>
              </a:pPr>
              <a:r>
                <a:rPr lang="en-US" sz="1700">
                  <a:solidFill>
                    <a:srgbClr val="000000"/>
                  </a:solidFill>
                  <a:latin typeface="Arial" pitchFamily="34" charset="0"/>
                  <a:cs typeface="Arial" pitchFamily="34" charset="0"/>
                </a:rPr>
                <a:t>P4</a:t>
              </a:r>
              <a:endParaRPr lang="en-US" sz="5000">
                <a:latin typeface="Arial" pitchFamily="34" charset="0"/>
                <a:cs typeface="Arial" pitchFamily="34" charset="0"/>
              </a:endParaRPr>
            </a:p>
          </p:txBody>
        </p:sp>
        <p:sp>
          <p:nvSpPr>
            <p:cNvPr id="612" name="Line 630"/>
            <p:cNvSpPr>
              <a:spLocks noChangeShapeType="1"/>
            </p:cNvSpPr>
            <p:nvPr/>
          </p:nvSpPr>
          <p:spPr bwMode="auto">
            <a:xfrm>
              <a:off x="24290160" y="19687603"/>
              <a:ext cx="3176" cy="977900"/>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13" name="Line 631"/>
            <p:cNvSpPr>
              <a:spLocks noChangeShapeType="1"/>
            </p:cNvSpPr>
            <p:nvPr/>
          </p:nvSpPr>
          <p:spPr bwMode="auto">
            <a:xfrm>
              <a:off x="24026636" y="20182903"/>
              <a:ext cx="1463676" cy="63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14" name="Line 632"/>
            <p:cNvSpPr>
              <a:spLocks noChangeShapeType="1"/>
            </p:cNvSpPr>
            <p:nvPr/>
          </p:nvSpPr>
          <p:spPr bwMode="auto">
            <a:xfrm>
              <a:off x="24290160" y="20100355"/>
              <a:ext cx="3176" cy="1587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15" name="Line 637"/>
            <p:cNvSpPr>
              <a:spLocks noChangeShapeType="1"/>
            </p:cNvSpPr>
            <p:nvPr/>
          </p:nvSpPr>
          <p:spPr bwMode="auto">
            <a:xfrm>
              <a:off x="24553686" y="20143213"/>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16" name="Line 638"/>
            <p:cNvSpPr>
              <a:spLocks noChangeShapeType="1"/>
            </p:cNvSpPr>
            <p:nvPr/>
          </p:nvSpPr>
          <p:spPr bwMode="auto">
            <a:xfrm>
              <a:off x="24823560" y="20143213"/>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17" name="Line 639"/>
            <p:cNvSpPr>
              <a:spLocks noChangeShapeType="1"/>
            </p:cNvSpPr>
            <p:nvPr/>
          </p:nvSpPr>
          <p:spPr bwMode="auto">
            <a:xfrm>
              <a:off x="25087086" y="20143213"/>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18" name="Line 640"/>
            <p:cNvSpPr>
              <a:spLocks noChangeShapeType="1"/>
            </p:cNvSpPr>
            <p:nvPr/>
          </p:nvSpPr>
          <p:spPr bwMode="auto">
            <a:xfrm>
              <a:off x="25350610" y="20143213"/>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19" name="Freeform 931"/>
            <p:cNvSpPr>
              <a:spLocks/>
            </p:cNvSpPr>
            <p:nvPr/>
          </p:nvSpPr>
          <p:spPr bwMode="auto">
            <a:xfrm>
              <a:off x="22202512" y="16647051"/>
              <a:ext cx="768350" cy="565152"/>
            </a:xfrm>
            <a:custGeom>
              <a:avLst/>
              <a:gdLst/>
              <a:ahLst/>
              <a:cxnLst>
                <a:cxn ang="0">
                  <a:pos x="5" y="29"/>
                </a:cxn>
                <a:cxn ang="0">
                  <a:pos x="12" y="32"/>
                </a:cxn>
                <a:cxn ang="0">
                  <a:pos x="19" y="32"/>
                </a:cxn>
                <a:cxn ang="0">
                  <a:pos x="26" y="32"/>
                </a:cxn>
                <a:cxn ang="0">
                  <a:pos x="32" y="29"/>
                </a:cxn>
                <a:cxn ang="0">
                  <a:pos x="39" y="25"/>
                </a:cxn>
                <a:cxn ang="0">
                  <a:pos x="46" y="25"/>
                </a:cxn>
                <a:cxn ang="0">
                  <a:pos x="53" y="25"/>
                </a:cxn>
                <a:cxn ang="0">
                  <a:pos x="60" y="29"/>
                </a:cxn>
                <a:cxn ang="0">
                  <a:pos x="67" y="34"/>
                </a:cxn>
                <a:cxn ang="0">
                  <a:pos x="74" y="34"/>
                </a:cxn>
                <a:cxn ang="0">
                  <a:pos x="81" y="32"/>
                </a:cxn>
                <a:cxn ang="0">
                  <a:pos x="88" y="29"/>
                </a:cxn>
                <a:cxn ang="0">
                  <a:pos x="95" y="29"/>
                </a:cxn>
                <a:cxn ang="0">
                  <a:pos x="101" y="34"/>
                </a:cxn>
                <a:cxn ang="0">
                  <a:pos x="108" y="39"/>
                </a:cxn>
                <a:cxn ang="0">
                  <a:pos x="115" y="36"/>
                </a:cxn>
                <a:cxn ang="0">
                  <a:pos x="122" y="27"/>
                </a:cxn>
                <a:cxn ang="0">
                  <a:pos x="127" y="18"/>
                </a:cxn>
                <a:cxn ang="0">
                  <a:pos x="131" y="11"/>
                </a:cxn>
                <a:cxn ang="0">
                  <a:pos x="136" y="2"/>
                </a:cxn>
                <a:cxn ang="0">
                  <a:pos x="143" y="2"/>
                </a:cxn>
                <a:cxn ang="0">
                  <a:pos x="148" y="11"/>
                </a:cxn>
                <a:cxn ang="0">
                  <a:pos x="152" y="20"/>
                </a:cxn>
                <a:cxn ang="0">
                  <a:pos x="154" y="32"/>
                </a:cxn>
                <a:cxn ang="0">
                  <a:pos x="159" y="46"/>
                </a:cxn>
                <a:cxn ang="0">
                  <a:pos x="161" y="62"/>
                </a:cxn>
                <a:cxn ang="0">
                  <a:pos x="166" y="69"/>
                </a:cxn>
                <a:cxn ang="0">
                  <a:pos x="168" y="80"/>
                </a:cxn>
                <a:cxn ang="0">
                  <a:pos x="173" y="87"/>
                </a:cxn>
                <a:cxn ang="0">
                  <a:pos x="180" y="85"/>
                </a:cxn>
                <a:cxn ang="0">
                  <a:pos x="184" y="78"/>
                </a:cxn>
                <a:cxn ang="0">
                  <a:pos x="189" y="69"/>
                </a:cxn>
                <a:cxn ang="0">
                  <a:pos x="191" y="59"/>
                </a:cxn>
                <a:cxn ang="0">
                  <a:pos x="196" y="50"/>
                </a:cxn>
                <a:cxn ang="0">
                  <a:pos x="198" y="41"/>
                </a:cxn>
                <a:cxn ang="0">
                  <a:pos x="203" y="34"/>
                </a:cxn>
                <a:cxn ang="0">
                  <a:pos x="210" y="25"/>
                </a:cxn>
                <a:cxn ang="0">
                  <a:pos x="217" y="23"/>
                </a:cxn>
                <a:cxn ang="0">
                  <a:pos x="223" y="20"/>
                </a:cxn>
                <a:cxn ang="0">
                  <a:pos x="230" y="18"/>
                </a:cxn>
                <a:cxn ang="0">
                  <a:pos x="237" y="16"/>
                </a:cxn>
              </a:cxnLst>
              <a:rect l="0" t="0" r="r" b="b"/>
              <a:pathLst>
                <a:path w="242" h="89">
                  <a:moveTo>
                    <a:pt x="0" y="29"/>
                  </a:moveTo>
                  <a:lnTo>
                    <a:pt x="2" y="29"/>
                  </a:lnTo>
                  <a:lnTo>
                    <a:pt x="5" y="29"/>
                  </a:lnTo>
                  <a:lnTo>
                    <a:pt x="7" y="29"/>
                  </a:lnTo>
                  <a:lnTo>
                    <a:pt x="9" y="32"/>
                  </a:lnTo>
                  <a:lnTo>
                    <a:pt x="12" y="32"/>
                  </a:lnTo>
                  <a:lnTo>
                    <a:pt x="14" y="32"/>
                  </a:lnTo>
                  <a:lnTo>
                    <a:pt x="16" y="32"/>
                  </a:lnTo>
                  <a:lnTo>
                    <a:pt x="19" y="32"/>
                  </a:lnTo>
                  <a:lnTo>
                    <a:pt x="21" y="32"/>
                  </a:lnTo>
                  <a:lnTo>
                    <a:pt x="23" y="32"/>
                  </a:lnTo>
                  <a:lnTo>
                    <a:pt x="26" y="32"/>
                  </a:lnTo>
                  <a:lnTo>
                    <a:pt x="28" y="32"/>
                  </a:lnTo>
                  <a:lnTo>
                    <a:pt x="30" y="29"/>
                  </a:lnTo>
                  <a:lnTo>
                    <a:pt x="32" y="29"/>
                  </a:lnTo>
                  <a:lnTo>
                    <a:pt x="35" y="27"/>
                  </a:lnTo>
                  <a:lnTo>
                    <a:pt x="37" y="27"/>
                  </a:lnTo>
                  <a:lnTo>
                    <a:pt x="39" y="25"/>
                  </a:lnTo>
                  <a:lnTo>
                    <a:pt x="42" y="25"/>
                  </a:lnTo>
                  <a:lnTo>
                    <a:pt x="44" y="25"/>
                  </a:lnTo>
                  <a:lnTo>
                    <a:pt x="46" y="25"/>
                  </a:lnTo>
                  <a:lnTo>
                    <a:pt x="49" y="25"/>
                  </a:lnTo>
                  <a:lnTo>
                    <a:pt x="51" y="25"/>
                  </a:lnTo>
                  <a:lnTo>
                    <a:pt x="53" y="25"/>
                  </a:lnTo>
                  <a:lnTo>
                    <a:pt x="55" y="27"/>
                  </a:lnTo>
                  <a:lnTo>
                    <a:pt x="58" y="27"/>
                  </a:lnTo>
                  <a:lnTo>
                    <a:pt x="60" y="29"/>
                  </a:lnTo>
                  <a:lnTo>
                    <a:pt x="62" y="32"/>
                  </a:lnTo>
                  <a:lnTo>
                    <a:pt x="65" y="32"/>
                  </a:lnTo>
                  <a:lnTo>
                    <a:pt x="67" y="34"/>
                  </a:lnTo>
                  <a:lnTo>
                    <a:pt x="69" y="34"/>
                  </a:lnTo>
                  <a:lnTo>
                    <a:pt x="72" y="34"/>
                  </a:lnTo>
                  <a:lnTo>
                    <a:pt x="74" y="34"/>
                  </a:lnTo>
                  <a:lnTo>
                    <a:pt x="76" y="34"/>
                  </a:lnTo>
                  <a:lnTo>
                    <a:pt x="78" y="32"/>
                  </a:lnTo>
                  <a:lnTo>
                    <a:pt x="81" y="32"/>
                  </a:lnTo>
                  <a:lnTo>
                    <a:pt x="83" y="32"/>
                  </a:lnTo>
                  <a:lnTo>
                    <a:pt x="85" y="29"/>
                  </a:lnTo>
                  <a:lnTo>
                    <a:pt x="88" y="29"/>
                  </a:lnTo>
                  <a:lnTo>
                    <a:pt x="90" y="29"/>
                  </a:lnTo>
                  <a:lnTo>
                    <a:pt x="92" y="29"/>
                  </a:lnTo>
                  <a:lnTo>
                    <a:pt x="95" y="29"/>
                  </a:lnTo>
                  <a:lnTo>
                    <a:pt x="97" y="32"/>
                  </a:lnTo>
                  <a:lnTo>
                    <a:pt x="99" y="32"/>
                  </a:lnTo>
                  <a:lnTo>
                    <a:pt x="101" y="34"/>
                  </a:lnTo>
                  <a:lnTo>
                    <a:pt x="104" y="36"/>
                  </a:lnTo>
                  <a:lnTo>
                    <a:pt x="106" y="36"/>
                  </a:lnTo>
                  <a:lnTo>
                    <a:pt x="108" y="39"/>
                  </a:lnTo>
                  <a:lnTo>
                    <a:pt x="111" y="39"/>
                  </a:lnTo>
                  <a:lnTo>
                    <a:pt x="113" y="36"/>
                  </a:lnTo>
                  <a:lnTo>
                    <a:pt x="115" y="36"/>
                  </a:lnTo>
                  <a:lnTo>
                    <a:pt x="118" y="34"/>
                  </a:lnTo>
                  <a:lnTo>
                    <a:pt x="122" y="29"/>
                  </a:lnTo>
                  <a:lnTo>
                    <a:pt x="122" y="27"/>
                  </a:lnTo>
                  <a:lnTo>
                    <a:pt x="125" y="25"/>
                  </a:lnTo>
                  <a:lnTo>
                    <a:pt x="125" y="20"/>
                  </a:lnTo>
                  <a:lnTo>
                    <a:pt x="127" y="18"/>
                  </a:lnTo>
                  <a:lnTo>
                    <a:pt x="129" y="16"/>
                  </a:lnTo>
                  <a:lnTo>
                    <a:pt x="129" y="13"/>
                  </a:lnTo>
                  <a:lnTo>
                    <a:pt x="131" y="11"/>
                  </a:lnTo>
                  <a:lnTo>
                    <a:pt x="131" y="9"/>
                  </a:lnTo>
                  <a:lnTo>
                    <a:pt x="136" y="4"/>
                  </a:lnTo>
                  <a:lnTo>
                    <a:pt x="136" y="2"/>
                  </a:lnTo>
                  <a:lnTo>
                    <a:pt x="138" y="0"/>
                  </a:lnTo>
                  <a:lnTo>
                    <a:pt x="141" y="2"/>
                  </a:lnTo>
                  <a:lnTo>
                    <a:pt x="143" y="2"/>
                  </a:lnTo>
                  <a:lnTo>
                    <a:pt x="145" y="4"/>
                  </a:lnTo>
                  <a:lnTo>
                    <a:pt x="148" y="6"/>
                  </a:lnTo>
                  <a:lnTo>
                    <a:pt x="148" y="11"/>
                  </a:lnTo>
                  <a:lnTo>
                    <a:pt x="150" y="13"/>
                  </a:lnTo>
                  <a:lnTo>
                    <a:pt x="150" y="18"/>
                  </a:lnTo>
                  <a:lnTo>
                    <a:pt x="152" y="20"/>
                  </a:lnTo>
                  <a:lnTo>
                    <a:pt x="152" y="25"/>
                  </a:lnTo>
                  <a:lnTo>
                    <a:pt x="154" y="29"/>
                  </a:lnTo>
                  <a:lnTo>
                    <a:pt x="154" y="32"/>
                  </a:lnTo>
                  <a:lnTo>
                    <a:pt x="157" y="34"/>
                  </a:lnTo>
                  <a:lnTo>
                    <a:pt x="157" y="41"/>
                  </a:lnTo>
                  <a:lnTo>
                    <a:pt x="159" y="46"/>
                  </a:lnTo>
                  <a:lnTo>
                    <a:pt x="159" y="50"/>
                  </a:lnTo>
                  <a:lnTo>
                    <a:pt x="161" y="55"/>
                  </a:lnTo>
                  <a:lnTo>
                    <a:pt x="161" y="62"/>
                  </a:lnTo>
                  <a:lnTo>
                    <a:pt x="164" y="64"/>
                  </a:lnTo>
                  <a:lnTo>
                    <a:pt x="164" y="66"/>
                  </a:lnTo>
                  <a:lnTo>
                    <a:pt x="166" y="69"/>
                  </a:lnTo>
                  <a:lnTo>
                    <a:pt x="166" y="76"/>
                  </a:lnTo>
                  <a:lnTo>
                    <a:pt x="168" y="78"/>
                  </a:lnTo>
                  <a:lnTo>
                    <a:pt x="168" y="80"/>
                  </a:lnTo>
                  <a:lnTo>
                    <a:pt x="171" y="82"/>
                  </a:lnTo>
                  <a:lnTo>
                    <a:pt x="171" y="85"/>
                  </a:lnTo>
                  <a:lnTo>
                    <a:pt x="173" y="87"/>
                  </a:lnTo>
                  <a:lnTo>
                    <a:pt x="175" y="89"/>
                  </a:lnTo>
                  <a:lnTo>
                    <a:pt x="177" y="87"/>
                  </a:lnTo>
                  <a:lnTo>
                    <a:pt x="180" y="85"/>
                  </a:lnTo>
                  <a:lnTo>
                    <a:pt x="182" y="82"/>
                  </a:lnTo>
                  <a:lnTo>
                    <a:pt x="184" y="80"/>
                  </a:lnTo>
                  <a:lnTo>
                    <a:pt x="184" y="78"/>
                  </a:lnTo>
                  <a:lnTo>
                    <a:pt x="187" y="76"/>
                  </a:lnTo>
                  <a:lnTo>
                    <a:pt x="187" y="71"/>
                  </a:lnTo>
                  <a:lnTo>
                    <a:pt x="189" y="69"/>
                  </a:lnTo>
                  <a:lnTo>
                    <a:pt x="189" y="64"/>
                  </a:lnTo>
                  <a:lnTo>
                    <a:pt x="191" y="62"/>
                  </a:lnTo>
                  <a:lnTo>
                    <a:pt x="191" y="59"/>
                  </a:lnTo>
                  <a:lnTo>
                    <a:pt x="194" y="57"/>
                  </a:lnTo>
                  <a:lnTo>
                    <a:pt x="194" y="53"/>
                  </a:lnTo>
                  <a:lnTo>
                    <a:pt x="196" y="50"/>
                  </a:lnTo>
                  <a:lnTo>
                    <a:pt x="196" y="48"/>
                  </a:lnTo>
                  <a:lnTo>
                    <a:pt x="198" y="46"/>
                  </a:lnTo>
                  <a:lnTo>
                    <a:pt x="198" y="41"/>
                  </a:lnTo>
                  <a:lnTo>
                    <a:pt x="200" y="39"/>
                  </a:lnTo>
                  <a:lnTo>
                    <a:pt x="203" y="36"/>
                  </a:lnTo>
                  <a:lnTo>
                    <a:pt x="203" y="34"/>
                  </a:lnTo>
                  <a:lnTo>
                    <a:pt x="207" y="29"/>
                  </a:lnTo>
                  <a:lnTo>
                    <a:pt x="207" y="27"/>
                  </a:lnTo>
                  <a:lnTo>
                    <a:pt x="210" y="25"/>
                  </a:lnTo>
                  <a:lnTo>
                    <a:pt x="212" y="25"/>
                  </a:lnTo>
                  <a:lnTo>
                    <a:pt x="214" y="23"/>
                  </a:lnTo>
                  <a:lnTo>
                    <a:pt x="217" y="23"/>
                  </a:lnTo>
                  <a:lnTo>
                    <a:pt x="219" y="20"/>
                  </a:lnTo>
                  <a:lnTo>
                    <a:pt x="221" y="20"/>
                  </a:lnTo>
                  <a:lnTo>
                    <a:pt x="223" y="20"/>
                  </a:lnTo>
                  <a:lnTo>
                    <a:pt x="226" y="20"/>
                  </a:lnTo>
                  <a:lnTo>
                    <a:pt x="228" y="18"/>
                  </a:lnTo>
                  <a:lnTo>
                    <a:pt x="230" y="18"/>
                  </a:lnTo>
                  <a:lnTo>
                    <a:pt x="233" y="18"/>
                  </a:lnTo>
                  <a:lnTo>
                    <a:pt x="235" y="16"/>
                  </a:lnTo>
                  <a:lnTo>
                    <a:pt x="237" y="16"/>
                  </a:lnTo>
                  <a:lnTo>
                    <a:pt x="240" y="16"/>
                  </a:lnTo>
                  <a:lnTo>
                    <a:pt x="242" y="13"/>
                  </a:lnTo>
                </a:path>
              </a:pathLst>
            </a:custGeom>
            <a:noFill/>
            <a:ln w="1270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20" name="Freeform 932"/>
            <p:cNvSpPr>
              <a:spLocks/>
            </p:cNvSpPr>
            <p:nvPr/>
          </p:nvSpPr>
          <p:spPr bwMode="auto">
            <a:xfrm>
              <a:off x="22970862" y="16729599"/>
              <a:ext cx="701676" cy="368300"/>
            </a:xfrm>
            <a:custGeom>
              <a:avLst/>
              <a:gdLst/>
              <a:ahLst/>
              <a:cxnLst>
                <a:cxn ang="0">
                  <a:pos x="2" y="0"/>
                </a:cxn>
                <a:cxn ang="0">
                  <a:pos x="7" y="0"/>
                </a:cxn>
                <a:cxn ang="0">
                  <a:pos x="11" y="3"/>
                </a:cxn>
                <a:cxn ang="0">
                  <a:pos x="16" y="3"/>
                </a:cxn>
                <a:cxn ang="0">
                  <a:pos x="21" y="5"/>
                </a:cxn>
                <a:cxn ang="0">
                  <a:pos x="25" y="7"/>
                </a:cxn>
                <a:cxn ang="0">
                  <a:pos x="30" y="7"/>
                </a:cxn>
                <a:cxn ang="0">
                  <a:pos x="34" y="10"/>
                </a:cxn>
                <a:cxn ang="0">
                  <a:pos x="39" y="12"/>
                </a:cxn>
                <a:cxn ang="0">
                  <a:pos x="44" y="16"/>
                </a:cxn>
                <a:cxn ang="0">
                  <a:pos x="48" y="19"/>
                </a:cxn>
                <a:cxn ang="0">
                  <a:pos x="53" y="23"/>
                </a:cxn>
                <a:cxn ang="0">
                  <a:pos x="57" y="28"/>
                </a:cxn>
                <a:cxn ang="0">
                  <a:pos x="62" y="33"/>
                </a:cxn>
                <a:cxn ang="0">
                  <a:pos x="67" y="35"/>
                </a:cxn>
                <a:cxn ang="0">
                  <a:pos x="71" y="37"/>
                </a:cxn>
                <a:cxn ang="0">
                  <a:pos x="76" y="40"/>
                </a:cxn>
                <a:cxn ang="0">
                  <a:pos x="80" y="40"/>
                </a:cxn>
                <a:cxn ang="0">
                  <a:pos x="85" y="40"/>
                </a:cxn>
                <a:cxn ang="0">
                  <a:pos x="90" y="40"/>
                </a:cxn>
                <a:cxn ang="0">
                  <a:pos x="94" y="40"/>
                </a:cxn>
                <a:cxn ang="0">
                  <a:pos x="99" y="42"/>
                </a:cxn>
                <a:cxn ang="0">
                  <a:pos x="103" y="42"/>
                </a:cxn>
                <a:cxn ang="0">
                  <a:pos x="108" y="42"/>
                </a:cxn>
                <a:cxn ang="0">
                  <a:pos x="113" y="42"/>
                </a:cxn>
                <a:cxn ang="0">
                  <a:pos x="117" y="40"/>
                </a:cxn>
                <a:cxn ang="0">
                  <a:pos x="122" y="40"/>
                </a:cxn>
                <a:cxn ang="0">
                  <a:pos x="127" y="37"/>
                </a:cxn>
                <a:cxn ang="0">
                  <a:pos x="131" y="37"/>
                </a:cxn>
                <a:cxn ang="0">
                  <a:pos x="136" y="37"/>
                </a:cxn>
                <a:cxn ang="0">
                  <a:pos x="140" y="37"/>
                </a:cxn>
                <a:cxn ang="0">
                  <a:pos x="145" y="37"/>
                </a:cxn>
                <a:cxn ang="0">
                  <a:pos x="150" y="40"/>
                </a:cxn>
                <a:cxn ang="0">
                  <a:pos x="154" y="42"/>
                </a:cxn>
                <a:cxn ang="0">
                  <a:pos x="159" y="44"/>
                </a:cxn>
                <a:cxn ang="0">
                  <a:pos x="163" y="44"/>
                </a:cxn>
                <a:cxn ang="0">
                  <a:pos x="168" y="46"/>
                </a:cxn>
                <a:cxn ang="0">
                  <a:pos x="173" y="49"/>
                </a:cxn>
                <a:cxn ang="0">
                  <a:pos x="177" y="51"/>
                </a:cxn>
                <a:cxn ang="0">
                  <a:pos x="182" y="53"/>
                </a:cxn>
                <a:cxn ang="0">
                  <a:pos x="186" y="53"/>
                </a:cxn>
                <a:cxn ang="0">
                  <a:pos x="191" y="56"/>
                </a:cxn>
                <a:cxn ang="0">
                  <a:pos x="196" y="56"/>
                </a:cxn>
                <a:cxn ang="0">
                  <a:pos x="200" y="56"/>
                </a:cxn>
                <a:cxn ang="0">
                  <a:pos x="205" y="53"/>
                </a:cxn>
                <a:cxn ang="0">
                  <a:pos x="209" y="53"/>
                </a:cxn>
                <a:cxn ang="0">
                  <a:pos x="214" y="56"/>
                </a:cxn>
                <a:cxn ang="0">
                  <a:pos x="219" y="58"/>
                </a:cxn>
              </a:cxnLst>
              <a:rect l="0" t="0" r="r" b="b"/>
              <a:pathLst>
                <a:path w="221" h="58">
                  <a:moveTo>
                    <a:pt x="0" y="0"/>
                  </a:moveTo>
                  <a:lnTo>
                    <a:pt x="2" y="0"/>
                  </a:lnTo>
                  <a:lnTo>
                    <a:pt x="5" y="0"/>
                  </a:lnTo>
                  <a:lnTo>
                    <a:pt x="7" y="0"/>
                  </a:lnTo>
                  <a:lnTo>
                    <a:pt x="9" y="0"/>
                  </a:lnTo>
                  <a:lnTo>
                    <a:pt x="11" y="3"/>
                  </a:lnTo>
                  <a:lnTo>
                    <a:pt x="14" y="3"/>
                  </a:lnTo>
                  <a:lnTo>
                    <a:pt x="16" y="3"/>
                  </a:lnTo>
                  <a:lnTo>
                    <a:pt x="18" y="3"/>
                  </a:lnTo>
                  <a:lnTo>
                    <a:pt x="21" y="5"/>
                  </a:lnTo>
                  <a:lnTo>
                    <a:pt x="23" y="5"/>
                  </a:lnTo>
                  <a:lnTo>
                    <a:pt x="25" y="7"/>
                  </a:lnTo>
                  <a:lnTo>
                    <a:pt x="28" y="7"/>
                  </a:lnTo>
                  <a:lnTo>
                    <a:pt x="30" y="7"/>
                  </a:lnTo>
                  <a:lnTo>
                    <a:pt x="32" y="10"/>
                  </a:lnTo>
                  <a:lnTo>
                    <a:pt x="34" y="10"/>
                  </a:lnTo>
                  <a:lnTo>
                    <a:pt x="37" y="12"/>
                  </a:lnTo>
                  <a:lnTo>
                    <a:pt x="39" y="12"/>
                  </a:lnTo>
                  <a:lnTo>
                    <a:pt x="41" y="14"/>
                  </a:lnTo>
                  <a:lnTo>
                    <a:pt x="44" y="16"/>
                  </a:lnTo>
                  <a:lnTo>
                    <a:pt x="46" y="16"/>
                  </a:lnTo>
                  <a:lnTo>
                    <a:pt x="48" y="19"/>
                  </a:lnTo>
                  <a:lnTo>
                    <a:pt x="51" y="21"/>
                  </a:lnTo>
                  <a:lnTo>
                    <a:pt x="53" y="23"/>
                  </a:lnTo>
                  <a:lnTo>
                    <a:pt x="55" y="26"/>
                  </a:lnTo>
                  <a:lnTo>
                    <a:pt x="57" y="28"/>
                  </a:lnTo>
                  <a:lnTo>
                    <a:pt x="60" y="30"/>
                  </a:lnTo>
                  <a:lnTo>
                    <a:pt x="62" y="33"/>
                  </a:lnTo>
                  <a:lnTo>
                    <a:pt x="64" y="35"/>
                  </a:lnTo>
                  <a:lnTo>
                    <a:pt x="67" y="35"/>
                  </a:lnTo>
                  <a:lnTo>
                    <a:pt x="69" y="37"/>
                  </a:lnTo>
                  <a:lnTo>
                    <a:pt x="71" y="37"/>
                  </a:lnTo>
                  <a:lnTo>
                    <a:pt x="74" y="40"/>
                  </a:lnTo>
                  <a:lnTo>
                    <a:pt x="76" y="40"/>
                  </a:lnTo>
                  <a:lnTo>
                    <a:pt x="78" y="40"/>
                  </a:lnTo>
                  <a:lnTo>
                    <a:pt x="80" y="40"/>
                  </a:lnTo>
                  <a:lnTo>
                    <a:pt x="83" y="40"/>
                  </a:lnTo>
                  <a:lnTo>
                    <a:pt x="85" y="40"/>
                  </a:lnTo>
                  <a:lnTo>
                    <a:pt x="87" y="40"/>
                  </a:lnTo>
                  <a:lnTo>
                    <a:pt x="90" y="40"/>
                  </a:lnTo>
                  <a:lnTo>
                    <a:pt x="92" y="40"/>
                  </a:lnTo>
                  <a:lnTo>
                    <a:pt x="94" y="40"/>
                  </a:lnTo>
                  <a:lnTo>
                    <a:pt x="97" y="40"/>
                  </a:lnTo>
                  <a:lnTo>
                    <a:pt x="99" y="42"/>
                  </a:lnTo>
                  <a:lnTo>
                    <a:pt x="101" y="42"/>
                  </a:lnTo>
                  <a:lnTo>
                    <a:pt x="103" y="42"/>
                  </a:lnTo>
                  <a:lnTo>
                    <a:pt x="106" y="42"/>
                  </a:lnTo>
                  <a:lnTo>
                    <a:pt x="108" y="42"/>
                  </a:lnTo>
                  <a:lnTo>
                    <a:pt x="110" y="42"/>
                  </a:lnTo>
                  <a:lnTo>
                    <a:pt x="113" y="42"/>
                  </a:lnTo>
                  <a:lnTo>
                    <a:pt x="115" y="42"/>
                  </a:lnTo>
                  <a:lnTo>
                    <a:pt x="117" y="40"/>
                  </a:lnTo>
                  <a:lnTo>
                    <a:pt x="120" y="40"/>
                  </a:lnTo>
                  <a:lnTo>
                    <a:pt x="122" y="40"/>
                  </a:lnTo>
                  <a:lnTo>
                    <a:pt x="124" y="37"/>
                  </a:lnTo>
                  <a:lnTo>
                    <a:pt x="127" y="37"/>
                  </a:lnTo>
                  <a:lnTo>
                    <a:pt x="129" y="37"/>
                  </a:lnTo>
                  <a:lnTo>
                    <a:pt x="131" y="37"/>
                  </a:lnTo>
                  <a:lnTo>
                    <a:pt x="133" y="37"/>
                  </a:lnTo>
                  <a:lnTo>
                    <a:pt x="136" y="37"/>
                  </a:lnTo>
                  <a:lnTo>
                    <a:pt x="138" y="37"/>
                  </a:lnTo>
                  <a:lnTo>
                    <a:pt x="140" y="37"/>
                  </a:lnTo>
                  <a:lnTo>
                    <a:pt x="143" y="37"/>
                  </a:lnTo>
                  <a:lnTo>
                    <a:pt x="145" y="37"/>
                  </a:lnTo>
                  <a:lnTo>
                    <a:pt x="147" y="40"/>
                  </a:lnTo>
                  <a:lnTo>
                    <a:pt x="150" y="40"/>
                  </a:lnTo>
                  <a:lnTo>
                    <a:pt x="152" y="42"/>
                  </a:lnTo>
                  <a:lnTo>
                    <a:pt x="154" y="42"/>
                  </a:lnTo>
                  <a:lnTo>
                    <a:pt x="156" y="42"/>
                  </a:lnTo>
                  <a:lnTo>
                    <a:pt x="159" y="44"/>
                  </a:lnTo>
                  <a:lnTo>
                    <a:pt x="161" y="44"/>
                  </a:lnTo>
                  <a:lnTo>
                    <a:pt x="163" y="44"/>
                  </a:lnTo>
                  <a:lnTo>
                    <a:pt x="166" y="46"/>
                  </a:lnTo>
                  <a:lnTo>
                    <a:pt x="168" y="46"/>
                  </a:lnTo>
                  <a:lnTo>
                    <a:pt x="170" y="46"/>
                  </a:lnTo>
                  <a:lnTo>
                    <a:pt x="173" y="49"/>
                  </a:lnTo>
                  <a:lnTo>
                    <a:pt x="175" y="49"/>
                  </a:lnTo>
                  <a:lnTo>
                    <a:pt x="177" y="51"/>
                  </a:lnTo>
                  <a:lnTo>
                    <a:pt x="179" y="51"/>
                  </a:lnTo>
                  <a:lnTo>
                    <a:pt x="182" y="53"/>
                  </a:lnTo>
                  <a:lnTo>
                    <a:pt x="184" y="53"/>
                  </a:lnTo>
                  <a:lnTo>
                    <a:pt x="186" y="53"/>
                  </a:lnTo>
                  <a:lnTo>
                    <a:pt x="189" y="56"/>
                  </a:lnTo>
                  <a:lnTo>
                    <a:pt x="191" y="56"/>
                  </a:lnTo>
                  <a:lnTo>
                    <a:pt x="193" y="56"/>
                  </a:lnTo>
                  <a:lnTo>
                    <a:pt x="196" y="56"/>
                  </a:lnTo>
                  <a:lnTo>
                    <a:pt x="198" y="56"/>
                  </a:lnTo>
                  <a:lnTo>
                    <a:pt x="200" y="56"/>
                  </a:lnTo>
                  <a:lnTo>
                    <a:pt x="202" y="56"/>
                  </a:lnTo>
                  <a:lnTo>
                    <a:pt x="205" y="53"/>
                  </a:lnTo>
                  <a:lnTo>
                    <a:pt x="207" y="53"/>
                  </a:lnTo>
                  <a:lnTo>
                    <a:pt x="209" y="53"/>
                  </a:lnTo>
                  <a:lnTo>
                    <a:pt x="212" y="53"/>
                  </a:lnTo>
                  <a:lnTo>
                    <a:pt x="214" y="56"/>
                  </a:lnTo>
                  <a:lnTo>
                    <a:pt x="216" y="56"/>
                  </a:lnTo>
                  <a:lnTo>
                    <a:pt x="219" y="58"/>
                  </a:lnTo>
                  <a:lnTo>
                    <a:pt x="221" y="58"/>
                  </a:lnTo>
                </a:path>
              </a:pathLst>
            </a:custGeom>
            <a:noFill/>
            <a:ln w="1270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21" name="Freeform 45"/>
            <p:cNvSpPr>
              <a:spLocks/>
            </p:cNvSpPr>
            <p:nvPr/>
          </p:nvSpPr>
          <p:spPr bwMode="auto">
            <a:xfrm>
              <a:off x="22964512" y="16716899"/>
              <a:ext cx="708026" cy="425452"/>
            </a:xfrm>
            <a:custGeom>
              <a:avLst/>
              <a:gdLst/>
              <a:ahLst/>
              <a:cxnLst>
                <a:cxn ang="0">
                  <a:pos x="2" y="0"/>
                </a:cxn>
                <a:cxn ang="0">
                  <a:pos x="7" y="0"/>
                </a:cxn>
                <a:cxn ang="0">
                  <a:pos x="11" y="0"/>
                </a:cxn>
                <a:cxn ang="0">
                  <a:pos x="16" y="0"/>
                </a:cxn>
                <a:cxn ang="0">
                  <a:pos x="20" y="2"/>
                </a:cxn>
                <a:cxn ang="0">
                  <a:pos x="25" y="7"/>
                </a:cxn>
                <a:cxn ang="0">
                  <a:pos x="30" y="9"/>
                </a:cxn>
                <a:cxn ang="0">
                  <a:pos x="34" y="12"/>
                </a:cxn>
                <a:cxn ang="0">
                  <a:pos x="39" y="12"/>
                </a:cxn>
                <a:cxn ang="0">
                  <a:pos x="43" y="14"/>
                </a:cxn>
                <a:cxn ang="0">
                  <a:pos x="48" y="14"/>
                </a:cxn>
                <a:cxn ang="0">
                  <a:pos x="53" y="16"/>
                </a:cxn>
                <a:cxn ang="0">
                  <a:pos x="57" y="18"/>
                </a:cxn>
                <a:cxn ang="0">
                  <a:pos x="62" y="21"/>
                </a:cxn>
                <a:cxn ang="0">
                  <a:pos x="66" y="25"/>
                </a:cxn>
                <a:cxn ang="0">
                  <a:pos x="71" y="28"/>
                </a:cxn>
                <a:cxn ang="0">
                  <a:pos x="76" y="30"/>
                </a:cxn>
                <a:cxn ang="0">
                  <a:pos x="80" y="32"/>
                </a:cxn>
                <a:cxn ang="0">
                  <a:pos x="85" y="32"/>
                </a:cxn>
                <a:cxn ang="0">
                  <a:pos x="89" y="32"/>
                </a:cxn>
                <a:cxn ang="0">
                  <a:pos x="94" y="32"/>
                </a:cxn>
                <a:cxn ang="0">
                  <a:pos x="99" y="32"/>
                </a:cxn>
                <a:cxn ang="0">
                  <a:pos x="103" y="32"/>
                </a:cxn>
                <a:cxn ang="0">
                  <a:pos x="108" y="32"/>
                </a:cxn>
                <a:cxn ang="0">
                  <a:pos x="112" y="35"/>
                </a:cxn>
                <a:cxn ang="0">
                  <a:pos x="117" y="37"/>
                </a:cxn>
                <a:cxn ang="0">
                  <a:pos x="122" y="39"/>
                </a:cxn>
                <a:cxn ang="0">
                  <a:pos x="126" y="42"/>
                </a:cxn>
                <a:cxn ang="0">
                  <a:pos x="131" y="44"/>
                </a:cxn>
                <a:cxn ang="0">
                  <a:pos x="135" y="46"/>
                </a:cxn>
                <a:cxn ang="0">
                  <a:pos x="140" y="48"/>
                </a:cxn>
                <a:cxn ang="0">
                  <a:pos x="145" y="51"/>
                </a:cxn>
                <a:cxn ang="0">
                  <a:pos x="149" y="51"/>
                </a:cxn>
                <a:cxn ang="0">
                  <a:pos x="154" y="53"/>
                </a:cxn>
                <a:cxn ang="0">
                  <a:pos x="158" y="55"/>
                </a:cxn>
                <a:cxn ang="0">
                  <a:pos x="163" y="55"/>
                </a:cxn>
                <a:cxn ang="0">
                  <a:pos x="168" y="58"/>
                </a:cxn>
                <a:cxn ang="0">
                  <a:pos x="172" y="58"/>
                </a:cxn>
                <a:cxn ang="0">
                  <a:pos x="177" y="58"/>
                </a:cxn>
                <a:cxn ang="0">
                  <a:pos x="181" y="58"/>
                </a:cxn>
                <a:cxn ang="0">
                  <a:pos x="186" y="60"/>
                </a:cxn>
                <a:cxn ang="0">
                  <a:pos x="191" y="62"/>
                </a:cxn>
                <a:cxn ang="0">
                  <a:pos x="195" y="62"/>
                </a:cxn>
                <a:cxn ang="0">
                  <a:pos x="200" y="65"/>
                </a:cxn>
                <a:cxn ang="0">
                  <a:pos x="204" y="65"/>
                </a:cxn>
                <a:cxn ang="0">
                  <a:pos x="209" y="65"/>
                </a:cxn>
                <a:cxn ang="0">
                  <a:pos x="214" y="65"/>
                </a:cxn>
                <a:cxn ang="0">
                  <a:pos x="218" y="67"/>
                </a:cxn>
                <a:cxn ang="0">
                  <a:pos x="223" y="67"/>
                </a:cxn>
              </a:cxnLst>
              <a:rect l="0" t="0" r="r" b="b"/>
              <a:pathLst>
                <a:path w="223" h="67">
                  <a:moveTo>
                    <a:pt x="0" y="2"/>
                  </a:moveTo>
                  <a:lnTo>
                    <a:pt x="2" y="0"/>
                  </a:lnTo>
                  <a:lnTo>
                    <a:pt x="4" y="0"/>
                  </a:lnTo>
                  <a:lnTo>
                    <a:pt x="7" y="0"/>
                  </a:lnTo>
                  <a:lnTo>
                    <a:pt x="9" y="0"/>
                  </a:lnTo>
                  <a:lnTo>
                    <a:pt x="11" y="0"/>
                  </a:lnTo>
                  <a:lnTo>
                    <a:pt x="13" y="0"/>
                  </a:lnTo>
                  <a:lnTo>
                    <a:pt x="16" y="0"/>
                  </a:lnTo>
                  <a:lnTo>
                    <a:pt x="18" y="2"/>
                  </a:lnTo>
                  <a:lnTo>
                    <a:pt x="20" y="2"/>
                  </a:lnTo>
                  <a:lnTo>
                    <a:pt x="23" y="5"/>
                  </a:lnTo>
                  <a:lnTo>
                    <a:pt x="25" y="7"/>
                  </a:lnTo>
                  <a:lnTo>
                    <a:pt x="27" y="7"/>
                  </a:lnTo>
                  <a:lnTo>
                    <a:pt x="30" y="9"/>
                  </a:lnTo>
                  <a:lnTo>
                    <a:pt x="32" y="9"/>
                  </a:lnTo>
                  <a:lnTo>
                    <a:pt x="34" y="12"/>
                  </a:lnTo>
                  <a:lnTo>
                    <a:pt x="36" y="12"/>
                  </a:lnTo>
                  <a:lnTo>
                    <a:pt x="39" y="12"/>
                  </a:lnTo>
                  <a:lnTo>
                    <a:pt x="41" y="14"/>
                  </a:lnTo>
                  <a:lnTo>
                    <a:pt x="43" y="14"/>
                  </a:lnTo>
                  <a:lnTo>
                    <a:pt x="46" y="14"/>
                  </a:lnTo>
                  <a:lnTo>
                    <a:pt x="48" y="14"/>
                  </a:lnTo>
                  <a:lnTo>
                    <a:pt x="50" y="16"/>
                  </a:lnTo>
                  <a:lnTo>
                    <a:pt x="53" y="16"/>
                  </a:lnTo>
                  <a:lnTo>
                    <a:pt x="55" y="16"/>
                  </a:lnTo>
                  <a:lnTo>
                    <a:pt x="57" y="18"/>
                  </a:lnTo>
                  <a:lnTo>
                    <a:pt x="59" y="18"/>
                  </a:lnTo>
                  <a:lnTo>
                    <a:pt x="62" y="21"/>
                  </a:lnTo>
                  <a:lnTo>
                    <a:pt x="64" y="23"/>
                  </a:lnTo>
                  <a:lnTo>
                    <a:pt x="66" y="25"/>
                  </a:lnTo>
                  <a:lnTo>
                    <a:pt x="69" y="25"/>
                  </a:lnTo>
                  <a:lnTo>
                    <a:pt x="71" y="28"/>
                  </a:lnTo>
                  <a:lnTo>
                    <a:pt x="73" y="30"/>
                  </a:lnTo>
                  <a:lnTo>
                    <a:pt x="76" y="30"/>
                  </a:lnTo>
                  <a:lnTo>
                    <a:pt x="78" y="32"/>
                  </a:lnTo>
                  <a:lnTo>
                    <a:pt x="80" y="32"/>
                  </a:lnTo>
                  <a:lnTo>
                    <a:pt x="82" y="32"/>
                  </a:lnTo>
                  <a:lnTo>
                    <a:pt x="85" y="32"/>
                  </a:lnTo>
                  <a:lnTo>
                    <a:pt x="87" y="32"/>
                  </a:lnTo>
                  <a:lnTo>
                    <a:pt x="89" y="32"/>
                  </a:lnTo>
                  <a:lnTo>
                    <a:pt x="92" y="32"/>
                  </a:lnTo>
                  <a:lnTo>
                    <a:pt x="94" y="32"/>
                  </a:lnTo>
                  <a:lnTo>
                    <a:pt x="96" y="32"/>
                  </a:lnTo>
                  <a:lnTo>
                    <a:pt x="99" y="32"/>
                  </a:lnTo>
                  <a:lnTo>
                    <a:pt x="101" y="32"/>
                  </a:lnTo>
                  <a:lnTo>
                    <a:pt x="103" y="32"/>
                  </a:lnTo>
                  <a:lnTo>
                    <a:pt x="105" y="32"/>
                  </a:lnTo>
                  <a:lnTo>
                    <a:pt x="108" y="32"/>
                  </a:lnTo>
                  <a:lnTo>
                    <a:pt x="110" y="32"/>
                  </a:lnTo>
                  <a:lnTo>
                    <a:pt x="112" y="35"/>
                  </a:lnTo>
                  <a:lnTo>
                    <a:pt x="115" y="35"/>
                  </a:lnTo>
                  <a:lnTo>
                    <a:pt x="117" y="37"/>
                  </a:lnTo>
                  <a:lnTo>
                    <a:pt x="119" y="37"/>
                  </a:lnTo>
                  <a:lnTo>
                    <a:pt x="122" y="39"/>
                  </a:lnTo>
                  <a:lnTo>
                    <a:pt x="124" y="39"/>
                  </a:lnTo>
                  <a:lnTo>
                    <a:pt x="126" y="42"/>
                  </a:lnTo>
                  <a:lnTo>
                    <a:pt x="129" y="42"/>
                  </a:lnTo>
                  <a:lnTo>
                    <a:pt x="131" y="44"/>
                  </a:lnTo>
                  <a:lnTo>
                    <a:pt x="133" y="44"/>
                  </a:lnTo>
                  <a:lnTo>
                    <a:pt x="135" y="46"/>
                  </a:lnTo>
                  <a:lnTo>
                    <a:pt x="138" y="46"/>
                  </a:lnTo>
                  <a:lnTo>
                    <a:pt x="140" y="48"/>
                  </a:lnTo>
                  <a:lnTo>
                    <a:pt x="142" y="48"/>
                  </a:lnTo>
                  <a:lnTo>
                    <a:pt x="145" y="51"/>
                  </a:lnTo>
                  <a:lnTo>
                    <a:pt x="147" y="51"/>
                  </a:lnTo>
                  <a:lnTo>
                    <a:pt x="149" y="51"/>
                  </a:lnTo>
                  <a:lnTo>
                    <a:pt x="152" y="53"/>
                  </a:lnTo>
                  <a:lnTo>
                    <a:pt x="154" y="53"/>
                  </a:lnTo>
                  <a:lnTo>
                    <a:pt x="156" y="55"/>
                  </a:lnTo>
                  <a:lnTo>
                    <a:pt x="158" y="55"/>
                  </a:lnTo>
                  <a:lnTo>
                    <a:pt x="161" y="55"/>
                  </a:lnTo>
                  <a:lnTo>
                    <a:pt x="163" y="55"/>
                  </a:lnTo>
                  <a:lnTo>
                    <a:pt x="165" y="55"/>
                  </a:lnTo>
                  <a:lnTo>
                    <a:pt x="168" y="58"/>
                  </a:lnTo>
                  <a:lnTo>
                    <a:pt x="170" y="58"/>
                  </a:lnTo>
                  <a:lnTo>
                    <a:pt x="172" y="58"/>
                  </a:lnTo>
                  <a:lnTo>
                    <a:pt x="175" y="58"/>
                  </a:lnTo>
                  <a:lnTo>
                    <a:pt x="177" y="58"/>
                  </a:lnTo>
                  <a:lnTo>
                    <a:pt x="179" y="58"/>
                  </a:lnTo>
                  <a:lnTo>
                    <a:pt x="181" y="58"/>
                  </a:lnTo>
                  <a:lnTo>
                    <a:pt x="184" y="60"/>
                  </a:lnTo>
                  <a:lnTo>
                    <a:pt x="186" y="60"/>
                  </a:lnTo>
                  <a:lnTo>
                    <a:pt x="188" y="60"/>
                  </a:lnTo>
                  <a:lnTo>
                    <a:pt x="191" y="62"/>
                  </a:lnTo>
                  <a:lnTo>
                    <a:pt x="193" y="62"/>
                  </a:lnTo>
                  <a:lnTo>
                    <a:pt x="195" y="62"/>
                  </a:lnTo>
                  <a:lnTo>
                    <a:pt x="198" y="65"/>
                  </a:lnTo>
                  <a:lnTo>
                    <a:pt x="200" y="65"/>
                  </a:lnTo>
                  <a:lnTo>
                    <a:pt x="202" y="65"/>
                  </a:lnTo>
                  <a:lnTo>
                    <a:pt x="204" y="65"/>
                  </a:lnTo>
                  <a:lnTo>
                    <a:pt x="207" y="65"/>
                  </a:lnTo>
                  <a:lnTo>
                    <a:pt x="209" y="65"/>
                  </a:lnTo>
                  <a:lnTo>
                    <a:pt x="211" y="65"/>
                  </a:lnTo>
                  <a:lnTo>
                    <a:pt x="214" y="65"/>
                  </a:lnTo>
                  <a:lnTo>
                    <a:pt x="216" y="65"/>
                  </a:lnTo>
                  <a:lnTo>
                    <a:pt x="218" y="67"/>
                  </a:lnTo>
                  <a:lnTo>
                    <a:pt x="221" y="67"/>
                  </a:lnTo>
                  <a:lnTo>
                    <a:pt x="223" y="67"/>
                  </a:lnTo>
                </a:path>
              </a:pathLst>
            </a:cu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22" name="Line 48"/>
            <p:cNvSpPr>
              <a:spLocks noChangeShapeType="1"/>
            </p:cNvSpPr>
            <p:nvPr/>
          </p:nvSpPr>
          <p:spPr bwMode="auto">
            <a:xfrm>
              <a:off x="22466038" y="16761351"/>
              <a:ext cx="3176" cy="1587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23" name="Freeform 51"/>
            <p:cNvSpPr>
              <a:spLocks/>
            </p:cNvSpPr>
            <p:nvPr/>
          </p:nvSpPr>
          <p:spPr bwMode="auto">
            <a:xfrm>
              <a:off x="22202512" y="16602599"/>
              <a:ext cx="790576" cy="584200"/>
            </a:xfrm>
            <a:custGeom>
              <a:avLst/>
              <a:gdLst/>
              <a:ahLst/>
              <a:cxnLst>
                <a:cxn ang="0">
                  <a:pos x="5" y="43"/>
                </a:cxn>
                <a:cxn ang="0">
                  <a:pos x="12" y="41"/>
                </a:cxn>
                <a:cxn ang="0">
                  <a:pos x="19" y="39"/>
                </a:cxn>
                <a:cxn ang="0">
                  <a:pos x="26" y="36"/>
                </a:cxn>
                <a:cxn ang="0">
                  <a:pos x="32" y="39"/>
                </a:cxn>
                <a:cxn ang="0">
                  <a:pos x="39" y="39"/>
                </a:cxn>
                <a:cxn ang="0">
                  <a:pos x="46" y="39"/>
                </a:cxn>
                <a:cxn ang="0">
                  <a:pos x="53" y="36"/>
                </a:cxn>
                <a:cxn ang="0">
                  <a:pos x="60" y="34"/>
                </a:cxn>
                <a:cxn ang="0">
                  <a:pos x="67" y="32"/>
                </a:cxn>
                <a:cxn ang="0">
                  <a:pos x="74" y="34"/>
                </a:cxn>
                <a:cxn ang="0">
                  <a:pos x="81" y="36"/>
                </a:cxn>
                <a:cxn ang="0">
                  <a:pos x="88" y="34"/>
                </a:cxn>
                <a:cxn ang="0">
                  <a:pos x="95" y="34"/>
                </a:cxn>
                <a:cxn ang="0">
                  <a:pos x="101" y="32"/>
                </a:cxn>
                <a:cxn ang="0">
                  <a:pos x="108" y="32"/>
                </a:cxn>
                <a:cxn ang="0">
                  <a:pos x="115" y="34"/>
                </a:cxn>
                <a:cxn ang="0">
                  <a:pos x="122" y="34"/>
                </a:cxn>
                <a:cxn ang="0">
                  <a:pos x="129" y="27"/>
                </a:cxn>
                <a:cxn ang="0">
                  <a:pos x="136" y="16"/>
                </a:cxn>
                <a:cxn ang="0">
                  <a:pos x="143" y="9"/>
                </a:cxn>
                <a:cxn ang="0">
                  <a:pos x="150" y="13"/>
                </a:cxn>
                <a:cxn ang="0">
                  <a:pos x="152" y="20"/>
                </a:cxn>
                <a:cxn ang="0">
                  <a:pos x="157" y="30"/>
                </a:cxn>
                <a:cxn ang="0">
                  <a:pos x="159" y="43"/>
                </a:cxn>
                <a:cxn ang="0">
                  <a:pos x="164" y="57"/>
                </a:cxn>
                <a:cxn ang="0">
                  <a:pos x="166" y="71"/>
                </a:cxn>
                <a:cxn ang="0">
                  <a:pos x="171" y="80"/>
                </a:cxn>
                <a:cxn ang="0">
                  <a:pos x="175" y="89"/>
                </a:cxn>
                <a:cxn ang="0">
                  <a:pos x="182" y="87"/>
                </a:cxn>
                <a:cxn ang="0">
                  <a:pos x="187" y="80"/>
                </a:cxn>
                <a:cxn ang="0">
                  <a:pos x="189" y="69"/>
                </a:cxn>
                <a:cxn ang="0">
                  <a:pos x="194" y="62"/>
                </a:cxn>
                <a:cxn ang="0">
                  <a:pos x="196" y="50"/>
                </a:cxn>
                <a:cxn ang="0">
                  <a:pos x="200" y="43"/>
                </a:cxn>
                <a:cxn ang="0">
                  <a:pos x="203" y="36"/>
                </a:cxn>
                <a:cxn ang="0">
                  <a:pos x="210" y="27"/>
                </a:cxn>
                <a:cxn ang="0">
                  <a:pos x="217" y="23"/>
                </a:cxn>
                <a:cxn ang="0">
                  <a:pos x="223" y="18"/>
                </a:cxn>
                <a:cxn ang="0">
                  <a:pos x="230" y="13"/>
                </a:cxn>
                <a:cxn ang="0">
                  <a:pos x="237" y="7"/>
                </a:cxn>
                <a:cxn ang="0">
                  <a:pos x="244" y="2"/>
                </a:cxn>
              </a:cxnLst>
              <a:rect l="0" t="0" r="r" b="b"/>
              <a:pathLst>
                <a:path w="249" h="92">
                  <a:moveTo>
                    <a:pt x="0" y="46"/>
                  </a:moveTo>
                  <a:lnTo>
                    <a:pt x="2" y="43"/>
                  </a:lnTo>
                  <a:lnTo>
                    <a:pt x="5" y="43"/>
                  </a:lnTo>
                  <a:lnTo>
                    <a:pt x="7" y="43"/>
                  </a:lnTo>
                  <a:lnTo>
                    <a:pt x="9" y="41"/>
                  </a:lnTo>
                  <a:lnTo>
                    <a:pt x="12" y="41"/>
                  </a:lnTo>
                  <a:lnTo>
                    <a:pt x="14" y="39"/>
                  </a:lnTo>
                  <a:lnTo>
                    <a:pt x="16" y="39"/>
                  </a:lnTo>
                  <a:lnTo>
                    <a:pt x="19" y="39"/>
                  </a:lnTo>
                  <a:lnTo>
                    <a:pt x="21" y="36"/>
                  </a:lnTo>
                  <a:lnTo>
                    <a:pt x="23" y="36"/>
                  </a:lnTo>
                  <a:lnTo>
                    <a:pt x="26" y="36"/>
                  </a:lnTo>
                  <a:lnTo>
                    <a:pt x="28" y="36"/>
                  </a:lnTo>
                  <a:lnTo>
                    <a:pt x="30" y="39"/>
                  </a:lnTo>
                  <a:lnTo>
                    <a:pt x="32" y="39"/>
                  </a:lnTo>
                  <a:lnTo>
                    <a:pt x="35" y="39"/>
                  </a:lnTo>
                  <a:lnTo>
                    <a:pt x="37" y="39"/>
                  </a:lnTo>
                  <a:lnTo>
                    <a:pt x="39" y="39"/>
                  </a:lnTo>
                  <a:lnTo>
                    <a:pt x="42" y="39"/>
                  </a:lnTo>
                  <a:lnTo>
                    <a:pt x="44" y="39"/>
                  </a:lnTo>
                  <a:lnTo>
                    <a:pt x="46" y="39"/>
                  </a:lnTo>
                  <a:lnTo>
                    <a:pt x="49" y="36"/>
                  </a:lnTo>
                  <a:lnTo>
                    <a:pt x="51" y="36"/>
                  </a:lnTo>
                  <a:lnTo>
                    <a:pt x="53" y="36"/>
                  </a:lnTo>
                  <a:lnTo>
                    <a:pt x="55" y="34"/>
                  </a:lnTo>
                  <a:lnTo>
                    <a:pt x="58" y="34"/>
                  </a:lnTo>
                  <a:lnTo>
                    <a:pt x="60" y="34"/>
                  </a:lnTo>
                  <a:lnTo>
                    <a:pt x="62" y="32"/>
                  </a:lnTo>
                  <a:lnTo>
                    <a:pt x="65" y="32"/>
                  </a:lnTo>
                  <a:lnTo>
                    <a:pt x="67" y="32"/>
                  </a:lnTo>
                  <a:lnTo>
                    <a:pt x="69" y="34"/>
                  </a:lnTo>
                  <a:lnTo>
                    <a:pt x="72" y="34"/>
                  </a:lnTo>
                  <a:lnTo>
                    <a:pt x="74" y="34"/>
                  </a:lnTo>
                  <a:lnTo>
                    <a:pt x="76" y="34"/>
                  </a:lnTo>
                  <a:lnTo>
                    <a:pt x="78" y="36"/>
                  </a:lnTo>
                  <a:lnTo>
                    <a:pt x="81" y="36"/>
                  </a:lnTo>
                  <a:lnTo>
                    <a:pt x="83" y="36"/>
                  </a:lnTo>
                  <a:lnTo>
                    <a:pt x="85" y="36"/>
                  </a:lnTo>
                  <a:lnTo>
                    <a:pt x="88" y="34"/>
                  </a:lnTo>
                  <a:lnTo>
                    <a:pt x="90" y="34"/>
                  </a:lnTo>
                  <a:lnTo>
                    <a:pt x="92" y="34"/>
                  </a:lnTo>
                  <a:lnTo>
                    <a:pt x="95" y="34"/>
                  </a:lnTo>
                  <a:lnTo>
                    <a:pt x="97" y="32"/>
                  </a:lnTo>
                  <a:lnTo>
                    <a:pt x="99" y="32"/>
                  </a:lnTo>
                  <a:lnTo>
                    <a:pt x="101" y="32"/>
                  </a:lnTo>
                  <a:lnTo>
                    <a:pt x="104" y="32"/>
                  </a:lnTo>
                  <a:lnTo>
                    <a:pt x="106" y="32"/>
                  </a:lnTo>
                  <a:lnTo>
                    <a:pt x="108" y="32"/>
                  </a:lnTo>
                  <a:lnTo>
                    <a:pt x="111" y="34"/>
                  </a:lnTo>
                  <a:lnTo>
                    <a:pt x="113" y="34"/>
                  </a:lnTo>
                  <a:lnTo>
                    <a:pt x="115" y="34"/>
                  </a:lnTo>
                  <a:lnTo>
                    <a:pt x="118" y="36"/>
                  </a:lnTo>
                  <a:lnTo>
                    <a:pt x="120" y="34"/>
                  </a:lnTo>
                  <a:lnTo>
                    <a:pt x="122" y="34"/>
                  </a:lnTo>
                  <a:lnTo>
                    <a:pt x="125" y="32"/>
                  </a:lnTo>
                  <a:lnTo>
                    <a:pt x="127" y="30"/>
                  </a:lnTo>
                  <a:lnTo>
                    <a:pt x="129" y="27"/>
                  </a:lnTo>
                  <a:lnTo>
                    <a:pt x="134" y="23"/>
                  </a:lnTo>
                  <a:lnTo>
                    <a:pt x="134" y="18"/>
                  </a:lnTo>
                  <a:lnTo>
                    <a:pt x="136" y="16"/>
                  </a:lnTo>
                  <a:lnTo>
                    <a:pt x="138" y="13"/>
                  </a:lnTo>
                  <a:lnTo>
                    <a:pt x="141" y="11"/>
                  </a:lnTo>
                  <a:lnTo>
                    <a:pt x="143" y="9"/>
                  </a:lnTo>
                  <a:lnTo>
                    <a:pt x="145" y="9"/>
                  </a:lnTo>
                  <a:lnTo>
                    <a:pt x="148" y="11"/>
                  </a:lnTo>
                  <a:lnTo>
                    <a:pt x="150" y="13"/>
                  </a:lnTo>
                  <a:lnTo>
                    <a:pt x="150" y="16"/>
                  </a:lnTo>
                  <a:lnTo>
                    <a:pt x="152" y="18"/>
                  </a:lnTo>
                  <a:lnTo>
                    <a:pt x="152" y="20"/>
                  </a:lnTo>
                  <a:lnTo>
                    <a:pt x="154" y="23"/>
                  </a:lnTo>
                  <a:lnTo>
                    <a:pt x="154" y="27"/>
                  </a:lnTo>
                  <a:lnTo>
                    <a:pt x="157" y="30"/>
                  </a:lnTo>
                  <a:lnTo>
                    <a:pt x="157" y="34"/>
                  </a:lnTo>
                  <a:lnTo>
                    <a:pt x="159" y="39"/>
                  </a:lnTo>
                  <a:lnTo>
                    <a:pt x="159" y="43"/>
                  </a:lnTo>
                  <a:lnTo>
                    <a:pt x="161" y="48"/>
                  </a:lnTo>
                  <a:lnTo>
                    <a:pt x="161" y="55"/>
                  </a:lnTo>
                  <a:lnTo>
                    <a:pt x="164" y="57"/>
                  </a:lnTo>
                  <a:lnTo>
                    <a:pt x="164" y="62"/>
                  </a:lnTo>
                  <a:lnTo>
                    <a:pt x="166" y="64"/>
                  </a:lnTo>
                  <a:lnTo>
                    <a:pt x="166" y="71"/>
                  </a:lnTo>
                  <a:lnTo>
                    <a:pt x="168" y="73"/>
                  </a:lnTo>
                  <a:lnTo>
                    <a:pt x="168" y="78"/>
                  </a:lnTo>
                  <a:lnTo>
                    <a:pt x="171" y="80"/>
                  </a:lnTo>
                  <a:lnTo>
                    <a:pt x="171" y="85"/>
                  </a:lnTo>
                  <a:lnTo>
                    <a:pt x="173" y="87"/>
                  </a:lnTo>
                  <a:lnTo>
                    <a:pt x="175" y="89"/>
                  </a:lnTo>
                  <a:lnTo>
                    <a:pt x="177" y="92"/>
                  </a:lnTo>
                  <a:lnTo>
                    <a:pt x="180" y="89"/>
                  </a:lnTo>
                  <a:lnTo>
                    <a:pt x="182" y="87"/>
                  </a:lnTo>
                  <a:lnTo>
                    <a:pt x="184" y="85"/>
                  </a:lnTo>
                  <a:lnTo>
                    <a:pt x="184" y="83"/>
                  </a:lnTo>
                  <a:lnTo>
                    <a:pt x="187" y="80"/>
                  </a:lnTo>
                  <a:lnTo>
                    <a:pt x="187" y="76"/>
                  </a:lnTo>
                  <a:lnTo>
                    <a:pt x="189" y="73"/>
                  </a:lnTo>
                  <a:lnTo>
                    <a:pt x="189" y="69"/>
                  </a:lnTo>
                  <a:lnTo>
                    <a:pt x="191" y="66"/>
                  </a:lnTo>
                  <a:lnTo>
                    <a:pt x="191" y="64"/>
                  </a:lnTo>
                  <a:lnTo>
                    <a:pt x="194" y="62"/>
                  </a:lnTo>
                  <a:lnTo>
                    <a:pt x="194" y="57"/>
                  </a:lnTo>
                  <a:lnTo>
                    <a:pt x="196" y="55"/>
                  </a:lnTo>
                  <a:lnTo>
                    <a:pt x="196" y="50"/>
                  </a:lnTo>
                  <a:lnTo>
                    <a:pt x="198" y="48"/>
                  </a:lnTo>
                  <a:lnTo>
                    <a:pt x="198" y="46"/>
                  </a:lnTo>
                  <a:lnTo>
                    <a:pt x="200" y="43"/>
                  </a:lnTo>
                  <a:lnTo>
                    <a:pt x="200" y="41"/>
                  </a:lnTo>
                  <a:lnTo>
                    <a:pt x="203" y="39"/>
                  </a:lnTo>
                  <a:lnTo>
                    <a:pt x="203" y="36"/>
                  </a:lnTo>
                  <a:lnTo>
                    <a:pt x="207" y="32"/>
                  </a:lnTo>
                  <a:lnTo>
                    <a:pt x="207" y="30"/>
                  </a:lnTo>
                  <a:lnTo>
                    <a:pt x="210" y="27"/>
                  </a:lnTo>
                  <a:lnTo>
                    <a:pt x="212" y="27"/>
                  </a:lnTo>
                  <a:lnTo>
                    <a:pt x="214" y="25"/>
                  </a:lnTo>
                  <a:lnTo>
                    <a:pt x="217" y="23"/>
                  </a:lnTo>
                  <a:lnTo>
                    <a:pt x="219" y="23"/>
                  </a:lnTo>
                  <a:lnTo>
                    <a:pt x="221" y="20"/>
                  </a:lnTo>
                  <a:lnTo>
                    <a:pt x="223" y="18"/>
                  </a:lnTo>
                  <a:lnTo>
                    <a:pt x="226" y="18"/>
                  </a:lnTo>
                  <a:lnTo>
                    <a:pt x="228" y="16"/>
                  </a:lnTo>
                  <a:lnTo>
                    <a:pt x="230" y="13"/>
                  </a:lnTo>
                  <a:lnTo>
                    <a:pt x="233" y="11"/>
                  </a:lnTo>
                  <a:lnTo>
                    <a:pt x="235" y="9"/>
                  </a:lnTo>
                  <a:lnTo>
                    <a:pt x="237" y="7"/>
                  </a:lnTo>
                  <a:lnTo>
                    <a:pt x="240" y="4"/>
                  </a:lnTo>
                  <a:lnTo>
                    <a:pt x="242" y="2"/>
                  </a:lnTo>
                  <a:lnTo>
                    <a:pt x="244" y="2"/>
                  </a:lnTo>
                  <a:lnTo>
                    <a:pt x="247" y="0"/>
                  </a:lnTo>
                  <a:lnTo>
                    <a:pt x="249" y="0"/>
                  </a:lnTo>
                </a:path>
              </a:pathLst>
            </a:custGeom>
            <a:noFill/>
            <a:ln w="12700" cap="flat">
              <a:solidFill>
                <a:srgbClr val="C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24" name="Freeform 52"/>
            <p:cNvSpPr>
              <a:spLocks/>
            </p:cNvSpPr>
            <p:nvPr/>
          </p:nvSpPr>
          <p:spPr bwMode="auto">
            <a:xfrm>
              <a:off x="22993088" y="16602599"/>
              <a:ext cx="679450" cy="539752"/>
            </a:xfrm>
            <a:custGeom>
              <a:avLst/>
              <a:gdLst/>
              <a:ahLst/>
              <a:cxnLst>
                <a:cxn ang="0">
                  <a:pos x="2" y="0"/>
                </a:cxn>
                <a:cxn ang="0">
                  <a:pos x="7" y="2"/>
                </a:cxn>
                <a:cxn ang="0">
                  <a:pos x="11" y="2"/>
                </a:cxn>
                <a:cxn ang="0">
                  <a:pos x="16" y="7"/>
                </a:cxn>
                <a:cxn ang="0">
                  <a:pos x="21" y="9"/>
                </a:cxn>
                <a:cxn ang="0">
                  <a:pos x="25" y="11"/>
                </a:cxn>
                <a:cxn ang="0">
                  <a:pos x="30" y="16"/>
                </a:cxn>
                <a:cxn ang="0">
                  <a:pos x="34" y="20"/>
                </a:cxn>
                <a:cxn ang="0">
                  <a:pos x="39" y="25"/>
                </a:cxn>
                <a:cxn ang="0">
                  <a:pos x="44" y="30"/>
                </a:cxn>
                <a:cxn ang="0">
                  <a:pos x="48" y="34"/>
                </a:cxn>
                <a:cxn ang="0">
                  <a:pos x="53" y="39"/>
                </a:cxn>
                <a:cxn ang="0">
                  <a:pos x="57" y="41"/>
                </a:cxn>
                <a:cxn ang="0">
                  <a:pos x="62" y="43"/>
                </a:cxn>
                <a:cxn ang="0">
                  <a:pos x="67" y="43"/>
                </a:cxn>
                <a:cxn ang="0">
                  <a:pos x="71" y="43"/>
                </a:cxn>
                <a:cxn ang="0">
                  <a:pos x="76" y="41"/>
                </a:cxn>
                <a:cxn ang="0">
                  <a:pos x="80" y="39"/>
                </a:cxn>
                <a:cxn ang="0">
                  <a:pos x="85" y="36"/>
                </a:cxn>
                <a:cxn ang="0">
                  <a:pos x="90" y="36"/>
                </a:cxn>
                <a:cxn ang="0">
                  <a:pos x="94" y="36"/>
                </a:cxn>
                <a:cxn ang="0">
                  <a:pos x="99" y="39"/>
                </a:cxn>
                <a:cxn ang="0">
                  <a:pos x="103" y="41"/>
                </a:cxn>
                <a:cxn ang="0">
                  <a:pos x="108" y="41"/>
                </a:cxn>
                <a:cxn ang="0">
                  <a:pos x="113" y="43"/>
                </a:cxn>
                <a:cxn ang="0">
                  <a:pos x="117" y="43"/>
                </a:cxn>
                <a:cxn ang="0">
                  <a:pos x="122" y="43"/>
                </a:cxn>
                <a:cxn ang="0">
                  <a:pos x="126" y="43"/>
                </a:cxn>
                <a:cxn ang="0">
                  <a:pos x="131" y="43"/>
                </a:cxn>
                <a:cxn ang="0">
                  <a:pos x="136" y="43"/>
                </a:cxn>
                <a:cxn ang="0">
                  <a:pos x="140" y="43"/>
                </a:cxn>
                <a:cxn ang="0">
                  <a:pos x="145" y="43"/>
                </a:cxn>
                <a:cxn ang="0">
                  <a:pos x="149" y="46"/>
                </a:cxn>
                <a:cxn ang="0">
                  <a:pos x="154" y="46"/>
                </a:cxn>
                <a:cxn ang="0">
                  <a:pos x="159" y="46"/>
                </a:cxn>
                <a:cxn ang="0">
                  <a:pos x="163" y="48"/>
                </a:cxn>
                <a:cxn ang="0">
                  <a:pos x="168" y="48"/>
                </a:cxn>
                <a:cxn ang="0">
                  <a:pos x="172" y="50"/>
                </a:cxn>
                <a:cxn ang="0">
                  <a:pos x="177" y="50"/>
                </a:cxn>
                <a:cxn ang="0">
                  <a:pos x="182" y="53"/>
                </a:cxn>
                <a:cxn ang="0">
                  <a:pos x="186" y="57"/>
                </a:cxn>
                <a:cxn ang="0">
                  <a:pos x="191" y="62"/>
                </a:cxn>
                <a:cxn ang="0">
                  <a:pos x="198" y="69"/>
                </a:cxn>
                <a:cxn ang="0">
                  <a:pos x="200" y="73"/>
                </a:cxn>
                <a:cxn ang="0">
                  <a:pos x="205" y="78"/>
                </a:cxn>
                <a:cxn ang="0">
                  <a:pos x="209" y="83"/>
                </a:cxn>
                <a:cxn ang="0">
                  <a:pos x="214" y="85"/>
                </a:cxn>
              </a:cxnLst>
              <a:rect l="0" t="0" r="r" b="b"/>
              <a:pathLst>
                <a:path w="214" h="85">
                  <a:moveTo>
                    <a:pt x="0" y="0"/>
                  </a:moveTo>
                  <a:lnTo>
                    <a:pt x="2" y="0"/>
                  </a:lnTo>
                  <a:lnTo>
                    <a:pt x="4" y="0"/>
                  </a:lnTo>
                  <a:lnTo>
                    <a:pt x="7" y="2"/>
                  </a:lnTo>
                  <a:lnTo>
                    <a:pt x="9" y="2"/>
                  </a:lnTo>
                  <a:lnTo>
                    <a:pt x="11" y="2"/>
                  </a:lnTo>
                  <a:lnTo>
                    <a:pt x="14" y="4"/>
                  </a:lnTo>
                  <a:lnTo>
                    <a:pt x="16" y="7"/>
                  </a:lnTo>
                  <a:lnTo>
                    <a:pt x="18" y="7"/>
                  </a:lnTo>
                  <a:lnTo>
                    <a:pt x="21" y="9"/>
                  </a:lnTo>
                  <a:lnTo>
                    <a:pt x="23" y="11"/>
                  </a:lnTo>
                  <a:lnTo>
                    <a:pt x="25" y="11"/>
                  </a:lnTo>
                  <a:lnTo>
                    <a:pt x="27" y="13"/>
                  </a:lnTo>
                  <a:lnTo>
                    <a:pt x="30" y="16"/>
                  </a:lnTo>
                  <a:lnTo>
                    <a:pt x="32" y="18"/>
                  </a:lnTo>
                  <a:lnTo>
                    <a:pt x="34" y="20"/>
                  </a:lnTo>
                  <a:lnTo>
                    <a:pt x="37" y="23"/>
                  </a:lnTo>
                  <a:lnTo>
                    <a:pt x="39" y="25"/>
                  </a:lnTo>
                  <a:lnTo>
                    <a:pt x="41" y="27"/>
                  </a:lnTo>
                  <a:lnTo>
                    <a:pt x="44" y="30"/>
                  </a:lnTo>
                  <a:lnTo>
                    <a:pt x="46" y="32"/>
                  </a:lnTo>
                  <a:lnTo>
                    <a:pt x="48" y="34"/>
                  </a:lnTo>
                  <a:lnTo>
                    <a:pt x="50" y="36"/>
                  </a:lnTo>
                  <a:lnTo>
                    <a:pt x="53" y="39"/>
                  </a:lnTo>
                  <a:lnTo>
                    <a:pt x="55" y="39"/>
                  </a:lnTo>
                  <a:lnTo>
                    <a:pt x="57" y="41"/>
                  </a:lnTo>
                  <a:lnTo>
                    <a:pt x="60" y="43"/>
                  </a:lnTo>
                  <a:lnTo>
                    <a:pt x="62" y="43"/>
                  </a:lnTo>
                  <a:lnTo>
                    <a:pt x="64" y="43"/>
                  </a:lnTo>
                  <a:lnTo>
                    <a:pt x="67" y="43"/>
                  </a:lnTo>
                  <a:lnTo>
                    <a:pt x="69" y="43"/>
                  </a:lnTo>
                  <a:lnTo>
                    <a:pt x="71" y="43"/>
                  </a:lnTo>
                  <a:lnTo>
                    <a:pt x="73" y="41"/>
                  </a:lnTo>
                  <a:lnTo>
                    <a:pt x="76" y="41"/>
                  </a:lnTo>
                  <a:lnTo>
                    <a:pt x="78" y="39"/>
                  </a:lnTo>
                  <a:lnTo>
                    <a:pt x="80" y="39"/>
                  </a:lnTo>
                  <a:lnTo>
                    <a:pt x="83" y="39"/>
                  </a:lnTo>
                  <a:lnTo>
                    <a:pt x="85" y="36"/>
                  </a:lnTo>
                  <a:lnTo>
                    <a:pt x="87" y="36"/>
                  </a:lnTo>
                  <a:lnTo>
                    <a:pt x="90" y="36"/>
                  </a:lnTo>
                  <a:lnTo>
                    <a:pt x="92" y="36"/>
                  </a:lnTo>
                  <a:lnTo>
                    <a:pt x="94" y="36"/>
                  </a:lnTo>
                  <a:lnTo>
                    <a:pt x="96" y="39"/>
                  </a:lnTo>
                  <a:lnTo>
                    <a:pt x="99" y="39"/>
                  </a:lnTo>
                  <a:lnTo>
                    <a:pt x="101" y="39"/>
                  </a:lnTo>
                  <a:lnTo>
                    <a:pt x="103" y="41"/>
                  </a:lnTo>
                  <a:lnTo>
                    <a:pt x="106" y="41"/>
                  </a:lnTo>
                  <a:lnTo>
                    <a:pt x="108" y="41"/>
                  </a:lnTo>
                  <a:lnTo>
                    <a:pt x="110" y="43"/>
                  </a:lnTo>
                  <a:lnTo>
                    <a:pt x="113" y="43"/>
                  </a:lnTo>
                  <a:lnTo>
                    <a:pt x="115" y="43"/>
                  </a:lnTo>
                  <a:lnTo>
                    <a:pt x="117" y="43"/>
                  </a:lnTo>
                  <a:lnTo>
                    <a:pt x="120" y="43"/>
                  </a:lnTo>
                  <a:lnTo>
                    <a:pt x="122" y="43"/>
                  </a:lnTo>
                  <a:lnTo>
                    <a:pt x="124" y="43"/>
                  </a:lnTo>
                  <a:lnTo>
                    <a:pt x="126" y="43"/>
                  </a:lnTo>
                  <a:lnTo>
                    <a:pt x="129" y="43"/>
                  </a:lnTo>
                  <a:lnTo>
                    <a:pt x="131" y="43"/>
                  </a:lnTo>
                  <a:lnTo>
                    <a:pt x="133" y="43"/>
                  </a:lnTo>
                  <a:lnTo>
                    <a:pt x="136" y="43"/>
                  </a:lnTo>
                  <a:lnTo>
                    <a:pt x="138" y="43"/>
                  </a:lnTo>
                  <a:lnTo>
                    <a:pt x="140" y="43"/>
                  </a:lnTo>
                  <a:lnTo>
                    <a:pt x="143" y="43"/>
                  </a:lnTo>
                  <a:lnTo>
                    <a:pt x="145" y="43"/>
                  </a:lnTo>
                  <a:lnTo>
                    <a:pt x="147" y="43"/>
                  </a:lnTo>
                  <a:lnTo>
                    <a:pt x="149" y="46"/>
                  </a:lnTo>
                  <a:lnTo>
                    <a:pt x="152" y="46"/>
                  </a:lnTo>
                  <a:lnTo>
                    <a:pt x="154" y="46"/>
                  </a:lnTo>
                  <a:lnTo>
                    <a:pt x="156" y="46"/>
                  </a:lnTo>
                  <a:lnTo>
                    <a:pt x="159" y="46"/>
                  </a:lnTo>
                  <a:lnTo>
                    <a:pt x="161" y="48"/>
                  </a:lnTo>
                  <a:lnTo>
                    <a:pt x="163" y="48"/>
                  </a:lnTo>
                  <a:lnTo>
                    <a:pt x="166" y="48"/>
                  </a:lnTo>
                  <a:lnTo>
                    <a:pt x="168" y="48"/>
                  </a:lnTo>
                  <a:lnTo>
                    <a:pt x="170" y="48"/>
                  </a:lnTo>
                  <a:lnTo>
                    <a:pt x="172" y="50"/>
                  </a:lnTo>
                  <a:lnTo>
                    <a:pt x="175" y="50"/>
                  </a:lnTo>
                  <a:lnTo>
                    <a:pt x="177" y="50"/>
                  </a:lnTo>
                  <a:lnTo>
                    <a:pt x="179" y="53"/>
                  </a:lnTo>
                  <a:lnTo>
                    <a:pt x="182" y="53"/>
                  </a:lnTo>
                  <a:lnTo>
                    <a:pt x="184" y="55"/>
                  </a:lnTo>
                  <a:lnTo>
                    <a:pt x="186" y="57"/>
                  </a:lnTo>
                  <a:lnTo>
                    <a:pt x="189" y="60"/>
                  </a:lnTo>
                  <a:lnTo>
                    <a:pt x="191" y="62"/>
                  </a:lnTo>
                  <a:lnTo>
                    <a:pt x="193" y="64"/>
                  </a:lnTo>
                  <a:lnTo>
                    <a:pt x="198" y="69"/>
                  </a:lnTo>
                  <a:lnTo>
                    <a:pt x="198" y="71"/>
                  </a:lnTo>
                  <a:lnTo>
                    <a:pt x="200" y="73"/>
                  </a:lnTo>
                  <a:lnTo>
                    <a:pt x="202" y="76"/>
                  </a:lnTo>
                  <a:lnTo>
                    <a:pt x="205" y="78"/>
                  </a:lnTo>
                  <a:lnTo>
                    <a:pt x="207" y="80"/>
                  </a:lnTo>
                  <a:lnTo>
                    <a:pt x="209" y="83"/>
                  </a:lnTo>
                  <a:lnTo>
                    <a:pt x="212" y="85"/>
                  </a:lnTo>
                  <a:lnTo>
                    <a:pt x="214" y="85"/>
                  </a:lnTo>
                </a:path>
              </a:pathLst>
            </a:custGeom>
            <a:noFill/>
            <a:ln w="12700" cap="flat">
              <a:solidFill>
                <a:srgbClr val="C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25" name="Freeform 765"/>
            <p:cNvSpPr>
              <a:spLocks/>
            </p:cNvSpPr>
            <p:nvPr/>
          </p:nvSpPr>
          <p:spPr bwMode="auto">
            <a:xfrm>
              <a:off x="22202514" y="18339197"/>
              <a:ext cx="869950" cy="406400"/>
            </a:xfrm>
            <a:custGeom>
              <a:avLst/>
              <a:gdLst/>
              <a:ahLst/>
              <a:cxnLst>
                <a:cxn ang="0">
                  <a:pos x="5" y="28"/>
                </a:cxn>
                <a:cxn ang="0">
                  <a:pos x="12" y="25"/>
                </a:cxn>
                <a:cxn ang="0">
                  <a:pos x="19" y="25"/>
                </a:cxn>
                <a:cxn ang="0">
                  <a:pos x="26" y="25"/>
                </a:cxn>
                <a:cxn ang="0">
                  <a:pos x="32" y="25"/>
                </a:cxn>
                <a:cxn ang="0">
                  <a:pos x="39" y="25"/>
                </a:cxn>
                <a:cxn ang="0">
                  <a:pos x="46" y="23"/>
                </a:cxn>
                <a:cxn ang="0">
                  <a:pos x="53" y="23"/>
                </a:cxn>
                <a:cxn ang="0">
                  <a:pos x="60" y="23"/>
                </a:cxn>
                <a:cxn ang="0">
                  <a:pos x="67" y="25"/>
                </a:cxn>
                <a:cxn ang="0">
                  <a:pos x="74" y="28"/>
                </a:cxn>
                <a:cxn ang="0">
                  <a:pos x="81" y="25"/>
                </a:cxn>
                <a:cxn ang="0">
                  <a:pos x="88" y="23"/>
                </a:cxn>
                <a:cxn ang="0">
                  <a:pos x="95" y="21"/>
                </a:cxn>
                <a:cxn ang="0">
                  <a:pos x="101" y="21"/>
                </a:cxn>
                <a:cxn ang="0">
                  <a:pos x="108" y="21"/>
                </a:cxn>
                <a:cxn ang="0">
                  <a:pos x="115" y="18"/>
                </a:cxn>
                <a:cxn ang="0">
                  <a:pos x="122" y="11"/>
                </a:cxn>
                <a:cxn ang="0">
                  <a:pos x="127" y="7"/>
                </a:cxn>
                <a:cxn ang="0">
                  <a:pos x="131" y="2"/>
                </a:cxn>
                <a:cxn ang="0">
                  <a:pos x="138" y="0"/>
                </a:cxn>
                <a:cxn ang="0">
                  <a:pos x="145" y="7"/>
                </a:cxn>
                <a:cxn ang="0">
                  <a:pos x="152" y="18"/>
                </a:cxn>
                <a:cxn ang="0">
                  <a:pos x="154" y="25"/>
                </a:cxn>
                <a:cxn ang="0">
                  <a:pos x="159" y="35"/>
                </a:cxn>
                <a:cxn ang="0">
                  <a:pos x="161" y="44"/>
                </a:cxn>
                <a:cxn ang="0">
                  <a:pos x="171" y="58"/>
                </a:cxn>
                <a:cxn ang="0">
                  <a:pos x="175" y="62"/>
                </a:cxn>
                <a:cxn ang="0">
                  <a:pos x="182" y="62"/>
                </a:cxn>
                <a:cxn ang="0">
                  <a:pos x="189" y="55"/>
                </a:cxn>
                <a:cxn ang="0">
                  <a:pos x="196" y="46"/>
                </a:cxn>
                <a:cxn ang="0">
                  <a:pos x="200" y="39"/>
                </a:cxn>
                <a:cxn ang="0">
                  <a:pos x="207" y="30"/>
                </a:cxn>
                <a:cxn ang="0">
                  <a:pos x="214" y="23"/>
                </a:cxn>
                <a:cxn ang="0">
                  <a:pos x="221" y="18"/>
                </a:cxn>
                <a:cxn ang="0">
                  <a:pos x="228" y="16"/>
                </a:cxn>
                <a:cxn ang="0">
                  <a:pos x="235" y="11"/>
                </a:cxn>
                <a:cxn ang="0">
                  <a:pos x="242" y="9"/>
                </a:cxn>
                <a:cxn ang="0">
                  <a:pos x="249" y="9"/>
                </a:cxn>
                <a:cxn ang="0">
                  <a:pos x="256" y="11"/>
                </a:cxn>
                <a:cxn ang="0">
                  <a:pos x="263" y="16"/>
                </a:cxn>
                <a:cxn ang="0">
                  <a:pos x="270" y="21"/>
                </a:cxn>
              </a:cxnLst>
              <a:rect l="0" t="0" r="r" b="b"/>
              <a:pathLst>
                <a:path w="274" h="64">
                  <a:moveTo>
                    <a:pt x="0" y="30"/>
                  </a:moveTo>
                  <a:lnTo>
                    <a:pt x="2" y="28"/>
                  </a:lnTo>
                  <a:lnTo>
                    <a:pt x="5" y="28"/>
                  </a:lnTo>
                  <a:lnTo>
                    <a:pt x="7" y="28"/>
                  </a:lnTo>
                  <a:lnTo>
                    <a:pt x="9" y="28"/>
                  </a:lnTo>
                  <a:lnTo>
                    <a:pt x="12" y="25"/>
                  </a:lnTo>
                  <a:lnTo>
                    <a:pt x="14" y="25"/>
                  </a:lnTo>
                  <a:lnTo>
                    <a:pt x="16" y="25"/>
                  </a:lnTo>
                  <a:lnTo>
                    <a:pt x="19" y="25"/>
                  </a:lnTo>
                  <a:lnTo>
                    <a:pt x="21" y="25"/>
                  </a:lnTo>
                  <a:lnTo>
                    <a:pt x="23" y="25"/>
                  </a:lnTo>
                  <a:lnTo>
                    <a:pt x="26" y="25"/>
                  </a:lnTo>
                  <a:lnTo>
                    <a:pt x="28" y="25"/>
                  </a:lnTo>
                  <a:lnTo>
                    <a:pt x="30" y="25"/>
                  </a:lnTo>
                  <a:lnTo>
                    <a:pt x="32" y="25"/>
                  </a:lnTo>
                  <a:lnTo>
                    <a:pt x="35" y="25"/>
                  </a:lnTo>
                  <a:lnTo>
                    <a:pt x="37" y="25"/>
                  </a:lnTo>
                  <a:lnTo>
                    <a:pt x="39" y="25"/>
                  </a:lnTo>
                  <a:lnTo>
                    <a:pt x="42" y="23"/>
                  </a:lnTo>
                  <a:lnTo>
                    <a:pt x="44" y="23"/>
                  </a:lnTo>
                  <a:lnTo>
                    <a:pt x="46" y="23"/>
                  </a:lnTo>
                  <a:lnTo>
                    <a:pt x="49" y="23"/>
                  </a:lnTo>
                  <a:lnTo>
                    <a:pt x="51" y="23"/>
                  </a:lnTo>
                  <a:lnTo>
                    <a:pt x="53" y="23"/>
                  </a:lnTo>
                  <a:lnTo>
                    <a:pt x="55" y="23"/>
                  </a:lnTo>
                  <a:lnTo>
                    <a:pt x="58" y="23"/>
                  </a:lnTo>
                  <a:lnTo>
                    <a:pt x="60" y="23"/>
                  </a:lnTo>
                  <a:lnTo>
                    <a:pt x="62" y="25"/>
                  </a:lnTo>
                  <a:lnTo>
                    <a:pt x="65" y="25"/>
                  </a:lnTo>
                  <a:lnTo>
                    <a:pt x="67" y="25"/>
                  </a:lnTo>
                  <a:lnTo>
                    <a:pt x="69" y="25"/>
                  </a:lnTo>
                  <a:lnTo>
                    <a:pt x="72" y="25"/>
                  </a:lnTo>
                  <a:lnTo>
                    <a:pt x="74" y="28"/>
                  </a:lnTo>
                  <a:lnTo>
                    <a:pt x="76" y="25"/>
                  </a:lnTo>
                  <a:lnTo>
                    <a:pt x="78" y="25"/>
                  </a:lnTo>
                  <a:lnTo>
                    <a:pt x="81" y="25"/>
                  </a:lnTo>
                  <a:lnTo>
                    <a:pt x="83" y="25"/>
                  </a:lnTo>
                  <a:lnTo>
                    <a:pt x="85" y="23"/>
                  </a:lnTo>
                  <a:lnTo>
                    <a:pt x="88" y="23"/>
                  </a:lnTo>
                  <a:lnTo>
                    <a:pt x="90" y="23"/>
                  </a:lnTo>
                  <a:lnTo>
                    <a:pt x="92" y="23"/>
                  </a:lnTo>
                  <a:lnTo>
                    <a:pt x="95" y="21"/>
                  </a:lnTo>
                  <a:lnTo>
                    <a:pt x="97" y="21"/>
                  </a:lnTo>
                  <a:lnTo>
                    <a:pt x="99" y="21"/>
                  </a:lnTo>
                  <a:lnTo>
                    <a:pt x="101" y="21"/>
                  </a:lnTo>
                  <a:lnTo>
                    <a:pt x="104" y="21"/>
                  </a:lnTo>
                  <a:lnTo>
                    <a:pt x="106" y="21"/>
                  </a:lnTo>
                  <a:lnTo>
                    <a:pt x="108" y="21"/>
                  </a:lnTo>
                  <a:lnTo>
                    <a:pt x="111" y="21"/>
                  </a:lnTo>
                  <a:lnTo>
                    <a:pt x="113" y="18"/>
                  </a:lnTo>
                  <a:lnTo>
                    <a:pt x="115" y="18"/>
                  </a:lnTo>
                  <a:lnTo>
                    <a:pt x="118" y="16"/>
                  </a:lnTo>
                  <a:lnTo>
                    <a:pt x="120" y="14"/>
                  </a:lnTo>
                  <a:lnTo>
                    <a:pt x="122" y="11"/>
                  </a:lnTo>
                  <a:lnTo>
                    <a:pt x="127" y="7"/>
                  </a:lnTo>
                  <a:lnTo>
                    <a:pt x="125" y="7"/>
                  </a:lnTo>
                  <a:lnTo>
                    <a:pt x="127" y="7"/>
                  </a:lnTo>
                  <a:lnTo>
                    <a:pt x="131" y="2"/>
                  </a:lnTo>
                  <a:lnTo>
                    <a:pt x="129" y="2"/>
                  </a:lnTo>
                  <a:lnTo>
                    <a:pt x="131" y="2"/>
                  </a:lnTo>
                  <a:lnTo>
                    <a:pt x="134" y="0"/>
                  </a:lnTo>
                  <a:lnTo>
                    <a:pt x="136" y="0"/>
                  </a:lnTo>
                  <a:lnTo>
                    <a:pt x="138" y="0"/>
                  </a:lnTo>
                  <a:lnTo>
                    <a:pt x="141" y="2"/>
                  </a:lnTo>
                  <a:lnTo>
                    <a:pt x="143" y="5"/>
                  </a:lnTo>
                  <a:lnTo>
                    <a:pt x="145" y="7"/>
                  </a:lnTo>
                  <a:lnTo>
                    <a:pt x="150" y="11"/>
                  </a:lnTo>
                  <a:lnTo>
                    <a:pt x="150" y="16"/>
                  </a:lnTo>
                  <a:lnTo>
                    <a:pt x="152" y="18"/>
                  </a:lnTo>
                  <a:lnTo>
                    <a:pt x="152" y="21"/>
                  </a:lnTo>
                  <a:lnTo>
                    <a:pt x="154" y="23"/>
                  </a:lnTo>
                  <a:lnTo>
                    <a:pt x="154" y="25"/>
                  </a:lnTo>
                  <a:lnTo>
                    <a:pt x="157" y="28"/>
                  </a:lnTo>
                  <a:lnTo>
                    <a:pt x="157" y="32"/>
                  </a:lnTo>
                  <a:lnTo>
                    <a:pt x="159" y="35"/>
                  </a:lnTo>
                  <a:lnTo>
                    <a:pt x="159" y="37"/>
                  </a:lnTo>
                  <a:lnTo>
                    <a:pt x="161" y="39"/>
                  </a:lnTo>
                  <a:lnTo>
                    <a:pt x="161" y="44"/>
                  </a:lnTo>
                  <a:lnTo>
                    <a:pt x="166" y="48"/>
                  </a:lnTo>
                  <a:lnTo>
                    <a:pt x="166" y="53"/>
                  </a:lnTo>
                  <a:lnTo>
                    <a:pt x="171" y="58"/>
                  </a:lnTo>
                  <a:lnTo>
                    <a:pt x="171" y="60"/>
                  </a:lnTo>
                  <a:lnTo>
                    <a:pt x="173" y="62"/>
                  </a:lnTo>
                  <a:lnTo>
                    <a:pt x="175" y="62"/>
                  </a:lnTo>
                  <a:lnTo>
                    <a:pt x="177" y="64"/>
                  </a:lnTo>
                  <a:lnTo>
                    <a:pt x="180" y="64"/>
                  </a:lnTo>
                  <a:lnTo>
                    <a:pt x="182" y="62"/>
                  </a:lnTo>
                  <a:lnTo>
                    <a:pt x="184" y="60"/>
                  </a:lnTo>
                  <a:lnTo>
                    <a:pt x="187" y="58"/>
                  </a:lnTo>
                  <a:lnTo>
                    <a:pt x="189" y="55"/>
                  </a:lnTo>
                  <a:lnTo>
                    <a:pt x="191" y="53"/>
                  </a:lnTo>
                  <a:lnTo>
                    <a:pt x="196" y="48"/>
                  </a:lnTo>
                  <a:lnTo>
                    <a:pt x="196" y="46"/>
                  </a:lnTo>
                  <a:lnTo>
                    <a:pt x="198" y="44"/>
                  </a:lnTo>
                  <a:lnTo>
                    <a:pt x="198" y="41"/>
                  </a:lnTo>
                  <a:lnTo>
                    <a:pt x="200" y="39"/>
                  </a:lnTo>
                  <a:lnTo>
                    <a:pt x="205" y="35"/>
                  </a:lnTo>
                  <a:lnTo>
                    <a:pt x="205" y="32"/>
                  </a:lnTo>
                  <a:lnTo>
                    <a:pt x="207" y="30"/>
                  </a:lnTo>
                  <a:lnTo>
                    <a:pt x="210" y="28"/>
                  </a:lnTo>
                  <a:lnTo>
                    <a:pt x="212" y="25"/>
                  </a:lnTo>
                  <a:lnTo>
                    <a:pt x="214" y="23"/>
                  </a:lnTo>
                  <a:lnTo>
                    <a:pt x="217" y="21"/>
                  </a:lnTo>
                  <a:lnTo>
                    <a:pt x="219" y="21"/>
                  </a:lnTo>
                  <a:lnTo>
                    <a:pt x="221" y="18"/>
                  </a:lnTo>
                  <a:lnTo>
                    <a:pt x="223" y="18"/>
                  </a:lnTo>
                  <a:lnTo>
                    <a:pt x="226" y="16"/>
                  </a:lnTo>
                  <a:lnTo>
                    <a:pt x="228" y="16"/>
                  </a:lnTo>
                  <a:lnTo>
                    <a:pt x="230" y="14"/>
                  </a:lnTo>
                  <a:lnTo>
                    <a:pt x="233" y="14"/>
                  </a:lnTo>
                  <a:lnTo>
                    <a:pt x="235" y="11"/>
                  </a:lnTo>
                  <a:lnTo>
                    <a:pt x="237" y="11"/>
                  </a:lnTo>
                  <a:lnTo>
                    <a:pt x="240" y="11"/>
                  </a:lnTo>
                  <a:lnTo>
                    <a:pt x="242" y="9"/>
                  </a:lnTo>
                  <a:lnTo>
                    <a:pt x="244" y="9"/>
                  </a:lnTo>
                  <a:lnTo>
                    <a:pt x="247" y="9"/>
                  </a:lnTo>
                  <a:lnTo>
                    <a:pt x="249" y="9"/>
                  </a:lnTo>
                  <a:lnTo>
                    <a:pt x="251" y="11"/>
                  </a:lnTo>
                  <a:lnTo>
                    <a:pt x="253" y="11"/>
                  </a:lnTo>
                  <a:lnTo>
                    <a:pt x="256" y="11"/>
                  </a:lnTo>
                  <a:lnTo>
                    <a:pt x="258" y="14"/>
                  </a:lnTo>
                  <a:lnTo>
                    <a:pt x="260" y="14"/>
                  </a:lnTo>
                  <a:lnTo>
                    <a:pt x="263" y="16"/>
                  </a:lnTo>
                  <a:lnTo>
                    <a:pt x="265" y="16"/>
                  </a:lnTo>
                  <a:lnTo>
                    <a:pt x="267" y="18"/>
                  </a:lnTo>
                  <a:lnTo>
                    <a:pt x="270" y="21"/>
                  </a:lnTo>
                  <a:lnTo>
                    <a:pt x="272" y="21"/>
                  </a:lnTo>
                  <a:lnTo>
                    <a:pt x="274" y="23"/>
                  </a:lnTo>
                </a:path>
              </a:pathLst>
            </a:custGeom>
            <a:noFill/>
            <a:ln w="1270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26" name="Freeform 766"/>
            <p:cNvSpPr>
              <a:spLocks/>
            </p:cNvSpPr>
            <p:nvPr/>
          </p:nvSpPr>
          <p:spPr bwMode="auto">
            <a:xfrm>
              <a:off x="23072464" y="18485249"/>
              <a:ext cx="600076" cy="279400"/>
            </a:xfrm>
            <a:custGeom>
              <a:avLst/>
              <a:gdLst/>
              <a:ahLst/>
              <a:cxnLst>
                <a:cxn ang="0">
                  <a:pos x="2" y="2"/>
                </a:cxn>
                <a:cxn ang="0">
                  <a:pos x="7" y="7"/>
                </a:cxn>
                <a:cxn ang="0">
                  <a:pos x="12" y="12"/>
                </a:cxn>
                <a:cxn ang="0">
                  <a:pos x="16" y="18"/>
                </a:cxn>
                <a:cxn ang="0">
                  <a:pos x="21" y="23"/>
                </a:cxn>
                <a:cxn ang="0">
                  <a:pos x="25" y="30"/>
                </a:cxn>
                <a:cxn ang="0">
                  <a:pos x="28" y="35"/>
                </a:cxn>
                <a:cxn ang="0">
                  <a:pos x="32" y="41"/>
                </a:cxn>
                <a:cxn ang="0">
                  <a:pos x="37" y="44"/>
                </a:cxn>
                <a:cxn ang="0">
                  <a:pos x="42" y="44"/>
                </a:cxn>
                <a:cxn ang="0">
                  <a:pos x="46" y="44"/>
                </a:cxn>
                <a:cxn ang="0">
                  <a:pos x="51" y="41"/>
                </a:cxn>
                <a:cxn ang="0">
                  <a:pos x="55" y="39"/>
                </a:cxn>
                <a:cxn ang="0">
                  <a:pos x="60" y="37"/>
                </a:cxn>
                <a:cxn ang="0">
                  <a:pos x="65" y="37"/>
                </a:cxn>
                <a:cxn ang="0">
                  <a:pos x="69" y="37"/>
                </a:cxn>
                <a:cxn ang="0">
                  <a:pos x="74" y="37"/>
                </a:cxn>
                <a:cxn ang="0">
                  <a:pos x="78" y="37"/>
                </a:cxn>
                <a:cxn ang="0">
                  <a:pos x="83" y="37"/>
                </a:cxn>
                <a:cxn ang="0">
                  <a:pos x="88" y="37"/>
                </a:cxn>
                <a:cxn ang="0">
                  <a:pos x="92" y="37"/>
                </a:cxn>
                <a:cxn ang="0">
                  <a:pos x="97" y="35"/>
                </a:cxn>
                <a:cxn ang="0">
                  <a:pos x="101" y="35"/>
                </a:cxn>
                <a:cxn ang="0">
                  <a:pos x="106" y="35"/>
                </a:cxn>
                <a:cxn ang="0">
                  <a:pos x="111" y="35"/>
                </a:cxn>
                <a:cxn ang="0">
                  <a:pos x="115" y="35"/>
                </a:cxn>
                <a:cxn ang="0">
                  <a:pos x="120" y="35"/>
                </a:cxn>
                <a:cxn ang="0">
                  <a:pos x="124" y="35"/>
                </a:cxn>
                <a:cxn ang="0">
                  <a:pos x="129" y="35"/>
                </a:cxn>
                <a:cxn ang="0">
                  <a:pos x="134" y="35"/>
                </a:cxn>
                <a:cxn ang="0">
                  <a:pos x="138" y="37"/>
                </a:cxn>
                <a:cxn ang="0">
                  <a:pos x="143" y="37"/>
                </a:cxn>
                <a:cxn ang="0">
                  <a:pos x="147" y="39"/>
                </a:cxn>
                <a:cxn ang="0">
                  <a:pos x="152" y="39"/>
                </a:cxn>
                <a:cxn ang="0">
                  <a:pos x="157" y="39"/>
                </a:cxn>
                <a:cxn ang="0">
                  <a:pos x="161" y="39"/>
                </a:cxn>
                <a:cxn ang="0">
                  <a:pos x="166" y="39"/>
                </a:cxn>
                <a:cxn ang="0">
                  <a:pos x="170" y="39"/>
                </a:cxn>
                <a:cxn ang="0">
                  <a:pos x="175" y="39"/>
                </a:cxn>
                <a:cxn ang="0">
                  <a:pos x="180" y="39"/>
                </a:cxn>
                <a:cxn ang="0">
                  <a:pos x="184" y="39"/>
                </a:cxn>
                <a:cxn ang="0">
                  <a:pos x="189" y="39"/>
                </a:cxn>
              </a:cxnLst>
              <a:rect l="0" t="0" r="r" b="b"/>
              <a:pathLst>
                <a:path w="189" h="44">
                  <a:moveTo>
                    <a:pt x="0" y="0"/>
                  </a:moveTo>
                  <a:lnTo>
                    <a:pt x="2" y="2"/>
                  </a:lnTo>
                  <a:lnTo>
                    <a:pt x="5" y="5"/>
                  </a:lnTo>
                  <a:lnTo>
                    <a:pt x="7" y="7"/>
                  </a:lnTo>
                  <a:lnTo>
                    <a:pt x="9" y="9"/>
                  </a:lnTo>
                  <a:lnTo>
                    <a:pt x="12" y="12"/>
                  </a:lnTo>
                  <a:lnTo>
                    <a:pt x="16" y="16"/>
                  </a:lnTo>
                  <a:lnTo>
                    <a:pt x="16" y="18"/>
                  </a:lnTo>
                  <a:lnTo>
                    <a:pt x="19" y="21"/>
                  </a:lnTo>
                  <a:lnTo>
                    <a:pt x="21" y="23"/>
                  </a:lnTo>
                  <a:lnTo>
                    <a:pt x="21" y="25"/>
                  </a:lnTo>
                  <a:lnTo>
                    <a:pt x="25" y="30"/>
                  </a:lnTo>
                  <a:lnTo>
                    <a:pt x="25" y="32"/>
                  </a:lnTo>
                  <a:lnTo>
                    <a:pt x="28" y="35"/>
                  </a:lnTo>
                  <a:lnTo>
                    <a:pt x="32" y="39"/>
                  </a:lnTo>
                  <a:lnTo>
                    <a:pt x="32" y="41"/>
                  </a:lnTo>
                  <a:lnTo>
                    <a:pt x="35" y="44"/>
                  </a:lnTo>
                  <a:lnTo>
                    <a:pt x="37" y="44"/>
                  </a:lnTo>
                  <a:lnTo>
                    <a:pt x="39" y="44"/>
                  </a:lnTo>
                  <a:lnTo>
                    <a:pt x="42" y="44"/>
                  </a:lnTo>
                  <a:lnTo>
                    <a:pt x="44" y="44"/>
                  </a:lnTo>
                  <a:lnTo>
                    <a:pt x="46" y="44"/>
                  </a:lnTo>
                  <a:lnTo>
                    <a:pt x="48" y="44"/>
                  </a:lnTo>
                  <a:lnTo>
                    <a:pt x="51" y="41"/>
                  </a:lnTo>
                  <a:lnTo>
                    <a:pt x="53" y="41"/>
                  </a:lnTo>
                  <a:lnTo>
                    <a:pt x="55" y="39"/>
                  </a:lnTo>
                  <a:lnTo>
                    <a:pt x="58" y="39"/>
                  </a:lnTo>
                  <a:lnTo>
                    <a:pt x="60" y="37"/>
                  </a:lnTo>
                  <a:lnTo>
                    <a:pt x="62" y="37"/>
                  </a:lnTo>
                  <a:lnTo>
                    <a:pt x="65" y="37"/>
                  </a:lnTo>
                  <a:lnTo>
                    <a:pt x="67" y="37"/>
                  </a:lnTo>
                  <a:lnTo>
                    <a:pt x="69" y="37"/>
                  </a:lnTo>
                  <a:lnTo>
                    <a:pt x="71" y="37"/>
                  </a:lnTo>
                  <a:lnTo>
                    <a:pt x="74" y="37"/>
                  </a:lnTo>
                  <a:lnTo>
                    <a:pt x="76" y="37"/>
                  </a:lnTo>
                  <a:lnTo>
                    <a:pt x="78" y="37"/>
                  </a:lnTo>
                  <a:lnTo>
                    <a:pt x="81" y="37"/>
                  </a:lnTo>
                  <a:lnTo>
                    <a:pt x="83" y="37"/>
                  </a:lnTo>
                  <a:lnTo>
                    <a:pt x="85" y="37"/>
                  </a:lnTo>
                  <a:lnTo>
                    <a:pt x="88" y="37"/>
                  </a:lnTo>
                  <a:lnTo>
                    <a:pt x="90" y="37"/>
                  </a:lnTo>
                  <a:lnTo>
                    <a:pt x="92" y="37"/>
                  </a:lnTo>
                  <a:lnTo>
                    <a:pt x="95" y="37"/>
                  </a:lnTo>
                  <a:lnTo>
                    <a:pt x="97" y="35"/>
                  </a:lnTo>
                  <a:lnTo>
                    <a:pt x="99" y="35"/>
                  </a:lnTo>
                  <a:lnTo>
                    <a:pt x="101" y="35"/>
                  </a:lnTo>
                  <a:lnTo>
                    <a:pt x="104" y="35"/>
                  </a:lnTo>
                  <a:lnTo>
                    <a:pt x="106" y="35"/>
                  </a:lnTo>
                  <a:lnTo>
                    <a:pt x="108" y="35"/>
                  </a:lnTo>
                  <a:lnTo>
                    <a:pt x="111" y="35"/>
                  </a:lnTo>
                  <a:lnTo>
                    <a:pt x="113" y="35"/>
                  </a:lnTo>
                  <a:lnTo>
                    <a:pt x="115" y="35"/>
                  </a:lnTo>
                  <a:lnTo>
                    <a:pt x="118" y="35"/>
                  </a:lnTo>
                  <a:lnTo>
                    <a:pt x="120" y="35"/>
                  </a:lnTo>
                  <a:lnTo>
                    <a:pt x="122" y="35"/>
                  </a:lnTo>
                  <a:lnTo>
                    <a:pt x="124" y="35"/>
                  </a:lnTo>
                  <a:lnTo>
                    <a:pt x="127" y="35"/>
                  </a:lnTo>
                  <a:lnTo>
                    <a:pt x="129" y="35"/>
                  </a:lnTo>
                  <a:lnTo>
                    <a:pt x="131" y="35"/>
                  </a:lnTo>
                  <a:lnTo>
                    <a:pt x="134" y="35"/>
                  </a:lnTo>
                  <a:lnTo>
                    <a:pt x="136" y="37"/>
                  </a:lnTo>
                  <a:lnTo>
                    <a:pt x="138" y="37"/>
                  </a:lnTo>
                  <a:lnTo>
                    <a:pt x="141" y="37"/>
                  </a:lnTo>
                  <a:lnTo>
                    <a:pt x="143" y="37"/>
                  </a:lnTo>
                  <a:lnTo>
                    <a:pt x="145" y="37"/>
                  </a:lnTo>
                  <a:lnTo>
                    <a:pt x="147" y="39"/>
                  </a:lnTo>
                  <a:lnTo>
                    <a:pt x="150" y="39"/>
                  </a:lnTo>
                  <a:lnTo>
                    <a:pt x="152" y="39"/>
                  </a:lnTo>
                  <a:lnTo>
                    <a:pt x="154" y="39"/>
                  </a:lnTo>
                  <a:lnTo>
                    <a:pt x="157" y="39"/>
                  </a:lnTo>
                  <a:lnTo>
                    <a:pt x="159" y="39"/>
                  </a:lnTo>
                  <a:lnTo>
                    <a:pt x="161" y="39"/>
                  </a:lnTo>
                  <a:lnTo>
                    <a:pt x="164" y="39"/>
                  </a:lnTo>
                  <a:lnTo>
                    <a:pt x="166" y="39"/>
                  </a:lnTo>
                  <a:lnTo>
                    <a:pt x="168" y="39"/>
                  </a:lnTo>
                  <a:lnTo>
                    <a:pt x="170" y="39"/>
                  </a:lnTo>
                  <a:lnTo>
                    <a:pt x="173" y="39"/>
                  </a:lnTo>
                  <a:lnTo>
                    <a:pt x="175" y="39"/>
                  </a:lnTo>
                  <a:lnTo>
                    <a:pt x="177" y="39"/>
                  </a:lnTo>
                  <a:lnTo>
                    <a:pt x="180" y="39"/>
                  </a:lnTo>
                  <a:lnTo>
                    <a:pt x="182" y="39"/>
                  </a:lnTo>
                  <a:lnTo>
                    <a:pt x="184" y="39"/>
                  </a:lnTo>
                  <a:lnTo>
                    <a:pt x="187" y="39"/>
                  </a:lnTo>
                  <a:lnTo>
                    <a:pt x="189" y="39"/>
                  </a:lnTo>
                </a:path>
              </a:pathLst>
            </a:custGeom>
            <a:noFill/>
            <a:ln w="1270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27" name="Freeform 99"/>
            <p:cNvSpPr>
              <a:spLocks/>
            </p:cNvSpPr>
            <p:nvPr/>
          </p:nvSpPr>
          <p:spPr bwMode="auto">
            <a:xfrm>
              <a:off x="23072464" y="18516997"/>
              <a:ext cx="600076" cy="273052"/>
            </a:xfrm>
            <a:custGeom>
              <a:avLst/>
              <a:gdLst/>
              <a:ahLst/>
              <a:cxnLst>
                <a:cxn ang="0">
                  <a:pos x="2" y="2"/>
                </a:cxn>
                <a:cxn ang="0">
                  <a:pos x="7" y="7"/>
                </a:cxn>
                <a:cxn ang="0">
                  <a:pos x="12" y="11"/>
                </a:cxn>
                <a:cxn ang="0">
                  <a:pos x="16" y="16"/>
                </a:cxn>
                <a:cxn ang="0">
                  <a:pos x="21" y="20"/>
                </a:cxn>
                <a:cxn ang="0">
                  <a:pos x="25" y="25"/>
                </a:cxn>
                <a:cxn ang="0">
                  <a:pos x="30" y="30"/>
                </a:cxn>
                <a:cxn ang="0">
                  <a:pos x="35" y="32"/>
                </a:cxn>
                <a:cxn ang="0">
                  <a:pos x="39" y="34"/>
                </a:cxn>
                <a:cxn ang="0">
                  <a:pos x="44" y="34"/>
                </a:cxn>
                <a:cxn ang="0">
                  <a:pos x="48" y="34"/>
                </a:cxn>
                <a:cxn ang="0">
                  <a:pos x="53" y="34"/>
                </a:cxn>
                <a:cxn ang="0">
                  <a:pos x="58" y="34"/>
                </a:cxn>
                <a:cxn ang="0">
                  <a:pos x="62" y="32"/>
                </a:cxn>
                <a:cxn ang="0">
                  <a:pos x="67" y="32"/>
                </a:cxn>
                <a:cxn ang="0">
                  <a:pos x="71" y="34"/>
                </a:cxn>
                <a:cxn ang="0">
                  <a:pos x="76" y="34"/>
                </a:cxn>
                <a:cxn ang="0">
                  <a:pos x="81" y="34"/>
                </a:cxn>
                <a:cxn ang="0">
                  <a:pos x="85" y="34"/>
                </a:cxn>
                <a:cxn ang="0">
                  <a:pos x="90" y="34"/>
                </a:cxn>
                <a:cxn ang="0">
                  <a:pos x="95" y="34"/>
                </a:cxn>
                <a:cxn ang="0">
                  <a:pos x="99" y="34"/>
                </a:cxn>
                <a:cxn ang="0">
                  <a:pos x="104" y="34"/>
                </a:cxn>
                <a:cxn ang="0">
                  <a:pos x="108" y="36"/>
                </a:cxn>
                <a:cxn ang="0">
                  <a:pos x="113" y="36"/>
                </a:cxn>
                <a:cxn ang="0">
                  <a:pos x="118" y="39"/>
                </a:cxn>
                <a:cxn ang="0">
                  <a:pos x="122" y="39"/>
                </a:cxn>
                <a:cxn ang="0">
                  <a:pos x="127" y="41"/>
                </a:cxn>
                <a:cxn ang="0">
                  <a:pos x="131" y="39"/>
                </a:cxn>
                <a:cxn ang="0">
                  <a:pos x="136" y="39"/>
                </a:cxn>
                <a:cxn ang="0">
                  <a:pos x="141" y="39"/>
                </a:cxn>
                <a:cxn ang="0">
                  <a:pos x="145" y="36"/>
                </a:cxn>
                <a:cxn ang="0">
                  <a:pos x="150" y="36"/>
                </a:cxn>
                <a:cxn ang="0">
                  <a:pos x="154" y="39"/>
                </a:cxn>
                <a:cxn ang="0">
                  <a:pos x="159" y="39"/>
                </a:cxn>
                <a:cxn ang="0">
                  <a:pos x="164" y="41"/>
                </a:cxn>
                <a:cxn ang="0">
                  <a:pos x="168" y="41"/>
                </a:cxn>
                <a:cxn ang="0">
                  <a:pos x="173" y="43"/>
                </a:cxn>
                <a:cxn ang="0">
                  <a:pos x="177" y="43"/>
                </a:cxn>
                <a:cxn ang="0">
                  <a:pos x="182" y="43"/>
                </a:cxn>
                <a:cxn ang="0">
                  <a:pos x="187" y="43"/>
                </a:cxn>
              </a:cxnLst>
              <a:rect l="0" t="0" r="r" b="b"/>
              <a:pathLst>
                <a:path w="189" h="43">
                  <a:moveTo>
                    <a:pt x="0" y="0"/>
                  </a:moveTo>
                  <a:lnTo>
                    <a:pt x="2" y="2"/>
                  </a:lnTo>
                  <a:lnTo>
                    <a:pt x="5" y="4"/>
                  </a:lnTo>
                  <a:lnTo>
                    <a:pt x="7" y="7"/>
                  </a:lnTo>
                  <a:lnTo>
                    <a:pt x="9" y="9"/>
                  </a:lnTo>
                  <a:lnTo>
                    <a:pt x="12" y="11"/>
                  </a:lnTo>
                  <a:lnTo>
                    <a:pt x="14" y="13"/>
                  </a:lnTo>
                  <a:lnTo>
                    <a:pt x="16" y="16"/>
                  </a:lnTo>
                  <a:lnTo>
                    <a:pt x="19" y="18"/>
                  </a:lnTo>
                  <a:lnTo>
                    <a:pt x="21" y="20"/>
                  </a:lnTo>
                  <a:lnTo>
                    <a:pt x="23" y="23"/>
                  </a:lnTo>
                  <a:lnTo>
                    <a:pt x="25" y="25"/>
                  </a:lnTo>
                  <a:lnTo>
                    <a:pt x="28" y="27"/>
                  </a:lnTo>
                  <a:lnTo>
                    <a:pt x="30" y="30"/>
                  </a:lnTo>
                  <a:lnTo>
                    <a:pt x="32" y="30"/>
                  </a:lnTo>
                  <a:lnTo>
                    <a:pt x="35" y="32"/>
                  </a:lnTo>
                  <a:lnTo>
                    <a:pt x="37" y="32"/>
                  </a:lnTo>
                  <a:lnTo>
                    <a:pt x="39" y="34"/>
                  </a:lnTo>
                  <a:lnTo>
                    <a:pt x="42" y="34"/>
                  </a:lnTo>
                  <a:lnTo>
                    <a:pt x="44" y="34"/>
                  </a:lnTo>
                  <a:lnTo>
                    <a:pt x="46" y="34"/>
                  </a:lnTo>
                  <a:lnTo>
                    <a:pt x="48" y="34"/>
                  </a:lnTo>
                  <a:lnTo>
                    <a:pt x="51" y="34"/>
                  </a:lnTo>
                  <a:lnTo>
                    <a:pt x="53" y="34"/>
                  </a:lnTo>
                  <a:lnTo>
                    <a:pt x="55" y="34"/>
                  </a:lnTo>
                  <a:lnTo>
                    <a:pt x="58" y="34"/>
                  </a:lnTo>
                  <a:lnTo>
                    <a:pt x="60" y="32"/>
                  </a:lnTo>
                  <a:lnTo>
                    <a:pt x="62" y="32"/>
                  </a:lnTo>
                  <a:lnTo>
                    <a:pt x="65" y="32"/>
                  </a:lnTo>
                  <a:lnTo>
                    <a:pt x="67" y="32"/>
                  </a:lnTo>
                  <a:lnTo>
                    <a:pt x="69" y="34"/>
                  </a:lnTo>
                  <a:lnTo>
                    <a:pt x="71" y="34"/>
                  </a:lnTo>
                  <a:lnTo>
                    <a:pt x="74" y="34"/>
                  </a:lnTo>
                  <a:lnTo>
                    <a:pt x="76" y="34"/>
                  </a:lnTo>
                  <a:lnTo>
                    <a:pt x="78" y="34"/>
                  </a:lnTo>
                  <a:lnTo>
                    <a:pt x="81" y="34"/>
                  </a:lnTo>
                  <a:lnTo>
                    <a:pt x="83" y="34"/>
                  </a:lnTo>
                  <a:lnTo>
                    <a:pt x="85" y="34"/>
                  </a:lnTo>
                  <a:lnTo>
                    <a:pt x="88" y="34"/>
                  </a:lnTo>
                  <a:lnTo>
                    <a:pt x="90" y="34"/>
                  </a:lnTo>
                  <a:lnTo>
                    <a:pt x="92" y="34"/>
                  </a:lnTo>
                  <a:lnTo>
                    <a:pt x="95" y="34"/>
                  </a:lnTo>
                  <a:lnTo>
                    <a:pt x="97" y="34"/>
                  </a:lnTo>
                  <a:lnTo>
                    <a:pt x="99" y="34"/>
                  </a:lnTo>
                  <a:lnTo>
                    <a:pt x="101" y="34"/>
                  </a:lnTo>
                  <a:lnTo>
                    <a:pt x="104" y="34"/>
                  </a:lnTo>
                  <a:lnTo>
                    <a:pt x="106" y="36"/>
                  </a:lnTo>
                  <a:lnTo>
                    <a:pt x="108" y="36"/>
                  </a:lnTo>
                  <a:lnTo>
                    <a:pt x="111" y="36"/>
                  </a:lnTo>
                  <a:lnTo>
                    <a:pt x="113" y="36"/>
                  </a:lnTo>
                  <a:lnTo>
                    <a:pt x="115" y="39"/>
                  </a:lnTo>
                  <a:lnTo>
                    <a:pt x="118" y="39"/>
                  </a:lnTo>
                  <a:lnTo>
                    <a:pt x="120" y="39"/>
                  </a:lnTo>
                  <a:lnTo>
                    <a:pt x="122" y="39"/>
                  </a:lnTo>
                  <a:lnTo>
                    <a:pt x="124" y="39"/>
                  </a:lnTo>
                  <a:lnTo>
                    <a:pt x="127" y="41"/>
                  </a:lnTo>
                  <a:lnTo>
                    <a:pt x="129" y="39"/>
                  </a:lnTo>
                  <a:lnTo>
                    <a:pt x="131" y="39"/>
                  </a:lnTo>
                  <a:lnTo>
                    <a:pt x="134" y="39"/>
                  </a:lnTo>
                  <a:lnTo>
                    <a:pt x="136" y="39"/>
                  </a:lnTo>
                  <a:lnTo>
                    <a:pt x="138" y="39"/>
                  </a:lnTo>
                  <a:lnTo>
                    <a:pt x="141" y="39"/>
                  </a:lnTo>
                  <a:lnTo>
                    <a:pt x="143" y="36"/>
                  </a:lnTo>
                  <a:lnTo>
                    <a:pt x="145" y="36"/>
                  </a:lnTo>
                  <a:lnTo>
                    <a:pt x="147" y="36"/>
                  </a:lnTo>
                  <a:lnTo>
                    <a:pt x="150" y="36"/>
                  </a:lnTo>
                  <a:lnTo>
                    <a:pt x="152" y="39"/>
                  </a:lnTo>
                  <a:lnTo>
                    <a:pt x="154" y="39"/>
                  </a:lnTo>
                  <a:lnTo>
                    <a:pt x="157" y="39"/>
                  </a:lnTo>
                  <a:lnTo>
                    <a:pt x="159" y="39"/>
                  </a:lnTo>
                  <a:lnTo>
                    <a:pt x="161" y="41"/>
                  </a:lnTo>
                  <a:lnTo>
                    <a:pt x="164" y="41"/>
                  </a:lnTo>
                  <a:lnTo>
                    <a:pt x="166" y="41"/>
                  </a:lnTo>
                  <a:lnTo>
                    <a:pt x="168" y="41"/>
                  </a:lnTo>
                  <a:lnTo>
                    <a:pt x="170" y="43"/>
                  </a:lnTo>
                  <a:lnTo>
                    <a:pt x="173" y="43"/>
                  </a:lnTo>
                  <a:lnTo>
                    <a:pt x="175" y="43"/>
                  </a:lnTo>
                  <a:lnTo>
                    <a:pt x="177" y="43"/>
                  </a:lnTo>
                  <a:lnTo>
                    <a:pt x="180" y="43"/>
                  </a:lnTo>
                  <a:lnTo>
                    <a:pt x="182" y="43"/>
                  </a:lnTo>
                  <a:lnTo>
                    <a:pt x="184" y="43"/>
                  </a:lnTo>
                  <a:lnTo>
                    <a:pt x="187" y="43"/>
                  </a:lnTo>
                  <a:lnTo>
                    <a:pt x="189" y="43"/>
                  </a:lnTo>
                </a:path>
              </a:pathLst>
            </a:cu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28" name="Line 102"/>
            <p:cNvSpPr>
              <a:spLocks noChangeShapeType="1"/>
            </p:cNvSpPr>
            <p:nvPr/>
          </p:nvSpPr>
          <p:spPr bwMode="auto">
            <a:xfrm>
              <a:off x="22466040" y="18428097"/>
              <a:ext cx="3176" cy="1587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29" name="Freeform 105"/>
            <p:cNvSpPr>
              <a:spLocks/>
            </p:cNvSpPr>
            <p:nvPr/>
          </p:nvSpPr>
          <p:spPr bwMode="auto">
            <a:xfrm>
              <a:off x="22202514" y="18282049"/>
              <a:ext cx="863600" cy="463552"/>
            </a:xfrm>
            <a:custGeom>
              <a:avLst/>
              <a:gdLst/>
              <a:ahLst/>
              <a:cxnLst>
                <a:cxn ang="0">
                  <a:pos x="5" y="41"/>
                </a:cxn>
                <a:cxn ang="0">
                  <a:pos x="12" y="39"/>
                </a:cxn>
                <a:cxn ang="0">
                  <a:pos x="19" y="34"/>
                </a:cxn>
                <a:cxn ang="0">
                  <a:pos x="26" y="34"/>
                </a:cxn>
                <a:cxn ang="0">
                  <a:pos x="32" y="37"/>
                </a:cxn>
                <a:cxn ang="0">
                  <a:pos x="39" y="39"/>
                </a:cxn>
                <a:cxn ang="0">
                  <a:pos x="46" y="39"/>
                </a:cxn>
                <a:cxn ang="0">
                  <a:pos x="53" y="37"/>
                </a:cxn>
                <a:cxn ang="0">
                  <a:pos x="60" y="32"/>
                </a:cxn>
                <a:cxn ang="0">
                  <a:pos x="67" y="30"/>
                </a:cxn>
                <a:cxn ang="0">
                  <a:pos x="74" y="27"/>
                </a:cxn>
                <a:cxn ang="0">
                  <a:pos x="81" y="25"/>
                </a:cxn>
                <a:cxn ang="0">
                  <a:pos x="88" y="25"/>
                </a:cxn>
                <a:cxn ang="0">
                  <a:pos x="95" y="25"/>
                </a:cxn>
                <a:cxn ang="0">
                  <a:pos x="101" y="25"/>
                </a:cxn>
                <a:cxn ang="0">
                  <a:pos x="108" y="25"/>
                </a:cxn>
                <a:cxn ang="0">
                  <a:pos x="115" y="25"/>
                </a:cxn>
                <a:cxn ang="0">
                  <a:pos x="122" y="23"/>
                </a:cxn>
                <a:cxn ang="0">
                  <a:pos x="129" y="18"/>
                </a:cxn>
                <a:cxn ang="0">
                  <a:pos x="136" y="14"/>
                </a:cxn>
                <a:cxn ang="0">
                  <a:pos x="143" y="11"/>
                </a:cxn>
                <a:cxn ang="0">
                  <a:pos x="150" y="18"/>
                </a:cxn>
                <a:cxn ang="0">
                  <a:pos x="157" y="27"/>
                </a:cxn>
                <a:cxn ang="0">
                  <a:pos x="159" y="39"/>
                </a:cxn>
                <a:cxn ang="0">
                  <a:pos x="164" y="48"/>
                </a:cxn>
                <a:cxn ang="0">
                  <a:pos x="166" y="57"/>
                </a:cxn>
                <a:cxn ang="0">
                  <a:pos x="171" y="64"/>
                </a:cxn>
                <a:cxn ang="0">
                  <a:pos x="175" y="71"/>
                </a:cxn>
                <a:cxn ang="0">
                  <a:pos x="182" y="71"/>
                </a:cxn>
                <a:cxn ang="0">
                  <a:pos x="191" y="62"/>
                </a:cxn>
                <a:cxn ang="0">
                  <a:pos x="194" y="55"/>
                </a:cxn>
                <a:cxn ang="0">
                  <a:pos x="200" y="44"/>
                </a:cxn>
                <a:cxn ang="0">
                  <a:pos x="207" y="34"/>
                </a:cxn>
                <a:cxn ang="0">
                  <a:pos x="214" y="30"/>
                </a:cxn>
                <a:cxn ang="0">
                  <a:pos x="221" y="25"/>
                </a:cxn>
                <a:cxn ang="0">
                  <a:pos x="226" y="18"/>
                </a:cxn>
                <a:cxn ang="0">
                  <a:pos x="235" y="11"/>
                </a:cxn>
                <a:cxn ang="0">
                  <a:pos x="240" y="4"/>
                </a:cxn>
                <a:cxn ang="0">
                  <a:pos x="247" y="2"/>
                </a:cxn>
                <a:cxn ang="0">
                  <a:pos x="253" y="0"/>
                </a:cxn>
                <a:cxn ang="0">
                  <a:pos x="260" y="2"/>
                </a:cxn>
                <a:cxn ang="0">
                  <a:pos x="267" y="7"/>
                </a:cxn>
              </a:cxnLst>
              <a:rect l="0" t="0" r="r" b="b"/>
              <a:pathLst>
                <a:path w="272" h="73">
                  <a:moveTo>
                    <a:pt x="0" y="44"/>
                  </a:moveTo>
                  <a:lnTo>
                    <a:pt x="2" y="44"/>
                  </a:lnTo>
                  <a:lnTo>
                    <a:pt x="5" y="41"/>
                  </a:lnTo>
                  <a:lnTo>
                    <a:pt x="7" y="41"/>
                  </a:lnTo>
                  <a:lnTo>
                    <a:pt x="9" y="39"/>
                  </a:lnTo>
                  <a:lnTo>
                    <a:pt x="12" y="39"/>
                  </a:lnTo>
                  <a:lnTo>
                    <a:pt x="14" y="37"/>
                  </a:lnTo>
                  <a:lnTo>
                    <a:pt x="16" y="37"/>
                  </a:lnTo>
                  <a:lnTo>
                    <a:pt x="19" y="34"/>
                  </a:lnTo>
                  <a:lnTo>
                    <a:pt x="21" y="34"/>
                  </a:lnTo>
                  <a:lnTo>
                    <a:pt x="23" y="34"/>
                  </a:lnTo>
                  <a:lnTo>
                    <a:pt x="26" y="34"/>
                  </a:lnTo>
                  <a:lnTo>
                    <a:pt x="28" y="34"/>
                  </a:lnTo>
                  <a:lnTo>
                    <a:pt x="30" y="34"/>
                  </a:lnTo>
                  <a:lnTo>
                    <a:pt x="32" y="37"/>
                  </a:lnTo>
                  <a:lnTo>
                    <a:pt x="35" y="37"/>
                  </a:lnTo>
                  <a:lnTo>
                    <a:pt x="37" y="37"/>
                  </a:lnTo>
                  <a:lnTo>
                    <a:pt x="39" y="39"/>
                  </a:lnTo>
                  <a:lnTo>
                    <a:pt x="42" y="39"/>
                  </a:lnTo>
                  <a:lnTo>
                    <a:pt x="44" y="39"/>
                  </a:lnTo>
                  <a:lnTo>
                    <a:pt x="46" y="39"/>
                  </a:lnTo>
                  <a:lnTo>
                    <a:pt x="49" y="39"/>
                  </a:lnTo>
                  <a:lnTo>
                    <a:pt x="51" y="39"/>
                  </a:lnTo>
                  <a:lnTo>
                    <a:pt x="53" y="37"/>
                  </a:lnTo>
                  <a:lnTo>
                    <a:pt x="55" y="37"/>
                  </a:lnTo>
                  <a:lnTo>
                    <a:pt x="58" y="34"/>
                  </a:lnTo>
                  <a:lnTo>
                    <a:pt x="60" y="32"/>
                  </a:lnTo>
                  <a:lnTo>
                    <a:pt x="62" y="32"/>
                  </a:lnTo>
                  <a:lnTo>
                    <a:pt x="65" y="30"/>
                  </a:lnTo>
                  <a:lnTo>
                    <a:pt x="67" y="30"/>
                  </a:lnTo>
                  <a:lnTo>
                    <a:pt x="69" y="27"/>
                  </a:lnTo>
                  <a:lnTo>
                    <a:pt x="72" y="27"/>
                  </a:lnTo>
                  <a:lnTo>
                    <a:pt x="74" y="27"/>
                  </a:lnTo>
                  <a:lnTo>
                    <a:pt x="76" y="27"/>
                  </a:lnTo>
                  <a:lnTo>
                    <a:pt x="78" y="27"/>
                  </a:lnTo>
                  <a:lnTo>
                    <a:pt x="81" y="25"/>
                  </a:lnTo>
                  <a:lnTo>
                    <a:pt x="83" y="25"/>
                  </a:lnTo>
                  <a:lnTo>
                    <a:pt x="85" y="25"/>
                  </a:lnTo>
                  <a:lnTo>
                    <a:pt x="88" y="25"/>
                  </a:lnTo>
                  <a:lnTo>
                    <a:pt x="90" y="25"/>
                  </a:lnTo>
                  <a:lnTo>
                    <a:pt x="92" y="25"/>
                  </a:lnTo>
                  <a:lnTo>
                    <a:pt x="95" y="25"/>
                  </a:lnTo>
                  <a:lnTo>
                    <a:pt x="97" y="25"/>
                  </a:lnTo>
                  <a:lnTo>
                    <a:pt x="99" y="25"/>
                  </a:lnTo>
                  <a:lnTo>
                    <a:pt x="101" y="25"/>
                  </a:lnTo>
                  <a:lnTo>
                    <a:pt x="104" y="25"/>
                  </a:lnTo>
                  <a:lnTo>
                    <a:pt x="106" y="25"/>
                  </a:lnTo>
                  <a:lnTo>
                    <a:pt x="108" y="25"/>
                  </a:lnTo>
                  <a:lnTo>
                    <a:pt x="111" y="25"/>
                  </a:lnTo>
                  <a:lnTo>
                    <a:pt x="113" y="25"/>
                  </a:lnTo>
                  <a:lnTo>
                    <a:pt x="115" y="25"/>
                  </a:lnTo>
                  <a:lnTo>
                    <a:pt x="118" y="25"/>
                  </a:lnTo>
                  <a:lnTo>
                    <a:pt x="120" y="23"/>
                  </a:lnTo>
                  <a:lnTo>
                    <a:pt x="122" y="23"/>
                  </a:lnTo>
                  <a:lnTo>
                    <a:pt x="125" y="23"/>
                  </a:lnTo>
                  <a:lnTo>
                    <a:pt x="127" y="20"/>
                  </a:lnTo>
                  <a:lnTo>
                    <a:pt x="129" y="18"/>
                  </a:lnTo>
                  <a:lnTo>
                    <a:pt x="131" y="16"/>
                  </a:lnTo>
                  <a:lnTo>
                    <a:pt x="134" y="16"/>
                  </a:lnTo>
                  <a:lnTo>
                    <a:pt x="136" y="14"/>
                  </a:lnTo>
                  <a:lnTo>
                    <a:pt x="138" y="14"/>
                  </a:lnTo>
                  <a:lnTo>
                    <a:pt x="141" y="11"/>
                  </a:lnTo>
                  <a:lnTo>
                    <a:pt x="143" y="11"/>
                  </a:lnTo>
                  <a:lnTo>
                    <a:pt x="145" y="14"/>
                  </a:lnTo>
                  <a:lnTo>
                    <a:pt x="148" y="16"/>
                  </a:lnTo>
                  <a:lnTo>
                    <a:pt x="150" y="18"/>
                  </a:lnTo>
                  <a:lnTo>
                    <a:pt x="152" y="20"/>
                  </a:lnTo>
                  <a:lnTo>
                    <a:pt x="152" y="23"/>
                  </a:lnTo>
                  <a:lnTo>
                    <a:pt x="157" y="27"/>
                  </a:lnTo>
                  <a:lnTo>
                    <a:pt x="157" y="32"/>
                  </a:lnTo>
                  <a:lnTo>
                    <a:pt x="159" y="34"/>
                  </a:lnTo>
                  <a:lnTo>
                    <a:pt x="159" y="39"/>
                  </a:lnTo>
                  <a:lnTo>
                    <a:pt x="161" y="41"/>
                  </a:lnTo>
                  <a:lnTo>
                    <a:pt x="161" y="46"/>
                  </a:lnTo>
                  <a:lnTo>
                    <a:pt x="164" y="48"/>
                  </a:lnTo>
                  <a:lnTo>
                    <a:pt x="164" y="50"/>
                  </a:lnTo>
                  <a:lnTo>
                    <a:pt x="166" y="53"/>
                  </a:lnTo>
                  <a:lnTo>
                    <a:pt x="166" y="57"/>
                  </a:lnTo>
                  <a:lnTo>
                    <a:pt x="168" y="60"/>
                  </a:lnTo>
                  <a:lnTo>
                    <a:pt x="168" y="62"/>
                  </a:lnTo>
                  <a:lnTo>
                    <a:pt x="171" y="64"/>
                  </a:lnTo>
                  <a:lnTo>
                    <a:pt x="171" y="67"/>
                  </a:lnTo>
                  <a:lnTo>
                    <a:pt x="173" y="69"/>
                  </a:lnTo>
                  <a:lnTo>
                    <a:pt x="175" y="71"/>
                  </a:lnTo>
                  <a:lnTo>
                    <a:pt x="177" y="73"/>
                  </a:lnTo>
                  <a:lnTo>
                    <a:pt x="180" y="73"/>
                  </a:lnTo>
                  <a:lnTo>
                    <a:pt x="182" y="71"/>
                  </a:lnTo>
                  <a:lnTo>
                    <a:pt x="184" y="69"/>
                  </a:lnTo>
                  <a:lnTo>
                    <a:pt x="187" y="67"/>
                  </a:lnTo>
                  <a:lnTo>
                    <a:pt x="191" y="62"/>
                  </a:lnTo>
                  <a:lnTo>
                    <a:pt x="191" y="60"/>
                  </a:lnTo>
                  <a:lnTo>
                    <a:pt x="194" y="57"/>
                  </a:lnTo>
                  <a:lnTo>
                    <a:pt x="194" y="55"/>
                  </a:lnTo>
                  <a:lnTo>
                    <a:pt x="198" y="50"/>
                  </a:lnTo>
                  <a:lnTo>
                    <a:pt x="198" y="46"/>
                  </a:lnTo>
                  <a:lnTo>
                    <a:pt x="200" y="44"/>
                  </a:lnTo>
                  <a:lnTo>
                    <a:pt x="203" y="41"/>
                  </a:lnTo>
                  <a:lnTo>
                    <a:pt x="207" y="37"/>
                  </a:lnTo>
                  <a:lnTo>
                    <a:pt x="207" y="34"/>
                  </a:lnTo>
                  <a:lnTo>
                    <a:pt x="210" y="34"/>
                  </a:lnTo>
                  <a:lnTo>
                    <a:pt x="212" y="32"/>
                  </a:lnTo>
                  <a:lnTo>
                    <a:pt x="214" y="30"/>
                  </a:lnTo>
                  <a:lnTo>
                    <a:pt x="217" y="27"/>
                  </a:lnTo>
                  <a:lnTo>
                    <a:pt x="219" y="25"/>
                  </a:lnTo>
                  <a:lnTo>
                    <a:pt x="221" y="25"/>
                  </a:lnTo>
                  <a:lnTo>
                    <a:pt x="223" y="23"/>
                  </a:lnTo>
                  <a:lnTo>
                    <a:pt x="228" y="18"/>
                  </a:lnTo>
                  <a:lnTo>
                    <a:pt x="226" y="18"/>
                  </a:lnTo>
                  <a:lnTo>
                    <a:pt x="228" y="18"/>
                  </a:lnTo>
                  <a:lnTo>
                    <a:pt x="230" y="16"/>
                  </a:lnTo>
                  <a:lnTo>
                    <a:pt x="235" y="11"/>
                  </a:lnTo>
                  <a:lnTo>
                    <a:pt x="235" y="9"/>
                  </a:lnTo>
                  <a:lnTo>
                    <a:pt x="237" y="7"/>
                  </a:lnTo>
                  <a:lnTo>
                    <a:pt x="240" y="4"/>
                  </a:lnTo>
                  <a:lnTo>
                    <a:pt x="242" y="4"/>
                  </a:lnTo>
                  <a:lnTo>
                    <a:pt x="244" y="2"/>
                  </a:lnTo>
                  <a:lnTo>
                    <a:pt x="247" y="2"/>
                  </a:lnTo>
                  <a:lnTo>
                    <a:pt x="249" y="0"/>
                  </a:lnTo>
                  <a:lnTo>
                    <a:pt x="251" y="0"/>
                  </a:lnTo>
                  <a:lnTo>
                    <a:pt x="253" y="0"/>
                  </a:lnTo>
                  <a:lnTo>
                    <a:pt x="256" y="0"/>
                  </a:lnTo>
                  <a:lnTo>
                    <a:pt x="258" y="2"/>
                  </a:lnTo>
                  <a:lnTo>
                    <a:pt x="260" y="2"/>
                  </a:lnTo>
                  <a:lnTo>
                    <a:pt x="263" y="4"/>
                  </a:lnTo>
                  <a:lnTo>
                    <a:pt x="265" y="7"/>
                  </a:lnTo>
                  <a:lnTo>
                    <a:pt x="267" y="7"/>
                  </a:lnTo>
                  <a:lnTo>
                    <a:pt x="270" y="9"/>
                  </a:lnTo>
                  <a:lnTo>
                    <a:pt x="272" y="11"/>
                  </a:lnTo>
                </a:path>
              </a:pathLst>
            </a:custGeom>
            <a:noFill/>
            <a:ln w="12700" cap="flat">
              <a:solidFill>
                <a:srgbClr val="C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30" name="Freeform 106"/>
            <p:cNvSpPr>
              <a:spLocks/>
            </p:cNvSpPr>
            <p:nvPr/>
          </p:nvSpPr>
          <p:spPr bwMode="auto">
            <a:xfrm>
              <a:off x="23066114" y="18351897"/>
              <a:ext cx="606426" cy="368300"/>
            </a:xfrm>
            <a:custGeom>
              <a:avLst/>
              <a:gdLst/>
              <a:ahLst/>
              <a:cxnLst>
                <a:cxn ang="0">
                  <a:pos x="2" y="3"/>
                </a:cxn>
                <a:cxn ang="0">
                  <a:pos x="9" y="9"/>
                </a:cxn>
                <a:cxn ang="0">
                  <a:pos x="11" y="14"/>
                </a:cxn>
                <a:cxn ang="0">
                  <a:pos x="16" y="21"/>
                </a:cxn>
                <a:cxn ang="0">
                  <a:pos x="21" y="28"/>
                </a:cxn>
                <a:cxn ang="0">
                  <a:pos x="27" y="35"/>
                </a:cxn>
                <a:cxn ang="0">
                  <a:pos x="30" y="39"/>
                </a:cxn>
                <a:cxn ang="0">
                  <a:pos x="34" y="44"/>
                </a:cxn>
                <a:cxn ang="0">
                  <a:pos x="39" y="44"/>
                </a:cxn>
                <a:cxn ang="0">
                  <a:pos x="44" y="44"/>
                </a:cxn>
                <a:cxn ang="0">
                  <a:pos x="48" y="44"/>
                </a:cxn>
                <a:cxn ang="0">
                  <a:pos x="53" y="42"/>
                </a:cxn>
                <a:cxn ang="0">
                  <a:pos x="57" y="39"/>
                </a:cxn>
                <a:cxn ang="0">
                  <a:pos x="62" y="39"/>
                </a:cxn>
                <a:cxn ang="0">
                  <a:pos x="67" y="39"/>
                </a:cxn>
                <a:cxn ang="0">
                  <a:pos x="71" y="39"/>
                </a:cxn>
                <a:cxn ang="0">
                  <a:pos x="76" y="42"/>
                </a:cxn>
                <a:cxn ang="0">
                  <a:pos x="80" y="44"/>
                </a:cxn>
                <a:cxn ang="0">
                  <a:pos x="85" y="44"/>
                </a:cxn>
                <a:cxn ang="0">
                  <a:pos x="90" y="46"/>
                </a:cxn>
                <a:cxn ang="0">
                  <a:pos x="94" y="46"/>
                </a:cxn>
                <a:cxn ang="0">
                  <a:pos x="99" y="46"/>
                </a:cxn>
                <a:cxn ang="0">
                  <a:pos x="103" y="44"/>
                </a:cxn>
                <a:cxn ang="0">
                  <a:pos x="108" y="44"/>
                </a:cxn>
                <a:cxn ang="0">
                  <a:pos x="113" y="42"/>
                </a:cxn>
                <a:cxn ang="0">
                  <a:pos x="117" y="42"/>
                </a:cxn>
                <a:cxn ang="0">
                  <a:pos x="122" y="42"/>
                </a:cxn>
                <a:cxn ang="0">
                  <a:pos x="126" y="42"/>
                </a:cxn>
                <a:cxn ang="0">
                  <a:pos x="131" y="42"/>
                </a:cxn>
                <a:cxn ang="0">
                  <a:pos x="136" y="42"/>
                </a:cxn>
                <a:cxn ang="0">
                  <a:pos x="140" y="42"/>
                </a:cxn>
                <a:cxn ang="0">
                  <a:pos x="145" y="42"/>
                </a:cxn>
                <a:cxn ang="0">
                  <a:pos x="149" y="42"/>
                </a:cxn>
                <a:cxn ang="0">
                  <a:pos x="154" y="42"/>
                </a:cxn>
                <a:cxn ang="0">
                  <a:pos x="159" y="42"/>
                </a:cxn>
                <a:cxn ang="0">
                  <a:pos x="163" y="42"/>
                </a:cxn>
                <a:cxn ang="0">
                  <a:pos x="168" y="44"/>
                </a:cxn>
                <a:cxn ang="0">
                  <a:pos x="172" y="49"/>
                </a:cxn>
                <a:cxn ang="0">
                  <a:pos x="177" y="51"/>
                </a:cxn>
                <a:cxn ang="0">
                  <a:pos x="182" y="53"/>
                </a:cxn>
                <a:cxn ang="0">
                  <a:pos x="186" y="56"/>
                </a:cxn>
                <a:cxn ang="0">
                  <a:pos x="191" y="58"/>
                </a:cxn>
              </a:cxnLst>
              <a:rect l="0" t="0" r="r" b="b"/>
              <a:pathLst>
                <a:path w="191" h="58">
                  <a:moveTo>
                    <a:pt x="0" y="0"/>
                  </a:moveTo>
                  <a:lnTo>
                    <a:pt x="2" y="3"/>
                  </a:lnTo>
                  <a:lnTo>
                    <a:pt x="4" y="5"/>
                  </a:lnTo>
                  <a:lnTo>
                    <a:pt x="9" y="9"/>
                  </a:lnTo>
                  <a:lnTo>
                    <a:pt x="9" y="12"/>
                  </a:lnTo>
                  <a:lnTo>
                    <a:pt x="11" y="14"/>
                  </a:lnTo>
                  <a:lnTo>
                    <a:pt x="16" y="19"/>
                  </a:lnTo>
                  <a:lnTo>
                    <a:pt x="16" y="21"/>
                  </a:lnTo>
                  <a:lnTo>
                    <a:pt x="21" y="26"/>
                  </a:lnTo>
                  <a:lnTo>
                    <a:pt x="21" y="28"/>
                  </a:lnTo>
                  <a:lnTo>
                    <a:pt x="23" y="30"/>
                  </a:lnTo>
                  <a:lnTo>
                    <a:pt x="27" y="35"/>
                  </a:lnTo>
                  <a:lnTo>
                    <a:pt x="27" y="37"/>
                  </a:lnTo>
                  <a:lnTo>
                    <a:pt x="30" y="39"/>
                  </a:lnTo>
                  <a:lnTo>
                    <a:pt x="32" y="42"/>
                  </a:lnTo>
                  <a:lnTo>
                    <a:pt x="34" y="44"/>
                  </a:lnTo>
                  <a:lnTo>
                    <a:pt x="37" y="44"/>
                  </a:lnTo>
                  <a:lnTo>
                    <a:pt x="39" y="44"/>
                  </a:lnTo>
                  <a:lnTo>
                    <a:pt x="41" y="44"/>
                  </a:lnTo>
                  <a:lnTo>
                    <a:pt x="44" y="44"/>
                  </a:lnTo>
                  <a:lnTo>
                    <a:pt x="46" y="44"/>
                  </a:lnTo>
                  <a:lnTo>
                    <a:pt x="48" y="44"/>
                  </a:lnTo>
                  <a:lnTo>
                    <a:pt x="50" y="42"/>
                  </a:lnTo>
                  <a:lnTo>
                    <a:pt x="53" y="42"/>
                  </a:lnTo>
                  <a:lnTo>
                    <a:pt x="55" y="39"/>
                  </a:lnTo>
                  <a:lnTo>
                    <a:pt x="57" y="39"/>
                  </a:lnTo>
                  <a:lnTo>
                    <a:pt x="60" y="39"/>
                  </a:lnTo>
                  <a:lnTo>
                    <a:pt x="62" y="39"/>
                  </a:lnTo>
                  <a:lnTo>
                    <a:pt x="64" y="39"/>
                  </a:lnTo>
                  <a:lnTo>
                    <a:pt x="67" y="39"/>
                  </a:lnTo>
                  <a:lnTo>
                    <a:pt x="69" y="39"/>
                  </a:lnTo>
                  <a:lnTo>
                    <a:pt x="71" y="39"/>
                  </a:lnTo>
                  <a:lnTo>
                    <a:pt x="73" y="39"/>
                  </a:lnTo>
                  <a:lnTo>
                    <a:pt x="76" y="42"/>
                  </a:lnTo>
                  <a:lnTo>
                    <a:pt x="78" y="42"/>
                  </a:lnTo>
                  <a:lnTo>
                    <a:pt x="80" y="44"/>
                  </a:lnTo>
                  <a:lnTo>
                    <a:pt x="83" y="44"/>
                  </a:lnTo>
                  <a:lnTo>
                    <a:pt x="85" y="44"/>
                  </a:lnTo>
                  <a:lnTo>
                    <a:pt x="87" y="46"/>
                  </a:lnTo>
                  <a:lnTo>
                    <a:pt x="90" y="46"/>
                  </a:lnTo>
                  <a:lnTo>
                    <a:pt x="92" y="46"/>
                  </a:lnTo>
                  <a:lnTo>
                    <a:pt x="94" y="46"/>
                  </a:lnTo>
                  <a:lnTo>
                    <a:pt x="97" y="46"/>
                  </a:lnTo>
                  <a:lnTo>
                    <a:pt x="99" y="46"/>
                  </a:lnTo>
                  <a:lnTo>
                    <a:pt x="101" y="44"/>
                  </a:lnTo>
                  <a:lnTo>
                    <a:pt x="103" y="44"/>
                  </a:lnTo>
                  <a:lnTo>
                    <a:pt x="106" y="44"/>
                  </a:lnTo>
                  <a:lnTo>
                    <a:pt x="108" y="44"/>
                  </a:lnTo>
                  <a:lnTo>
                    <a:pt x="110" y="42"/>
                  </a:lnTo>
                  <a:lnTo>
                    <a:pt x="113" y="42"/>
                  </a:lnTo>
                  <a:lnTo>
                    <a:pt x="115" y="42"/>
                  </a:lnTo>
                  <a:lnTo>
                    <a:pt x="117" y="42"/>
                  </a:lnTo>
                  <a:lnTo>
                    <a:pt x="120" y="42"/>
                  </a:lnTo>
                  <a:lnTo>
                    <a:pt x="122" y="42"/>
                  </a:lnTo>
                  <a:lnTo>
                    <a:pt x="124" y="42"/>
                  </a:lnTo>
                  <a:lnTo>
                    <a:pt x="126" y="42"/>
                  </a:lnTo>
                  <a:lnTo>
                    <a:pt x="129" y="42"/>
                  </a:lnTo>
                  <a:lnTo>
                    <a:pt x="131" y="42"/>
                  </a:lnTo>
                  <a:lnTo>
                    <a:pt x="133" y="42"/>
                  </a:lnTo>
                  <a:lnTo>
                    <a:pt x="136" y="42"/>
                  </a:lnTo>
                  <a:lnTo>
                    <a:pt x="138" y="42"/>
                  </a:lnTo>
                  <a:lnTo>
                    <a:pt x="140" y="42"/>
                  </a:lnTo>
                  <a:lnTo>
                    <a:pt x="143" y="42"/>
                  </a:lnTo>
                  <a:lnTo>
                    <a:pt x="145" y="42"/>
                  </a:lnTo>
                  <a:lnTo>
                    <a:pt x="147" y="42"/>
                  </a:lnTo>
                  <a:lnTo>
                    <a:pt x="149" y="42"/>
                  </a:lnTo>
                  <a:lnTo>
                    <a:pt x="152" y="42"/>
                  </a:lnTo>
                  <a:lnTo>
                    <a:pt x="154" y="42"/>
                  </a:lnTo>
                  <a:lnTo>
                    <a:pt x="156" y="42"/>
                  </a:lnTo>
                  <a:lnTo>
                    <a:pt x="159" y="42"/>
                  </a:lnTo>
                  <a:lnTo>
                    <a:pt x="161" y="42"/>
                  </a:lnTo>
                  <a:lnTo>
                    <a:pt x="163" y="42"/>
                  </a:lnTo>
                  <a:lnTo>
                    <a:pt x="166" y="44"/>
                  </a:lnTo>
                  <a:lnTo>
                    <a:pt x="168" y="44"/>
                  </a:lnTo>
                  <a:lnTo>
                    <a:pt x="170" y="46"/>
                  </a:lnTo>
                  <a:lnTo>
                    <a:pt x="172" y="49"/>
                  </a:lnTo>
                  <a:lnTo>
                    <a:pt x="175" y="49"/>
                  </a:lnTo>
                  <a:lnTo>
                    <a:pt x="177" y="51"/>
                  </a:lnTo>
                  <a:lnTo>
                    <a:pt x="179" y="53"/>
                  </a:lnTo>
                  <a:lnTo>
                    <a:pt x="182" y="53"/>
                  </a:lnTo>
                  <a:lnTo>
                    <a:pt x="184" y="56"/>
                  </a:lnTo>
                  <a:lnTo>
                    <a:pt x="186" y="56"/>
                  </a:lnTo>
                  <a:lnTo>
                    <a:pt x="189" y="58"/>
                  </a:lnTo>
                  <a:lnTo>
                    <a:pt x="191" y="58"/>
                  </a:lnTo>
                </a:path>
              </a:pathLst>
            </a:custGeom>
            <a:noFill/>
            <a:ln w="12700" cap="flat">
              <a:solidFill>
                <a:srgbClr val="C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31" name="Freeform 819"/>
            <p:cNvSpPr>
              <a:spLocks/>
            </p:cNvSpPr>
            <p:nvPr/>
          </p:nvSpPr>
          <p:spPr bwMode="auto">
            <a:xfrm>
              <a:off x="22202462" y="20114041"/>
              <a:ext cx="930276" cy="304800"/>
            </a:xfrm>
            <a:custGeom>
              <a:avLst/>
              <a:gdLst/>
              <a:ahLst/>
              <a:cxnLst>
                <a:cxn ang="0">
                  <a:pos x="5" y="11"/>
                </a:cxn>
                <a:cxn ang="0">
                  <a:pos x="12" y="9"/>
                </a:cxn>
                <a:cxn ang="0">
                  <a:pos x="19" y="7"/>
                </a:cxn>
                <a:cxn ang="0">
                  <a:pos x="26" y="7"/>
                </a:cxn>
                <a:cxn ang="0">
                  <a:pos x="32" y="7"/>
                </a:cxn>
                <a:cxn ang="0">
                  <a:pos x="39" y="9"/>
                </a:cxn>
                <a:cxn ang="0">
                  <a:pos x="46" y="9"/>
                </a:cxn>
                <a:cxn ang="0">
                  <a:pos x="53" y="9"/>
                </a:cxn>
                <a:cxn ang="0">
                  <a:pos x="60" y="9"/>
                </a:cxn>
                <a:cxn ang="0">
                  <a:pos x="67" y="11"/>
                </a:cxn>
                <a:cxn ang="0">
                  <a:pos x="74" y="11"/>
                </a:cxn>
                <a:cxn ang="0">
                  <a:pos x="81" y="11"/>
                </a:cxn>
                <a:cxn ang="0">
                  <a:pos x="88" y="11"/>
                </a:cxn>
                <a:cxn ang="0">
                  <a:pos x="95" y="9"/>
                </a:cxn>
                <a:cxn ang="0">
                  <a:pos x="101" y="7"/>
                </a:cxn>
                <a:cxn ang="0">
                  <a:pos x="108" y="4"/>
                </a:cxn>
                <a:cxn ang="0">
                  <a:pos x="115" y="0"/>
                </a:cxn>
                <a:cxn ang="0">
                  <a:pos x="122" y="0"/>
                </a:cxn>
                <a:cxn ang="0">
                  <a:pos x="129" y="0"/>
                </a:cxn>
                <a:cxn ang="0">
                  <a:pos x="136" y="2"/>
                </a:cxn>
                <a:cxn ang="0">
                  <a:pos x="143" y="9"/>
                </a:cxn>
                <a:cxn ang="0">
                  <a:pos x="150" y="14"/>
                </a:cxn>
                <a:cxn ang="0">
                  <a:pos x="157" y="16"/>
                </a:cxn>
                <a:cxn ang="0">
                  <a:pos x="164" y="16"/>
                </a:cxn>
                <a:cxn ang="0">
                  <a:pos x="171" y="21"/>
                </a:cxn>
                <a:cxn ang="0">
                  <a:pos x="177" y="25"/>
                </a:cxn>
                <a:cxn ang="0">
                  <a:pos x="184" y="32"/>
                </a:cxn>
                <a:cxn ang="0">
                  <a:pos x="191" y="34"/>
                </a:cxn>
                <a:cxn ang="0">
                  <a:pos x="198" y="32"/>
                </a:cxn>
                <a:cxn ang="0">
                  <a:pos x="205" y="30"/>
                </a:cxn>
                <a:cxn ang="0">
                  <a:pos x="212" y="25"/>
                </a:cxn>
                <a:cxn ang="0">
                  <a:pos x="219" y="21"/>
                </a:cxn>
                <a:cxn ang="0">
                  <a:pos x="226" y="21"/>
                </a:cxn>
                <a:cxn ang="0">
                  <a:pos x="233" y="21"/>
                </a:cxn>
                <a:cxn ang="0">
                  <a:pos x="240" y="21"/>
                </a:cxn>
                <a:cxn ang="0">
                  <a:pos x="247" y="18"/>
                </a:cxn>
                <a:cxn ang="0">
                  <a:pos x="253" y="18"/>
                </a:cxn>
                <a:cxn ang="0">
                  <a:pos x="260" y="18"/>
                </a:cxn>
                <a:cxn ang="0">
                  <a:pos x="267" y="21"/>
                </a:cxn>
                <a:cxn ang="0">
                  <a:pos x="274" y="25"/>
                </a:cxn>
                <a:cxn ang="0">
                  <a:pos x="281" y="32"/>
                </a:cxn>
                <a:cxn ang="0">
                  <a:pos x="288" y="41"/>
                </a:cxn>
              </a:cxnLst>
              <a:rect l="0" t="0" r="r" b="b"/>
              <a:pathLst>
                <a:path w="293" h="48">
                  <a:moveTo>
                    <a:pt x="0" y="14"/>
                  </a:moveTo>
                  <a:lnTo>
                    <a:pt x="2" y="11"/>
                  </a:lnTo>
                  <a:lnTo>
                    <a:pt x="5" y="11"/>
                  </a:lnTo>
                  <a:lnTo>
                    <a:pt x="7" y="11"/>
                  </a:lnTo>
                  <a:lnTo>
                    <a:pt x="9" y="9"/>
                  </a:lnTo>
                  <a:lnTo>
                    <a:pt x="12" y="9"/>
                  </a:lnTo>
                  <a:lnTo>
                    <a:pt x="14" y="9"/>
                  </a:lnTo>
                  <a:lnTo>
                    <a:pt x="16" y="7"/>
                  </a:lnTo>
                  <a:lnTo>
                    <a:pt x="19" y="7"/>
                  </a:lnTo>
                  <a:lnTo>
                    <a:pt x="21" y="7"/>
                  </a:lnTo>
                  <a:lnTo>
                    <a:pt x="23" y="7"/>
                  </a:lnTo>
                  <a:lnTo>
                    <a:pt x="26" y="7"/>
                  </a:lnTo>
                  <a:lnTo>
                    <a:pt x="28" y="7"/>
                  </a:lnTo>
                  <a:lnTo>
                    <a:pt x="30" y="7"/>
                  </a:lnTo>
                  <a:lnTo>
                    <a:pt x="32" y="7"/>
                  </a:lnTo>
                  <a:lnTo>
                    <a:pt x="35" y="7"/>
                  </a:lnTo>
                  <a:lnTo>
                    <a:pt x="37" y="9"/>
                  </a:lnTo>
                  <a:lnTo>
                    <a:pt x="39" y="9"/>
                  </a:lnTo>
                  <a:lnTo>
                    <a:pt x="42" y="9"/>
                  </a:lnTo>
                  <a:lnTo>
                    <a:pt x="44" y="9"/>
                  </a:lnTo>
                  <a:lnTo>
                    <a:pt x="46" y="9"/>
                  </a:lnTo>
                  <a:lnTo>
                    <a:pt x="49" y="9"/>
                  </a:lnTo>
                  <a:lnTo>
                    <a:pt x="51" y="9"/>
                  </a:lnTo>
                  <a:lnTo>
                    <a:pt x="53" y="9"/>
                  </a:lnTo>
                  <a:lnTo>
                    <a:pt x="55" y="9"/>
                  </a:lnTo>
                  <a:lnTo>
                    <a:pt x="58" y="9"/>
                  </a:lnTo>
                  <a:lnTo>
                    <a:pt x="60" y="9"/>
                  </a:lnTo>
                  <a:lnTo>
                    <a:pt x="62" y="9"/>
                  </a:lnTo>
                  <a:lnTo>
                    <a:pt x="65" y="9"/>
                  </a:lnTo>
                  <a:lnTo>
                    <a:pt x="67" y="11"/>
                  </a:lnTo>
                  <a:lnTo>
                    <a:pt x="69" y="11"/>
                  </a:lnTo>
                  <a:lnTo>
                    <a:pt x="72" y="11"/>
                  </a:lnTo>
                  <a:lnTo>
                    <a:pt x="74" y="11"/>
                  </a:lnTo>
                  <a:lnTo>
                    <a:pt x="76" y="11"/>
                  </a:lnTo>
                  <a:lnTo>
                    <a:pt x="78" y="11"/>
                  </a:lnTo>
                  <a:lnTo>
                    <a:pt x="81" y="11"/>
                  </a:lnTo>
                  <a:lnTo>
                    <a:pt x="83" y="11"/>
                  </a:lnTo>
                  <a:lnTo>
                    <a:pt x="85" y="11"/>
                  </a:lnTo>
                  <a:lnTo>
                    <a:pt x="88" y="11"/>
                  </a:lnTo>
                  <a:lnTo>
                    <a:pt x="90" y="11"/>
                  </a:lnTo>
                  <a:lnTo>
                    <a:pt x="92" y="11"/>
                  </a:lnTo>
                  <a:lnTo>
                    <a:pt x="95" y="9"/>
                  </a:lnTo>
                  <a:lnTo>
                    <a:pt x="97" y="9"/>
                  </a:lnTo>
                  <a:lnTo>
                    <a:pt x="99" y="9"/>
                  </a:lnTo>
                  <a:lnTo>
                    <a:pt x="101" y="7"/>
                  </a:lnTo>
                  <a:lnTo>
                    <a:pt x="104" y="7"/>
                  </a:lnTo>
                  <a:lnTo>
                    <a:pt x="106" y="4"/>
                  </a:lnTo>
                  <a:lnTo>
                    <a:pt x="108" y="4"/>
                  </a:lnTo>
                  <a:lnTo>
                    <a:pt x="111" y="4"/>
                  </a:lnTo>
                  <a:lnTo>
                    <a:pt x="113" y="2"/>
                  </a:lnTo>
                  <a:lnTo>
                    <a:pt x="115" y="0"/>
                  </a:lnTo>
                  <a:lnTo>
                    <a:pt x="118" y="0"/>
                  </a:lnTo>
                  <a:lnTo>
                    <a:pt x="120" y="0"/>
                  </a:lnTo>
                  <a:lnTo>
                    <a:pt x="122" y="0"/>
                  </a:lnTo>
                  <a:lnTo>
                    <a:pt x="125" y="0"/>
                  </a:lnTo>
                  <a:lnTo>
                    <a:pt x="127" y="0"/>
                  </a:lnTo>
                  <a:lnTo>
                    <a:pt x="129" y="0"/>
                  </a:lnTo>
                  <a:lnTo>
                    <a:pt x="131" y="0"/>
                  </a:lnTo>
                  <a:lnTo>
                    <a:pt x="134" y="2"/>
                  </a:lnTo>
                  <a:lnTo>
                    <a:pt x="136" y="2"/>
                  </a:lnTo>
                  <a:lnTo>
                    <a:pt x="138" y="4"/>
                  </a:lnTo>
                  <a:lnTo>
                    <a:pt x="141" y="7"/>
                  </a:lnTo>
                  <a:lnTo>
                    <a:pt x="143" y="9"/>
                  </a:lnTo>
                  <a:lnTo>
                    <a:pt x="145" y="9"/>
                  </a:lnTo>
                  <a:lnTo>
                    <a:pt x="148" y="11"/>
                  </a:lnTo>
                  <a:lnTo>
                    <a:pt x="150" y="14"/>
                  </a:lnTo>
                  <a:lnTo>
                    <a:pt x="152" y="14"/>
                  </a:lnTo>
                  <a:lnTo>
                    <a:pt x="154" y="14"/>
                  </a:lnTo>
                  <a:lnTo>
                    <a:pt x="157" y="16"/>
                  </a:lnTo>
                  <a:lnTo>
                    <a:pt x="159" y="16"/>
                  </a:lnTo>
                  <a:lnTo>
                    <a:pt x="161" y="16"/>
                  </a:lnTo>
                  <a:lnTo>
                    <a:pt x="164" y="16"/>
                  </a:lnTo>
                  <a:lnTo>
                    <a:pt x="166" y="18"/>
                  </a:lnTo>
                  <a:lnTo>
                    <a:pt x="168" y="18"/>
                  </a:lnTo>
                  <a:lnTo>
                    <a:pt x="171" y="21"/>
                  </a:lnTo>
                  <a:lnTo>
                    <a:pt x="173" y="21"/>
                  </a:lnTo>
                  <a:lnTo>
                    <a:pt x="175" y="23"/>
                  </a:lnTo>
                  <a:lnTo>
                    <a:pt x="177" y="25"/>
                  </a:lnTo>
                  <a:lnTo>
                    <a:pt x="180" y="28"/>
                  </a:lnTo>
                  <a:lnTo>
                    <a:pt x="182" y="30"/>
                  </a:lnTo>
                  <a:lnTo>
                    <a:pt x="184" y="32"/>
                  </a:lnTo>
                  <a:lnTo>
                    <a:pt x="187" y="32"/>
                  </a:lnTo>
                  <a:lnTo>
                    <a:pt x="189" y="34"/>
                  </a:lnTo>
                  <a:lnTo>
                    <a:pt x="191" y="34"/>
                  </a:lnTo>
                  <a:lnTo>
                    <a:pt x="194" y="34"/>
                  </a:lnTo>
                  <a:lnTo>
                    <a:pt x="196" y="34"/>
                  </a:lnTo>
                  <a:lnTo>
                    <a:pt x="198" y="32"/>
                  </a:lnTo>
                  <a:lnTo>
                    <a:pt x="200" y="32"/>
                  </a:lnTo>
                  <a:lnTo>
                    <a:pt x="203" y="30"/>
                  </a:lnTo>
                  <a:lnTo>
                    <a:pt x="205" y="30"/>
                  </a:lnTo>
                  <a:lnTo>
                    <a:pt x="207" y="28"/>
                  </a:lnTo>
                  <a:lnTo>
                    <a:pt x="210" y="25"/>
                  </a:lnTo>
                  <a:lnTo>
                    <a:pt x="212" y="25"/>
                  </a:lnTo>
                  <a:lnTo>
                    <a:pt x="214" y="23"/>
                  </a:lnTo>
                  <a:lnTo>
                    <a:pt x="217" y="23"/>
                  </a:lnTo>
                  <a:lnTo>
                    <a:pt x="219" y="21"/>
                  </a:lnTo>
                  <a:lnTo>
                    <a:pt x="221" y="21"/>
                  </a:lnTo>
                  <a:lnTo>
                    <a:pt x="223" y="21"/>
                  </a:lnTo>
                  <a:lnTo>
                    <a:pt x="226" y="21"/>
                  </a:lnTo>
                  <a:lnTo>
                    <a:pt x="228" y="21"/>
                  </a:lnTo>
                  <a:lnTo>
                    <a:pt x="230" y="21"/>
                  </a:lnTo>
                  <a:lnTo>
                    <a:pt x="233" y="21"/>
                  </a:lnTo>
                  <a:lnTo>
                    <a:pt x="235" y="21"/>
                  </a:lnTo>
                  <a:lnTo>
                    <a:pt x="237" y="21"/>
                  </a:lnTo>
                  <a:lnTo>
                    <a:pt x="240" y="21"/>
                  </a:lnTo>
                  <a:lnTo>
                    <a:pt x="242" y="21"/>
                  </a:lnTo>
                  <a:lnTo>
                    <a:pt x="244" y="21"/>
                  </a:lnTo>
                  <a:lnTo>
                    <a:pt x="247" y="18"/>
                  </a:lnTo>
                  <a:lnTo>
                    <a:pt x="249" y="18"/>
                  </a:lnTo>
                  <a:lnTo>
                    <a:pt x="251" y="18"/>
                  </a:lnTo>
                  <a:lnTo>
                    <a:pt x="253" y="18"/>
                  </a:lnTo>
                  <a:lnTo>
                    <a:pt x="256" y="18"/>
                  </a:lnTo>
                  <a:lnTo>
                    <a:pt x="258" y="18"/>
                  </a:lnTo>
                  <a:lnTo>
                    <a:pt x="260" y="18"/>
                  </a:lnTo>
                  <a:lnTo>
                    <a:pt x="263" y="21"/>
                  </a:lnTo>
                  <a:lnTo>
                    <a:pt x="265" y="21"/>
                  </a:lnTo>
                  <a:lnTo>
                    <a:pt x="267" y="21"/>
                  </a:lnTo>
                  <a:lnTo>
                    <a:pt x="270" y="23"/>
                  </a:lnTo>
                  <a:lnTo>
                    <a:pt x="272" y="25"/>
                  </a:lnTo>
                  <a:lnTo>
                    <a:pt x="274" y="25"/>
                  </a:lnTo>
                  <a:lnTo>
                    <a:pt x="276" y="28"/>
                  </a:lnTo>
                  <a:lnTo>
                    <a:pt x="279" y="30"/>
                  </a:lnTo>
                  <a:lnTo>
                    <a:pt x="281" y="32"/>
                  </a:lnTo>
                  <a:lnTo>
                    <a:pt x="283" y="34"/>
                  </a:lnTo>
                  <a:lnTo>
                    <a:pt x="288" y="39"/>
                  </a:lnTo>
                  <a:lnTo>
                    <a:pt x="288" y="41"/>
                  </a:lnTo>
                  <a:lnTo>
                    <a:pt x="293" y="46"/>
                  </a:lnTo>
                  <a:lnTo>
                    <a:pt x="293" y="48"/>
                  </a:lnTo>
                </a:path>
              </a:pathLst>
            </a:custGeom>
            <a:noFill/>
            <a:ln w="1270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32" name="Freeform 820"/>
            <p:cNvSpPr>
              <a:spLocks/>
            </p:cNvSpPr>
            <p:nvPr/>
          </p:nvSpPr>
          <p:spPr bwMode="auto">
            <a:xfrm>
              <a:off x="23132738" y="20329941"/>
              <a:ext cx="539750" cy="209552"/>
            </a:xfrm>
            <a:custGeom>
              <a:avLst/>
              <a:gdLst/>
              <a:ahLst/>
              <a:cxnLst>
                <a:cxn ang="0">
                  <a:pos x="2" y="17"/>
                </a:cxn>
                <a:cxn ang="0">
                  <a:pos x="6" y="23"/>
                </a:cxn>
                <a:cxn ang="0">
                  <a:pos x="11" y="28"/>
                </a:cxn>
                <a:cxn ang="0">
                  <a:pos x="16" y="33"/>
                </a:cxn>
                <a:cxn ang="0">
                  <a:pos x="20" y="33"/>
                </a:cxn>
                <a:cxn ang="0">
                  <a:pos x="25" y="33"/>
                </a:cxn>
                <a:cxn ang="0">
                  <a:pos x="29" y="30"/>
                </a:cxn>
                <a:cxn ang="0">
                  <a:pos x="34" y="28"/>
                </a:cxn>
                <a:cxn ang="0">
                  <a:pos x="39" y="26"/>
                </a:cxn>
                <a:cxn ang="0">
                  <a:pos x="43" y="23"/>
                </a:cxn>
                <a:cxn ang="0">
                  <a:pos x="48" y="23"/>
                </a:cxn>
                <a:cxn ang="0">
                  <a:pos x="52" y="23"/>
                </a:cxn>
                <a:cxn ang="0">
                  <a:pos x="57" y="23"/>
                </a:cxn>
                <a:cxn ang="0">
                  <a:pos x="62" y="23"/>
                </a:cxn>
                <a:cxn ang="0">
                  <a:pos x="66" y="23"/>
                </a:cxn>
                <a:cxn ang="0">
                  <a:pos x="71" y="23"/>
                </a:cxn>
                <a:cxn ang="0">
                  <a:pos x="76" y="23"/>
                </a:cxn>
                <a:cxn ang="0">
                  <a:pos x="80" y="21"/>
                </a:cxn>
                <a:cxn ang="0">
                  <a:pos x="85" y="19"/>
                </a:cxn>
                <a:cxn ang="0">
                  <a:pos x="89" y="17"/>
                </a:cxn>
                <a:cxn ang="0">
                  <a:pos x="94" y="14"/>
                </a:cxn>
                <a:cxn ang="0">
                  <a:pos x="99" y="12"/>
                </a:cxn>
                <a:cxn ang="0">
                  <a:pos x="103" y="10"/>
                </a:cxn>
                <a:cxn ang="0">
                  <a:pos x="108" y="10"/>
                </a:cxn>
                <a:cxn ang="0">
                  <a:pos x="112" y="10"/>
                </a:cxn>
                <a:cxn ang="0">
                  <a:pos x="117" y="10"/>
                </a:cxn>
                <a:cxn ang="0">
                  <a:pos x="122" y="7"/>
                </a:cxn>
                <a:cxn ang="0">
                  <a:pos x="126" y="7"/>
                </a:cxn>
                <a:cxn ang="0">
                  <a:pos x="131" y="7"/>
                </a:cxn>
                <a:cxn ang="0">
                  <a:pos x="135" y="5"/>
                </a:cxn>
                <a:cxn ang="0">
                  <a:pos x="140" y="5"/>
                </a:cxn>
                <a:cxn ang="0">
                  <a:pos x="145" y="3"/>
                </a:cxn>
                <a:cxn ang="0">
                  <a:pos x="149" y="3"/>
                </a:cxn>
                <a:cxn ang="0">
                  <a:pos x="154" y="3"/>
                </a:cxn>
                <a:cxn ang="0">
                  <a:pos x="158" y="0"/>
                </a:cxn>
                <a:cxn ang="0">
                  <a:pos x="163" y="3"/>
                </a:cxn>
                <a:cxn ang="0">
                  <a:pos x="168" y="3"/>
                </a:cxn>
              </a:cxnLst>
              <a:rect l="0" t="0" r="r" b="b"/>
              <a:pathLst>
                <a:path w="170" h="33">
                  <a:moveTo>
                    <a:pt x="0" y="14"/>
                  </a:moveTo>
                  <a:lnTo>
                    <a:pt x="2" y="17"/>
                  </a:lnTo>
                  <a:lnTo>
                    <a:pt x="6" y="21"/>
                  </a:lnTo>
                  <a:lnTo>
                    <a:pt x="6" y="23"/>
                  </a:lnTo>
                  <a:lnTo>
                    <a:pt x="9" y="26"/>
                  </a:lnTo>
                  <a:lnTo>
                    <a:pt x="11" y="28"/>
                  </a:lnTo>
                  <a:lnTo>
                    <a:pt x="13" y="30"/>
                  </a:lnTo>
                  <a:lnTo>
                    <a:pt x="16" y="33"/>
                  </a:lnTo>
                  <a:lnTo>
                    <a:pt x="18" y="33"/>
                  </a:lnTo>
                  <a:lnTo>
                    <a:pt x="20" y="33"/>
                  </a:lnTo>
                  <a:lnTo>
                    <a:pt x="23" y="33"/>
                  </a:lnTo>
                  <a:lnTo>
                    <a:pt x="25" y="33"/>
                  </a:lnTo>
                  <a:lnTo>
                    <a:pt x="27" y="33"/>
                  </a:lnTo>
                  <a:lnTo>
                    <a:pt x="29" y="30"/>
                  </a:lnTo>
                  <a:lnTo>
                    <a:pt x="32" y="30"/>
                  </a:lnTo>
                  <a:lnTo>
                    <a:pt x="34" y="28"/>
                  </a:lnTo>
                  <a:lnTo>
                    <a:pt x="36" y="28"/>
                  </a:lnTo>
                  <a:lnTo>
                    <a:pt x="39" y="26"/>
                  </a:lnTo>
                  <a:lnTo>
                    <a:pt x="41" y="26"/>
                  </a:lnTo>
                  <a:lnTo>
                    <a:pt x="43" y="23"/>
                  </a:lnTo>
                  <a:lnTo>
                    <a:pt x="46" y="23"/>
                  </a:lnTo>
                  <a:lnTo>
                    <a:pt x="48" y="23"/>
                  </a:lnTo>
                  <a:lnTo>
                    <a:pt x="50" y="23"/>
                  </a:lnTo>
                  <a:lnTo>
                    <a:pt x="52" y="23"/>
                  </a:lnTo>
                  <a:lnTo>
                    <a:pt x="55" y="23"/>
                  </a:lnTo>
                  <a:lnTo>
                    <a:pt x="57" y="23"/>
                  </a:lnTo>
                  <a:lnTo>
                    <a:pt x="59" y="23"/>
                  </a:lnTo>
                  <a:lnTo>
                    <a:pt x="62" y="23"/>
                  </a:lnTo>
                  <a:lnTo>
                    <a:pt x="64" y="23"/>
                  </a:lnTo>
                  <a:lnTo>
                    <a:pt x="66" y="23"/>
                  </a:lnTo>
                  <a:lnTo>
                    <a:pt x="69" y="23"/>
                  </a:lnTo>
                  <a:lnTo>
                    <a:pt x="71" y="23"/>
                  </a:lnTo>
                  <a:lnTo>
                    <a:pt x="73" y="23"/>
                  </a:lnTo>
                  <a:lnTo>
                    <a:pt x="76" y="23"/>
                  </a:lnTo>
                  <a:lnTo>
                    <a:pt x="78" y="21"/>
                  </a:lnTo>
                  <a:lnTo>
                    <a:pt x="80" y="21"/>
                  </a:lnTo>
                  <a:lnTo>
                    <a:pt x="82" y="19"/>
                  </a:lnTo>
                  <a:lnTo>
                    <a:pt x="85" y="19"/>
                  </a:lnTo>
                  <a:lnTo>
                    <a:pt x="87" y="17"/>
                  </a:lnTo>
                  <a:lnTo>
                    <a:pt x="89" y="17"/>
                  </a:lnTo>
                  <a:lnTo>
                    <a:pt x="92" y="14"/>
                  </a:lnTo>
                  <a:lnTo>
                    <a:pt x="94" y="14"/>
                  </a:lnTo>
                  <a:lnTo>
                    <a:pt x="96" y="12"/>
                  </a:lnTo>
                  <a:lnTo>
                    <a:pt x="99" y="12"/>
                  </a:lnTo>
                  <a:lnTo>
                    <a:pt x="101" y="12"/>
                  </a:lnTo>
                  <a:lnTo>
                    <a:pt x="103" y="10"/>
                  </a:lnTo>
                  <a:lnTo>
                    <a:pt x="105" y="10"/>
                  </a:lnTo>
                  <a:lnTo>
                    <a:pt x="108" y="10"/>
                  </a:lnTo>
                  <a:lnTo>
                    <a:pt x="110" y="10"/>
                  </a:lnTo>
                  <a:lnTo>
                    <a:pt x="112" y="10"/>
                  </a:lnTo>
                  <a:lnTo>
                    <a:pt x="115" y="10"/>
                  </a:lnTo>
                  <a:lnTo>
                    <a:pt x="117" y="10"/>
                  </a:lnTo>
                  <a:lnTo>
                    <a:pt x="119" y="7"/>
                  </a:lnTo>
                  <a:lnTo>
                    <a:pt x="122" y="7"/>
                  </a:lnTo>
                  <a:lnTo>
                    <a:pt x="124" y="7"/>
                  </a:lnTo>
                  <a:lnTo>
                    <a:pt x="126" y="7"/>
                  </a:lnTo>
                  <a:lnTo>
                    <a:pt x="128" y="7"/>
                  </a:lnTo>
                  <a:lnTo>
                    <a:pt x="131" y="7"/>
                  </a:lnTo>
                  <a:lnTo>
                    <a:pt x="133" y="7"/>
                  </a:lnTo>
                  <a:lnTo>
                    <a:pt x="135" y="5"/>
                  </a:lnTo>
                  <a:lnTo>
                    <a:pt x="138" y="5"/>
                  </a:lnTo>
                  <a:lnTo>
                    <a:pt x="140" y="5"/>
                  </a:lnTo>
                  <a:lnTo>
                    <a:pt x="142" y="5"/>
                  </a:lnTo>
                  <a:lnTo>
                    <a:pt x="145" y="3"/>
                  </a:lnTo>
                  <a:lnTo>
                    <a:pt x="147" y="3"/>
                  </a:lnTo>
                  <a:lnTo>
                    <a:pt x="149" y="3"/>
                  </a:lnTo>
                  <a:lnTo>
                    <a:pt x="151" y="3"/>
                  </a:lnTo>
                  <a:lnTo>
                    <a:pt x="154" y="3"/>
                  </a:lnTo>
                  <a:lnTo>
                    <a:pt x="156" y="0"/>
                  </a:lnTo>
                  <a:lnTo>
                    <a:pt x="158" y="0"/>
                  </a:lnTo>
                  <a:lnTo>
                    <a:pt x="161" y="0"/>
                  </a:lnTo>
                  <a:lnTo>
                    <a:pt x="163" y="3"/>
                  </a:lnTo>
                  <a:lnTo>
                    <a:pt x="165" y="3"/>
                  </a:lnTo>
                  <a:lnTo>
                    <a:pt x="168" y="3"/>
                  </a:lnTo>
                  <a:lnTo>
                    <a:pt x="170" y="3"/>
                  </a:lnTo>
                </a:path>
              </a:pathLst>
            </a:custGeom>
            <a:noFill/>
            <a:ln w="1270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33" name="Freeform 153"/>
            <p:cNvSpPr>
              <a:spLocks/>
            </p:cNvSpPr>
            <p:nvPr/>
          </p:nvSpPr>
          <p:spPr bwMode="auto">
            <a:xfrm>
              <a:off x="23132738" y="20374389"/>
              <a:ext cx="539750" cy="120652"/>
            </a:xfrm>
            <a:custGeom>
              <a:avLst/>
              <a:gdLst/>
              <a:ahLst/>
              <a:cxnLst>
                <a:cxn ang="0">
                  <a:pos x="2" y="7"/>
                </a:cxn>
                <a:cxn ang="0">
                  <a:pos x="6" y="12"/>
                </a:cxn>
                <a:cxn ang="0">
                  <a:pos x="11" y="14"/>
                </a:cxn>
                <a:cxn ang="0">
                  <a:pos x="16" y="16"/>
                </a:cxn>
                <a:cxn ang="0">
                  <a:pos x="20" y="19"/>
                </a:cxn>
                <a:cxn ang="0">
                  <a:pos x="25" y="19"/>
                </a:cxn>
                <a:cxn ang="0">
                  <a:pos x="29" y="19"/>
                </a:cxn>
                <a:cxn ang="0">
                  <a:pos x="34" y="16"/>
                </a:cxn>
                <a:cxn ang="0">
                  <a:pos x="39" y="16"/>
                </a:cxn>
                <a:cxn ang="0">
                  <a:pos x="43" y="14"/>
                </a:cxn>
                <a:cxn ang="0">
                  <a:pos x="48" y="14"/>
                </a:cxn>
                <a:cxn ang="0">
                  <a:pos x="52" y="14"/>
                </a:cxn>
                <a:cxn ang="0">
                  <a:pos x="57" y="12"/>
                </a:cxn>
                <a:cxn ang="0">
                  <a:pos x="62" y="12"/>
                </a:cxn>
                <a:cxn ang="0">
                  <a:pos x="66" y="12"/>
                </a:cxn>
                <a:cxn ang="0">
                  <a:pos x="71" y="10"/>
                </a:cxn>
                <a:cxn ang="0">
                  <a:pos x="76" y="10"/>
                </a:cxn>
                <a:cxn ang="0">
                  <a:pos x="80" y="10"/>
                </a:cxn>
                <a:cxn ang="0">
                  <a:pos x="85" y="7"/>
                </a:cxn>
                <a:cxn ang="0">
                  <a:pos x="89" y="10"/>
                </a:cxn>
                <a:cxn ang="0">
                  <a:pos x="94" y="10"/>
                </a:cxn>
                <a:cxn ang="0">
                  <a:pos x="99" y="10"/>
                </a:cxn>
                <a:cxn ang="0">
                  <a:pos x="103" y="10"/>
                </a:cxn>
                <a:cxn ang="0">
                  <a:pos x="108" y="10"/>
                </a:cxn>
                <a:cxn ang="0">
                  <a:pos x="112" y="7"/>
                </a:cxn>
                <a:cxn ang="0">
                  <a:pos x="117" y="7"/>
                </a:cxn>
                <a:cxn ang="0">
                  <a:pos x="122" y="5"/>
                </a:cxn>
                <a:cxn ang="0">
                  <a:pos x="126" y="3"/>
                </a:cxn>
                <a:cxn ang="0">
                  <a:pos x="131" y="3"/>
                </a:cxn>
                <a:cxn ang="0">
                  <a:pos x="135" y="3"/>
                </a:cxn>
                <a:cxn ang="0">
                  <a:pos x="140" y="3"/>
                </a:cxn>
                <a:cxn ang="0">
                  <a:pos x="145" y="3"/>
                </a:cxn>
                <a:cxn ang="0">
                  <a:pos x="149" y="0"/>
                </a:cxn>
                <a:cxn ang="0">
                  <a:pos x="154" y="0"/>
                </a:cxn>
                <a:cxn ang="0">
                  <a:pos x="158" y="0"/>
                </a:cxn>
                <a:cxn ang="0">
                  <a:pos x="163" y="0"/>
                </a:cxn>
                <a:cxn ang="0">
                  <a:pos x="168" y="0"/>
                </a:cxn>
              </a:cxnLst>
              <a:rect l="0" t="0" r="r" b="b"/>
              <a:pathLst>
                <a:path w="170" h="19">
                  <a:moveTo>
                    <a:pt x="0" y="5"/>
                  </a:moveTo>
                  <a:lnTo>
                    <a:pt x="2" y="7"/>
                  </a:lnTo>
                  <a:lnTo>
                    <a:pt x="4" y="10"/>
                  </a:lnTo>
                  <a:lnTo>
                    <a:pt x="6" y="12"/>
                  </a:lnTo>
                  <a:lnTo>
                    <a:pt x="9" y="12"/>
                  </a:lnTo>
                  <a:lnTo>
                    <a:pt x="11" y="14"/>
                  </a:lnTo>
                  <a:lnTo>
                    <a:pt x="13" y="16"/>
                  </a:lnTo>
                  <a:lnTo>
                    <a:pt x="16" y="16"/>
                  </a:lnTo>
                  <a:lnTo>
                    <a:pt x="18" y="19"/>
                  </a:lnTo>
                  <a:lnTo>
                    <a:pt x="20" y="19"/>
                  </a:lnTo>
                  <a:lnTo>
                    <a:pt x="23" y="19"/>
                  </a:lnTo>
                  <a:lnTo>
                    <a:pt x="25" y="19"/>
                  </a:lnTo>
                  <a:lnTo>
                    <a:pt x="27" y="19"/>
                  </a:lnTo>
                  <a:lnTo>
                    <a:pt x="29" y="19"/>
                  </a:lnTo>
                  <a:lnTo>
                    <a:pt x="32" y="19"/>
                  </a:lnTo>
                  <a:lnTo>
                    <a:pt x="34" y="16"/>
                  </a:lnTo>
                  <a:lnTo>
                    <a:pt x="36" y="16"/>
                  </a:lnTo>
                  <a:lnTo>
                    <a:pt x="39" y="16"/>
                  </a:lnTo>
                  <a:lnTo>
                    <a:pt x="41" y="16"/>
                  </a:lnTo>
                  <a:lnTo>
                    <a:pt x="43" y="14"/>
                  </a:lnTo>
                  <a:lnTo>
                    <a:pt x="46" y="14"/>
                  </a:lnTo>
                  <a:lnTo>
                    <a:pt x="48" y="14"/>
                  </a:lnTo>
                  <a:lnTo>
                    <a:pt x="50" y="14"/>
                  </a:lnTo>
                  <a:lnTo>
                    <a:pt x="52" y="14"/>
                  </a:lnTo>
                  <a:lnTo>
                    <a:pt x="55" y="14"/>
                  </a:lnTo>
                  <a:lnTo>
                    <a:pt x="57" y="12"/>
                  </a:lnTo>
                  <a:lnTo>
                    <a:pt x="59" y="12"/>
                  </a:lnTo>
                  <a:lnTo>
                    <a:pt x="62" y="12"/>
                  </a:lnTo>
                  <a:lnTo>
                    <a:pt x="64" y="12"/>
                  </a:lnTo>
                  <a:lnTo>
                    <a:pt x="66" y="12"/>
                  </a:lnTo>
                  <a:lnTo>
                    <a:pt x="69" y="10"/>
                  </a:lnTo>
                  <a:lnTo>
                    <a:pt x="71" y="10"/>
                  </a:lnTo>
                  <a:lnTo>
                    <a:pt x="73" y="10"/>
                  </a:lnTo>
                  <a:lnTo>
                    <a:pt x="76" y="10"/>
                  </a:lnTo>
                  <a:lnTo>
                    <a:pt x="78" y="10"/>
                  </a:lnTo>
                  <a:lnTo>
                    <a:pt x="80" y="10"/>
                  </a:lnTo>
                  <a:lnTo>
                    <a:pt x="82" y="7"/>
                  </a:lnTo>
                  <a:lnTo>
                    <a:pt x="85" y="7"/>
                  </a:lnTo>
                  <a:lnTo>
                    <a:pt x="87" y="7"/>
                  </a:lnTo>
                  <a:lnTo>
                    <a:pt x="89" y="10"/>
                  </a:lnTo>
                  <a:lnTo>
                    <a:pt x="92" y="10"/>
                  </a:lnTo>
                  <a:lnTo>
                    <a:pt x="94" y="10"/>
                  </a:lnTo>
                  <a:lnTo>
                    <a:pt x="96" y="10"/>
                  </a:lnTo>
                  <a:lnTo>
                    <a:pt x="99" y="10"/>
                  </a:lnTo>
                  <a:lnTo>
                    <a:pt x="101" y="10"/>
                  </a:lnTo>
                  <a:lnTo>
                    <a:pt x="103" y="10"/>
                  </a:lnTo>
                  <a:lnTo>
                    <a:pt x="105" y="10"/>
                  </a:lnTo>
                  <a:lnTo>
                    <a:pt x="108" y="10"/>
                  </a:lnTo>
                  <a:lnTo>
                    <a:pt x="110" y="7"/>
                  </a:lnTo>
                  <a:lnTo>
                    <a:pt x="112" y="7"/>
                  </a:lnTo>
                  <a:lnTo>
                    <a:pt x="115" y="7"/>
                  </a:lnTo>
                  <a:lnTo>
                    <a:pt x="117" y="7"/>
                  </a:lnTo>
                  <a:lnTo>
                    <a:pt x="119" y="5"/>
                  </a:lnTo>
                  <a:lnTo>
                    <a:pt x="122" y="5"/>
                  </a:lnTo>
                  <a:lnTo>
                    <a:pt x="124" y="5"/>
                  </a:lnTo>
                  <a:lnTo>
                    <a:pt x="126" y="3"/>
                  </a:lnTo>
                  <a:lnTo>
                    <a:pt x="128" y="3"/>
                  </a:lnTo>
                  <a:lnTo>
                    <a:pt x="131" y="3"/>
                  </a:lnTo>
                  <a:lnTo>
                    <a:pt x="133" y="3"/>
                  </a:lnTo>
                  <a:lnTo>
                    <a:pt x="135" y="3"/>
                  </a:lnTo>
                  <a:lnTo>
                    <a:pt x="138" y="3"/>
                  </a:lnTo>
                  <a:lnTo>
                    <a:pt x="140" y="3"/>
                  </a:lnTo>
                  <a:lnTo>
                    <a:pt x="142" y="3"/>
                  </a:lnTo>
                  <a:lnTo>
                    <a:pt x="145" y="3"/>
                  </a:lnTo>
                  <a:lnTo>
                    <a:pt x="147" y="3"/>
                  </a:lnTo>
                  <a:lnTo>
                    <a:pt x="149" y="0"/>
                  </a:lnTo>
                  <a:lnTo>
                    <a:pt x="151" y="0"/>
                  </a:lnTo>
                  <a:lnTo>
                    <a:pt x="154" y="0"/>
                  </a:lnTo>
                  <a:lnTo>
                    <a:pt x="156" y="0"/>
                  </a:lnTo>
                  <a:lnTo>
                    <a:pt x="158" y="0"/>
                  </a:lnTo>
                  <a:lnTo>
                    <a:pt x="161" y="0"/>
                  </a:lnTo>
                  <a:lnTo>
                    <a:pt x="163" y="0"/>
                  </a:lnTo>
                  <a:lnTo>
                    <a:pt x="165" y="0"/>
                  </a:lnTo>
                  <a:lnTo>
                    <a:pt x="168" y="0"/>
                  </a:lnTo>
                  <a:lnTo>
                    <a:pt x="170" y="0"/>
                  </a:lnTo>
                </a:path>
              </a:pathLst>
            </a:cu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34" name="Line 156"/>
            <p:cNvSpPr>
              <a:spLocks noChangeShapeType="1"/>
            </p:cNvSpPr>
            <p:nvPr/>
          </p:nvSpPr>
          <p:spPr bwMode="auto">
            <a:xfrm>
              <a:off x="22465988" y="20101341"/>
              <a:ext cx="3176" cy="1587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35" name="Freeform 159"/>
            <p:cNvSpPr>
              <a:spLocks/>
            </p:cNvSpPr>
            <p:nvPr/>
          </p:nvSpPr>
          <p:spPr bwMode="auto">
            <a:xfrm>
              <a:off x="22202462" y="20082289"/>
              <a:ext cx="930276" cy="234952"/>
            </a:xfrm>
            <a:custGeom>
              <a:avLst/>
              <a:gdLst/>
              <a:ahLst/>
              <a:cxnLst>
                <a:cxn ang="0">
                  <a:pos x="5" y="19"/>
                </a:cxn>
                <a:cxn ang="0">
                  <a:pos x="12" y="16"/>
                </a:cxn>
                <a:cxn ang="0">
                  <a:pos x="19" y="14"/>
                </a:cxn>
                <a:cxn ang="0">
                  <a:pos x="26" y="14"/>
                </a:cxn>
                <a:cxn ang="0">
                  <a:pos x="32" y="14"/>
                </a:cxn>
                <a:cxn ang="0">
                  <a:pos x="39" y="16"/>
                </a:cxn>
                <a:cxn ang="0">
                  <a:pos x="46" y="19"/>
                </a:cxn>
                <a:cxn ang="0">
                  <a:pos x="53" y="19"/>
                </a:cxn>
                <a:cxn ang="0">
                  <a:pos x="60" y="14"/>
                </a:cxn>
                <a:cxn ang="0">
                  <a:pos x="67" y="12"/>
                </a:cxn>
                <a:cxn ang="0">
                  <a:pos x="74" y="9"/>
                </a:cxn>
                <a:cxn ang="0">
                  <a:pos x="81" y="9"/>
                </a:cxn>
                <a:cxn ang="0">
                  <a:pos x="88" y="9"/>
                </a:cxn>
                <a:cxn ang="0">
                  <a:pos x="95" y="9"/>
                </a:cxn>
                <a:cxn ang="0">
                  <a:pos x="101" y="7"/>
                </a:cxn>
                <a:cxn ang="0">
                  <a:pos x="108" y="5"/>
                </a:cxn>
                <a:cxn ang="0">
                  <a:pos x="115" y="3"/>
                </a:cxn>
                <a:cxn ang="0">
                  <a:pos x="122" y="5"/>
                </a:cxn>
                <a:cxn ang="0">
                  <a:pos x="129" y="7"/>
                </a:cxn>
                <a:cxn ang="0">
                  <a:pos x="136" y="9"/>
                </a:cxn>
                <a:cxn ang="0">
                  <a:pos x="143" y="14"/>
                </a:cxn>
                <a:cxn ang="0">
                  <a:pos x="150" y="14"/>
                </a:cxn>
                <a:cxn ang="0">
                  <a:pos x="157" y="16"/>
                </a:cxn>
                <a:cxn ang="0">
                  <a:pos x="164" y="19"/>
                </a:cxn>
                <a:cxn ang="0">
                  <a:pos x="171" y="23"/>
                </a:cxn>
                <a:cxn ang="0">
                  <a:pos x="177" y="30"/>
                </a:cxn>
                <a:cxn ang="0">
                  <a:pos x="184" y="35"/>
                </a:cxn>
                <a:cxn ang="0">
                  <a:pos x="191" y="37"/>
                </a:cxn>
                <a:cxn ang="0">
                  <a:pos x="198" y="35"/>
                </a:cxn>
                <a:cxn ang="0">
                  <a:pos x="205" y="33"/>
                </a:cxn>
                <a:cxn ang="0">
                  <a:pos x="212" y="28"/>
                </a:cxn>
                <a:cxn ang="0">
                  <a:pos x="219" y="23"/>
                </a:cxn>
                <a:cxn ang="0">
                  <a:pos x="226" y="19"/>
                </a:cxn>
                <a:cxn ang="0">
                  <a:pos x="233" y="14"/>
                </a:cxn>
                <a:cxn ang="0">
                  <a:pos x="240" y="7"/>
                </a:cxn>
                <a:cxn ang="0">
                  <a:pos x="247" y="3"/>
                </a:cxn>
                <a:cxn ang="0">
                  <a:pos x="253" y="0"/>
                </a:cxn>
                <a:cxn ang="0">
                  <a:pos x="260" y="0"/>
                </a:cxn>
                <a:cxn ang="0">
                  <a:pos x="267" y="5"/>
                </a:cxn>
                <a:cxn ang="0">
                  <a:pos x="274" y="9"/>
                </a:cxn>
                <a:cxn ang="0">
                  <a:pos x="281" y="19"/>
                </a:cxn>
                <a:cxn ang="0">
                  <a:pos x="290" y="28"/>
                </a:cxn>
              </a:cxnLst>
              <a:rect l="0" t="0" r="r" b="b"/>
              <a:pathLst>
                <a:path w="293" h="37">
                  <a:moveTo>
                    <a:pt x="0" y="21"/>
                  </a:moveTo>
                  <a:lnTo>
                    <a:pt x="2" y="21"/>
                  </a:lnTo>
                  <a:lnTo>
                    <a:pt x="5" y="19"/>
                  </a:lnTo>
                  <a:lnTo>
                    <a:pt x="7" y="19"/>
                  </a:lnTo>
                  <a:lnTo>
                    <a:pt x="9" y="19"/>
                  </a:lnTo>
                  <a:lnTo>
                    <a:pt x="12" y="16"/>
                  </a:lnTo>
                  <a:lnTo>
                    <a:pt x="14" y="16"/>
                  </a:lnTo>
                  <a:lnTo>
                    <a:pt x="16" y="14"/>
                  </a:lnTo>
                  <a:lnTo>
                    <a:pt x="19" y="14"/>
                  </a:lnTo>
                  <a:lnTo>
                    <a:pt x="21" y="14"/>
                  </a:lnTo>
                  <a:lnTo>
                    <a:pt x="23" y="14"/>
                  </a:lnTo>
                  <a:lnTo>
                    <a:pt x="26" y="14"/>
                  </a:lnTo>
                  <a:lnTo>
                    <a:pt x="28" y="14"/>
                  </a:lnTo>
                  <a:lnTo>
                    <a:pt x="30" y="14"/>
                  </a:lnTo>
                  <a:lnTo>
                    <a:pt x="32" y="14"/>
                  </a:lnTo>
                  <a:lnTo>
                    <a:pt x="35" y="16"/>
                  </a:lnTo>
                  <a:lnTo>
                    <a:pt x="37" y="16"/>
                  </a:lnTo>
                  <a:lnTo>
                    <a:pt x="39" y="16"/>
                  </a:lnTo>
                  <a:lnTo>
                    <a:pt x="42" y="19"/>
                  </a:lnTo>
                  <a:lnTo>
                    <a:pt x="44" y="19"/>
                  </a:lnTo>
                  <a:lnTo>
                    <a:pt x="46" y="19"/>
                  </a:lnTo>
                  <a:lnTo>
                    <a:pt x="49" y="19"/>
                  </a:lnTo>
                  <a:lnTo>
                    <a:pt x="51" y="19"/>
                  </a:lnTo>
                  <a:lnTo>
                    <a:pt x="53" y="19"/>
                  </a:lnTo>
                  <a:lnTo>
                    <a:pt x="55" y="16"/>
                  </a:lnTo>
                  <a:lnTo>
                    <a:pt x="58" y="16"/>
                  </a:lnTo>
                  <a:lnTo>
                    <a:pt x="60" y="14"/>
                  </a:lnTo>
                  <a:lnTo>
                    <a:pt x="62" y="14"/>
                  </a:lnTo>
                  <a:lnTo>
                    <a:pt x="65" y="12"/>
                  </a:lnTo>
                  <a:lnTo>
                    <a:pt x="67" y="12"/>
                  </a:lnTo>
                  <a:lnTo>
                    <a:pt x="69" y="9"/>
                  </a:lnTo>
                  <a:lnTo>
                    <a:pt x="72" y="9"/>
                  </a:lnTo>
                  <a:lnTo>
                    <a:pt x="74" y="9"/>
                  </a:lnTo>
                  <a:lnTo>
                    <a:pt x="76" y="9"/>
                  </a:lnTo>
                  <a:lnTo>
                    <a:pt x="78" y="9"/>
                  </a:lnTo>
                  <a:lnTo>
                    <a:pt x="81" y="9"/>
                  </a:lnTo>
                  <a:lnTo>
                    <a:pt x="83" y="9"/>
                  </a:lnTo>
                  <a:lnTo>
                    <a:pt x="85" y="9"/>
                  </a:lnTo>
                  <a:lnTo>
                    <a:pt x="88" y="9"/>
                  </a:lnTo>
                  <a:lnTo>
                    <a:pt x="90" y="9"/>
                  </a:lnTo>
                  <a:lnTo>
                    <a:pt x="92" y="9"/>
                  </a:lnTo>
                  <a:lnTo>
                    <a:pt x="95" y="9"/>
                  </a:lnTo>
                  <a:lnTo>
                    <a:pt x="97" y="9"/>
                  </a:lnTo>
                  <a:lnTo>
                    <a:pt x="99" y="7"/>
                  </a:lnTo>
                  <a:lnTo>
                    <a:pt x="101" y="7"/>
                  </a:lnTo>
                  <a:lnTo>
                    <a:pt x="104" y="7"/>
                  </a:lnTo>
                  <a:lnTo>
                    <a:pt x="106" y="5"/>
                  </a:lnTo>
                  <a:lnTo>
                    <a:pt x="108" y="5"/>
                  </a:lnTo>
                  <a:lnTo>
                    <a:pt x="111" y="5"/>
                  </a:lnTo>
                  <a:lnTo>
                    <a:pt x="113" y="5"/>
                  </a:lnTo>
                  <a:lnTo>
                    <a:pt x="115" y="3"/>
                  </a:lnTo>
                  <a:lnTo>
                    <a:pt x="118" y="3"/>
                  </a:lnTo>
                  <a:lnTo>
                    <a:pt x="120" y="5"/>
                  </a:lnTo>
                  <a:lnTo>
                    <a:pt x="122" y="5"/>
                  </a:lnTo>
                  <a:lnTo>
                    <a:pt x="125" y="5"/>
                  </a:lnTo>
                  <a:lnTo>
                    <a:pt x="127" y="5"/>
                  </a:lnTo>
                  <a:lnTo>
                    <a:pt x="129" y="7"/>
                  </a:lnTo>
                  <a:lnTo>
                    <a:pt x="131" y="9"/>
                  </a:lnTo>
                  <a:lnTo>
                    <a:pt x="134" y="9"/>
                  </a:lnTo>
                  <a:lnTo>
                    <a:pt x="136" y="9"/>
                  </a:lnTo>
                  <a:lnTo>
                    <a:pt x="138" y="12"/>
                  </a:lnTo>
                  <a:lnTo>
                    <a:pt x="141" y="12"/>
                  </a:lnTo>
                  <a:lnTo>
                    <a:pt x="143" y="14"/>
                  </a:lnTo>
                  <a:lnTo>
                    <a:pt x="145" y="14"/>
                  </a:lnTo>
                  <a:lnTo>
                    <a:pt x="148" y="14"/>
                  </a:lnTo>
                  <a:lnTo>
                    <a:pt x="150" y="14"/>
                  </a:lnTo>
                  <a:lnTo>
                    <a:pt x="152" y="16"/>
                  </a:lnTo>
                  <a:lnTo>
                    <a:pt x="154" y="16"/>
                  </a:lnTo>
                  <a:lnTo>
                    <a:pt x="157" y="16"/>
                  </a:lnTo>
                  <a:lnTo>
                    <a:pt x="159" y="16"/>
                  </a:lnTo>
                  <a:lnTo>
                    <a:pt x="161" y="19"/>
                  </a:lnTo>
                  <a:lnTo>
                    <a:pt x="164" y="19"/>
                  </a:lnTo>
                  <a:lnTo>
                    <a:pt x="166" y="21"/>
                  </a:lnTo>
                  <a:lnTo>
                    <a:pt x="168" y="21"/>
                  </a:lnTo>
                  <a:lnTo>
                    <a:pt x="171" y="23"/>
                  </a:lnTo>
                  <a:lnTo>
                    <a:pt x="173" y="26"/>
                  </a:lnTo>
                  <a:lnTo>
                    <a:pt x="175" y="28"/>
                  </a:lnTo>
                  <a:lnTo>
                    <a:pt x="177" y="30"/>
                  </a:lnTo>
                  <a:lnTo>
                    <a:pt x="180" y="33"/>
                  </a:lnTo>
                  <a:lnTo>
                    <a:pt x="182" y="33"/>
                  </a:lnTo>
                  <a:lnTo>
                    <a:pt x="184" y="35"/>
                  </a:lnTo>
                  <a:lnTo>
                    <a:pt x="187" y="35"/>
                  </a:lnTo>
                  <a:lnTo>
                    <a:pt x="189" y="37"/>
                  </a:lnTo>
                  <a:lnTo>
                    <a:pt x="191" y="37"/>
                  </a:lnTo>
                  <a:lnTo>
                    <a:pt x="194" y="37"/>
                  </a:lnTo>
                  <a:lnTo>
                    <a:pt x="196" y="37"/>
                  </a:lnTo>
                  <a:lnTo>
                    <a:pt x="198" y="35"/>
                  </a:lnTo>
                  <a:lnTo>
                    <a:pt x="200" y="35"/>
                  </a:lnTo>
                  <a:lnTo>
                    <a:pt x="203" y="33"/>
                  </a:lnTo>
                  <a:lnTo>
                    <a:pt x="205" y="33"/>
                  </a:lnTo>
                  <a:lnTo>
                    <a:pt x="207" y="30"/>
                  </a:lnTo>
                  <a:lnTo>
                    <a:pt x="210" y="30"/>
                  </a:lnTo>
                  <a:lnTo>
                    <a:pt x="212" y="28"/>
                  </a:lnTo>
                  <a:lnTo>
                    <a:pt x="214" y="26"/>
                  </a:lnTo>
                  <a:lnTo>
                    <a:pt x="217" y="26"/>
                  </a:lnTo>
                  <a:lnTo>
                    <a:pt x="219" y="23"/>
                  </a:lnTo>
                  <a:lnTo>
                    <a:pt x="221" y="23"/>
                  </a:lnTo>
                  <a:lnTo>
                    <a:pt x="223" y="21"/>
                  </a:lnTo>
                  <a:lnTo>
                    <a:pt x="226" y="19"/>
                  </a:lnTo>
                  <a:lnTo>
                    <a:pt x="228" y="19"/>
                  </a:lnTo>
                  <a:lnTo>
                    <a:pt x="230" y="16"/>
                  </a:lnTo>
                  <a:lnTo>
                    <a:pt x="233" y="14"/>
                  </a:lnTo>
                  <a:lnTo>
                    <a:pt x="235" y="12"/>
                  </a:lnTo>
                  <a:lnTo>
                    <a:pt x="237" y="9"/>
                  </a:lnTo>
                  <a:lnTo>
                    <a:pt x="240" y="7"/>
                  </a:lnTo>
                  <a:lnTo>
                    <a:pt x="242" y="5"/>
                  </a:lnTo>
                  <a:lnTo>
                    <a:pt x="244" y="5"/>
                  </a:lnTo>
                  <a:lnTo>
                    <a:pt x="247" y="3"/>
                  </a:lnTo>
                  <a:lnTo>
                    <a:pt x="249" y="3"/>
                  </a:lnTo>
                  <a:lnTo>
                    <a:pt x="251" y="0"/>
                  </a:lnTo>
                  <a:lnTo>
                    <a:pt x="253" y="0"/>
                  </a:lnTo>
                  <a:lnTo>
                    <a:pt x="256" y="0"/>
                  </a:lnTo>
                  <a:lnTo>
                    <a:pt x="258" y="0"/>
                  </a:lnTo>
                  <a:lnTo>
                    <a:pt x="260" y="0"/>
                  </a:lnTo>
                  <a:lnTo>
                    <a:pt x="263" y="3"/>
                  </a:lnTo>
                  <a:lnTo>
                    <a:pt x="265" y="3"/>
                  </a:lnTo>
                  <a:lnTo>
                    <a:pt x="267" y="5"/>
                  </a:lnTo>
                  <a:lnTo>
                    <a:pt x="270" y="7"/>
                  </a:lnTo>
                  <a:lnTo>
                    <a:pt x="272" y="9"/>
                  </a:lnTo>
                  <a:lnTo>
                    <a:pt x="274" y="9"/>
                  </a:lnTo>
                  <a:lnTo>
                    <a:pt x="279" y="14"/>
                  </a:lnTo>
                  <a:lnTo>
                    <a:pt x="279" y="16"/>
                  </a:lnTo>
                  <a:lnTo>
                    <a:pt x="281" y="19"/>
                  </a:lnTo>
                  <a:lnTo>
                    <a:pt x="283" y="21"/>
                  </a:lnTo>
                  <a:lnTo>
                    <a:pt x="286" y="23"/>
                  </a:lnTo>
                  <a:lnTo>
                    <a:pt x="290" y="28"/>
                  </a:lnTo>
                  <a:lnTo>
                    <a:pt x="290" y="30"/>
                  </a:lnTo>
                  <a:lnTo>
                    <a:pt x="293" y="33"/>
                  </a:lnTo>
                </a:path>
              </a:pathLst>
            </a:custGeom>
            <a:noFill/>
            <a:ln w="12700" cap="flat">
              <a:solidFill>
                <a:srgbClr val="C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36" name="Freeform 160"/>
            <p:cNvSpPr>
              <a:spLocks/>
            </p:cNvSpPr>
            <p:nvPr/>
          </p:nvSpPr>
          <p:spPr bwMode="auto">
            <a:xfrm>
              <a:off x="23132738" y="20247389"/>
              <a:ext cx="539750" cy="127000"/>
            </a:xfrm>
            <a:custGeom>
              <a:avLst/>
              <a:gdLst/>
              <a:ahLst/>
              <a:cxnLst>
                <a:cxn ang="0">
                  <a:pos x="4" y="11"/>
                </a:cxn>
                <a:cxn ang="0">
                  <a:pos x="6" y="16"/>
                </a:cxn>
                <a:cxn ang="0">
                  <a:pos x="11" y="18"/>
                </a:cxn>
                <a:cxn ang="0">
                  <a:pos x="16" y="20"/>
                </a:cxn>
                <a:cxn ang="0">
                  <a:pos x="20" y="20"/>
                </a:cxn>
                <a:cxn ang="0">
                  <a:pos x="25" y="18"/>
                </a:cxn>
                <a:cxn ang="0">
                  <a:pos x="29" y="18"/>
                </a:cxn>
                <a:cxn ang="0">
                  <a:pos x="34" y="16"/>
                </a:cxn>
                <a:cxn ang="0">
                  <a:pos x="39" y="16"/>
                </a:cxn>
                <a:cxn ang="0">
                  <a:pos x="43" y="13"/>
                </a:cxn>
                <a:cxn ang="0">
                  <a:pos x="48" y="16"/>
                </a:cxn>
                <a:cxn ang="0">
                  <a:pos x="52" y="16"/>
                </a:cxn>
                <a:cxn ang="0">
                  <a:pos x="57" y="18"/>
                </a:cxn>
                <a:cxn ang="0">
                  <a:pos x="62" y="18"/>
                </a:cxn>
                <a:cxn ang="0">
                  <a:pos x="66" y="20"/>
                </a:cxn>
                <a:cxn ang="0">
                  <a:pos x="71" y="18"/>
                </a:cxn>
                <a:cxn ang="0">
                  <a:pos x="76" y="18"/>
                </a:cxn>
                <a:cxn ang="0">
                  <a:pos x="80" y="16"/>
                </a:cxn>
                <a:cxn ang="0">
                  <a:pos x="85" y="13"/>
                </a:cxn>
                <a:cxn ang="0">
                  <a:pos x="89" y="11"/>
                </a:cxn>
                <a:cxn ang="0">
                  <a:pos x="94" y="11"/>
                </a:cxn>
                <a:cxn ang="0">
                  <a:pos x="99" y="9"/>
                </a:cxn>
                <a:cxn ang="0">
                  <a:pos x="103" y="9"/>
                </a:cxn>
                <a:cxn ang="0">
                  <a:pos x="108" y="9"/>
                </a:cxn>
                <a:cxn ang="0">
                  <a:pos x="112" y="7"/>
                </a:cxn>
                <a:cxn ang="0">
                  <a:pos x="117" y="7"/>
                </a:cxn>
                <a:cxn ang="0">
                  <a:pos x="122" y="4"/>
                </a:cxn>
                <a:cxn ang="0">
                  <a:pos x="126" y="2"/>
                </a:cxn>
                <a:cxn ang="0">
                  <a:pos x="131" y="2"/>
                </a:cxn>
                <a:cxn ang="0">
                  <a:pos x="135" y="0"/>
                </a:cxn>
                <a:cxn ang="0">
                  <a:pos x="140" y="0"/>
                </a:cxn>
                <a:cxn ang="0">
                  <a:pos x="145" y="0"/>
                </a:cxn>
                <a:cxn ang="0">
                  <a:pos x="149" y="0"/>
                </a:cxn>
                <a:cxn ang="0">
                  <a:pos x="154" y="2"/>
                </a:cxn>
                <a:cxn ang="0">
                  <a:pos x="158" y="2"/>
                </a:cxn>
                <a:cxn ang="0">
                  <a:pos x="163" y="4"/>
                </a:cxn>
                <a:cxn ang="0">
                  <a:pos x="168" y="4"/>
                </a:cxn>
              </a:cxnLst>
              <a:rect l="0" t="0" r="r" b="b"/>
              <a:pathLst>
                <a:path w="170" h="20">
                  <a:moveTo>
                    <a:pt x="0" y="7"/>
                  </a:moveTo>
                  <a:lnTo>
                    <a:pt x="4" y="11"/>
                  </a:lnTo>
                  <a:lnTo>
                    <a:pt x="4" y="13"/>
                  </a:lnTo>
                  <a:lnTo>
                    <a:pt x="6" y="16"/>
                  </a:lnTo>
                  <a:lnTo>
                    <a:pt x="9" y="16"/>
                  </a:lnTo>
                  <a:lnTo>
                    <a:pt x="11" y="18"/>
                  </a:lnTo>
                  <a:lnTo>
                    <a:pt x="13" y="20"/>
                  </a:lnTo>
                  <a:lnTo>
                    <a:pt x="16" y="20"/>
                  </a:lnTo>
                  <a:lnTo>
                    <a:pt x="18" y="20"/>
                  </a:lnTo>
                  <a:lnTo>
                    <a:pt x="20" y="20"/>
                  </a:lnTo>
                  <a:lnTo>
                    <a:pt x="23" y="20"/>
                  </a:lnTo>
                  <a:lnTo>
                    <a:pt x="25" y="18"/>
                  </a:lnTo>
                  <a:lnTo>
                    <a:pt x="27" y="18"/>
                  </a:lnTo>
                  <a:lnTo>
                    <a:pt x="29" y="18"/>
                  </a:lnTo>
                  <a:lnTo>
                    <a:pt x="32" y="16"/>
                  </a:lnTo>
                  <a:lnTo>
                    <a:pt x="34" y="16"/>
                  </a:lnTo>
                  <a:lnTo>
                    <a:pt x="36" y="16"/>
                  </a:lnTo>
                  <a:lnTo>
                    <a:pt x="39" y="16"/>
                  </a:lnTo>
                  <a:lnTo>
                    <a:pt x="41" y="13"/>
                  </a:lnTo>
                  <a:lnTo>
                    <a:pt x="43" y="13"/>
                  </a:lnTo>
                  <a:lnTo>
                    <a:pt x="46" y="16"/>
                  </a:lnTo>
                  <a:lnTo>
                    <a:pt x="48" y="16"/>
                  </a:lnTo>
                  <a:lnTo>
                    <a:pt x="50" y="16"/>
                  </a:lnTo>
                  <a:lnTo>
                    <a:pt x="52" y="16"/>
                  </a:lnTo>
                  <a:lnTo>
                    <a:pt x="55" y="16"/>
                  </a:lnTo>
                  <a:lnTo>
                    <a:pt x="57" y="18"/>
                  </a:lnTo>
                  <a:lnTo>
                    <a:pt x="59" y="18"/>
                  </a:lnTo>
                  <a:lnTo>
                    <a:pt x="62" y="18"/>
                  </a:lnTo>
                  <a:lnTo>
                    <a:pt x="64" y="20"/>
                  </a:lnTo>
                  <a:lnTo>
                    <a:pt x="66" y="20"/>
                  </a:lnTo>
                  <a:lnTo>
                    <a:pt x="69" y="20"/>
                  </a:lnTo>
                  <a:lnTo>
                    <a:pt x="71" y="18"/>
                  </a:lnTo>
                  <a:lnTo>
                    <a:pt x="73" y="18"/>
                  </a:lnTo>
                  <a:lnTo>
                    <a:pt x="76" y="18"/>
                  </a:lnTo>
                  <a:lnTo>
                    <a:pt x="78" y="18"/>
                  </a:lnTo>
                  <a:lnTo>
                    <a:pt x="80" y="16"/>
                  </a:lnTo>
                  <a:lnTo>
                    <a:pt x="82" y="16"/>
                  </a:lnTo>
                  <a:lnTo>
                    <a:pt x="85" y="13"/>
                  </a:lnTo>
                  <a:lnTo>
                    <a:pt x="87" y="13"/>
                  </a:lnTo>
                  <a:lnTo>
                    <a:pt x="89" y="11"/>
                  </a:lnTo>
                  <a:lnTo>
                    <a:pt x="92" y="11"/>
                  </a:lnTo>
                  <a:lnTo>
                    <a:pt x="94" y="11"/>
                  </a:lnTo>
                  <a:lnTo>
                    <a:pt x="96" y="9"/>
                  </a:lnTo>
                  <a:lnTo>
                    <a:pt x="99" y="9"/>
                  </a:lnTo>
                  <a:lnTo>
                    <a:pt x="101" y="9"/>
                  </a:lnTo>
                  <a:lnTo>
                    <a:pt x="103" y="9"/>
                  </a:lnTo>
                  <a:lnTo>
                    <a:pt x="105" y="9"/>
                  </a:lnTo>
                  <a:lnTo>
                    <a:pt x="108" y="9"/>
                  </a:lnTo>
                  <a:lnTo>
                    <a:pt x="110" y="9"/>
                  </a:lnTo>
                  <a:lnTo>
                    <a:pt x="112" y="7"/>
                  </a:lnTo>
                  <a:lnTo>
                    <a:pt x="115" y="7"/>
                  </a:lnTo>
                  <a:lnTo>
                    <a:pt x="117" y="7"/>
                  </a:lnTo>
                  <a:lnTo>
                    <a:pt x="119" y="7"/>
                  </a:lnTo>
                  <a:lnTo>
                    <a:pt x="122" y="4"/>
                  </a:lnTo>
                  <a:lnTo>
                    <a:pt x="124" y="4"/>
                  </a:lnTo>
                  <a:lnTo>
                    <a:pt x="126" y="2"/>
                  </a:lnTo>
                  <a:lnTo>
                    <a:pt x="128" y="2"/>
                  </a:lnTo>
                  <a:lnTo>
                    <a:pt x="131" y="2"/>
                  </a:lnTo>
                  <a:lnTo>
                    <a:pt x="133" y="0"/>
                  </a:lnTo>
                  <a:lnTo>
                    <a:pt x="135" y="0"/>
                  </a:lnTo>
                  <a:lnTo>
                    <a:pt x="138" y="0"/>
                  </a:lnTo>
                  <a:lnTo>
                    <a:pt x="140" y="0"/>
                  </a:lnTo>
                  <a:lnTo>
                    <a:pt x="142" y="0"/>
                  </a:lnTo>
                  <a:lnTo>
                    <a:pt x="145" y="0"/>
                  </a:lnTo>
                  <a:lnTo>
                    <a:pt x="147" y="0"/>
                  </a:lnTo>
                  <a:lnTo>
                    <a:pt x="149" y="0"/>
                  </a:lnTo>
                  <a:lnTo>
                    <a:pt x="151" y="2"/>
                  </a:lnTo>
                  <a:lnTo>
                    <a:pt x="154" y="2"/>
                  </a:lnTo>
                  <a:lnTo>
                    <a:pt x="156" y="2"/>
                  </a:lnTo>
                  <a:lnTo>
                    <a:pt x="158" y="2"/>
                  </a:lnTo>
                  <a:lnTo>
                    <a:pt x="161" y="4"/>
                  </a:lnTo>
                  <a:lnTo>
                    <a:pt x="163" y="4"/>
                  </a:lnTo>
                  <a:lnTo>
                    <a:pt x="165" y="4"/>
                  </a:lnTo>
                  <a:lnTo>
                    <a:pt x="168" y="4"/>
                  </a:lnTo>
                  <a:lnTo>
                    <a:pt x="170" y="4"/>
                  </a:lnTo>
                </a:path>
              </a:pathLst>
            </a:custGeom>
            <a:noFill/>
            <a:ln w="12700" cap="flat">
              <a:solidFill>
                <a:srgbClr val="C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37" name="Freeform 747"/>
            <p:cNvSpPr>
              <a:spLocks/>
            </p:cNvSpPr>
            <p:nvPr/>
          </p:nvSpPr>
          <p:spPr bwMode="auto">
            <a:xfrm>
              <a:off x="24026784" y="16659749"/>
              <a:ext cx="812800" cy="571500"/>
            </a:xfrm>
            <a:custGeom>
              <a:avLst/>
              <a:gdLst/>
              <a:ahLst/>
              <a:cxnLst>
                <a:cxn ang="0">
                  <a:pos x="5" y="32"/>
                </a:cxn>
                <a:cxn ang="0">
                  <a:pos x="12" y="32"/>
                </a:cxn>
                <a:cxn ang="0">
                  <a:pos x="19" y="30"/>
                </a:cxn>
                <a:cxn ang="0">
                  <a:pos x="26" y="30"/>
                </a:cxn>
                <a:cxn ang="0">
                  <a:pos x="33" y="25"/>
                </a:cxn>
                <a:cxn ang="0">
                  <a:pos x="40" y="23"/>
                </a:cxn>
                <a:cxn ang="0">
                  <a:pos x="46" y="23"/>
                </a:cxn>
                <a:cxn ang="0">
                  <a:pos x="53" y="25"/>
                </a:cxn>
                <a:cxn ang="0">
                  <a:pos x="60" y="27"/>
                </a:cxn>
                <a:cxn ang="0">
                  <a:pos x="67" y="30"/>
                </a:cxn>
                <a:cxn ang="0">
                  <a:pos x="74" y="27"/>
                </a:cxn>
                <a:cxn ang="0">
                  <a:pos x="81" y="25"/>
                </a:cxn>
                <a:cxn ang="0">
                  <a:pos x="88" y="23"/>
                </a:cxn>
                <a:cxn ang="0">
                  <a:pos x="95" y="25"/>
                </a:cxn>
                <a:cxn ang="0">
                  <a:pos x="102" y="30"/>
                </a:cxn>
                <a:cxn ang="0">
                  <a:pos x="109" y="34"/>
                </a:cxn>
                <a:cxn ang="0">
                  <a:pos x="115" y="30"/>
                </a:cxn>
                <a:cxn ang="0">
                  <a:pos x="122" y="23"/>
                </a:cxn>
                <a:cxn ang="0">
                  <a:pos x="127" y="14"/>
                </a:cxn>
                <a:cxn ang="0">
                  <a:pos x="134" y="4"/>
                </a:cxn>
                <a:cxn ang="0">
                  <a:pos x="138" y="0"/>
                </a:cxn>
                <a:cxn ang="0">
                  <a:pos x="145" y="7"/>
                </a:cxn>
                <a:cxn ang="0">
                  <a:pos x="150" y="16"/>
                </a:cxn>
                <a:cxn ang="0">
                  <a:pos x="152" y="27"/>
                </a:cxn>
                <a:cxn ang="0">
                  <a:pos x="157" y="37"/>
                </a:cxn>
                <a:cxn ang="0">
                  <a:pos x="159" y="53"/>
                </a:cxn>
                <a:cxn ang="0">
                  <a:pos x="164" y="67"/>
                </a:cxn>
                <a:cxn ang="0">
                  <a:pos x="166" y="76"/>
                </a:cxn>
                <a:cxn ang="0">
                  <a:pos x="173" y="87"/>
                </a:cxn>
                <a:cxn ang="0">
                  <a:pos x="175" y="90"/>
                </a:cxn>
                <a:cxn ang="0">
                  <a:pos x="182" y="85"/>
                </a:cxn>
                <a:cxn ang="0">
                  <a:pos x="187" y="78"/>
                </a:cxn>
                <a:cxn ang="0">
                  <a:pos x="189" y="71"/>
                </a:cxn>
                <a:cxn ang="0">
                  <a:pos x="198" y="57"/>
                </a:cxn>
                <a:cxn ang="0">
                  <a:pos x="205" y="48"/>
                </a:cxn>
                <a:cxn ang="0">
                  <a:pos x="210" y="44"/>
                </a:cxn>
                <a:cxn ang="0">
                  <a:pos x="217" y="39"/>
                </a:cxn>
                <a:cxn ang="0">
                  <a:pos x="224" y="37"/>
                </a:cxn>
                <a:cxn ang="0">
                  <a:pos x="231" y="30"/>
                </a:cxn>
                <a:cxn ang="0">
                  <a:pos x="237" y="25"/>
                </a:cxn>
                <a:cxn ang="0">
                  <a:pos x="244" y="23"/>
                </a:cxn>
                <a:cxn ang="0">
                  <a:pos x="251" y="23"/>
                </a:cxn>
              </a:cxnLst>
              <a:rect l="0" t="0" r="r" b="b"/>
              <a:pathLst>
                <a:path w="256" h="90">
                  <a:moveTo>
                    <a:pt x="0" y="32"/>
                  </a:moveTo>
                  <a:lnTo>
                    <a:pt x="3" y="32"/>
                  </a:lnTo>
                  <a:lnTo>
                    <a:pt x="5" y="32"/>
                  </a:lnTo>
                  <a:lnTo>
                    <a:pt x="7" y="32"/>
                  </a:lnTo>
                  <a:lnTo>
                    <a:pt x="10" y="32"/>
                  </a:lnTo>
                  <a:lnTo>
                    <a:pt x="12" y="32"/>
                  </a:lnTo>
                  <a:lnTo>
                    <a:pt x="14" y="32"/>
                  </a:lnTo>
                  <a:lnTo>
                    <a:pt x="16" y="32"/>
                  </a:lnTo>
                  <a:lnTo>
                    <a:pt x="19" y="30"/>
                  </a:lnTo>
                  <a:lnTo>
                    <a:pt x="21" y="30"/>
                  </a:lnTo>
                  <a:lnTo>
                    <a:pt x="23" y="30"/>
                  </a:lnTo>
                  <a:lnTo>
                    <a:pt x="26" y="30"/>
                  </a:lnTo>
                  <a:lnTo>
                    <a:pt x="28" y="27"/>
                  </a:lnTo>
                  <a:lnTo>
                    <a:pt x="30" y="27"/>
                  </a:lnTo>
                  <a:lnTo>
                    <a:pt x="33" y="25"/>
                  </a:lnTo>
                  <a:lnTo>
                    <a:pt x="35" y="25"/>
                  </a:lnTo>
                  <a:lnTo>
                    <a:pt x="37" y="25"/>
                  </a:lnTo>
                  <a:lnTo>
                    <a:pt x="40" y="23"/>
                  </a:lnTo>
                  <a:lnTo>
                    <a:pt x="42" y="23"/>
                  </a:lnTo>
                  <a:lnTo>
                    <a:pt x="44" y="23"/>
                  </a:lnTo>
                  <a:lnTo>
                    <a:pt x="46" y="23"/>
                  </a:lnTo>
                  <a:lnTo>
                    <a:pt x="49" y="23"/>
                  </a:lnTo>
                  <a:lnTo>
                    <a:pt x="51" y="25"/>
                  </a:lnTo>
                  <a:lnTo>
                    <a:pt x="53" y="25"/>
                  </a:lnTo>
                  <a:lnTo>
                    <a:pt x="56" y="25"/>
                  </a:lnTo>
                  <a:lnTo>
                    <a:pt x="58" y="27"/>
                  </a:lnTo>
                  <a:lnTo>
                    <a:pt x="60" y="27"/>
                  </a:lnTo>
                  <a:lnTo>
                    <a:pt x="63" y="27"/>
                  </a:lnTo>
                  <a:lnTo>
                    <a:pt x="65" y="30"/>
                  </a:lnTo>
                  <a:lnTo>
                    <a:pt x="67" y="30"/>
                  </a:lnTo>
                  <a:lnTo>
                    <a:pt x="69" y="30"/>
                  </a:lnTo>
                  <a:lnTo>
                    <a:pt x="72" y="30"/>
                  </a:lnTo>
                  <a:lnTo>
                    <a:pt x="74" y="27"/>
                  </a:lnTo>
                  <a:lnTo>
                    <a:pt x="76" y="27"/>
                  </a:lnTo>
                  <a:lnTo>
                    <a:pt x="79" y="25"/>
                  </a:lnTo>
                  <a:lnTo>
                    <a:pt x="81" y="25"/>
                  </a:lnTo>
                  <a:lnTo>
                    <a:pt x="83" y="25"/>
                  </a:lnTo>
                  <a:lnTo>
                    <a:pt x="86" y="23"/>
                  </a:lnTo>
                  <a:lnTo>
                    <a:pt x="88" y="23"/>
                  </a:lnTo>
                  <a:lnTo>
                    <a:pt x="90" y="25"/>
                  </a:lnTo>
                  <a:lnTo>
                    <a:pt x="92" y="25"/>
                  </a:lnTo>
                  <a:lnTo>
                    <a:pt x="95" y="25"/>
                  </a:lnTo>
                  <a:lnTo>
                    <a:pt x="97" y="27"/>
                  </a:lnTo>
                  <a:lnTo>
                    <a:pt x="99" y="30"/>
                  </a:lnTo>
                  <a:lnTo>
                    <a:pt x="102" y="30"/>
                  </a:lnTo>
                  <a:lnTo>
                    <a:pt x="104" y="32"/>
                  </a:lnTo>
                  <a:lnTo>
                    <a:pt x="106" y="32"/>
                  </a:lnTo>
                  <a:lnTo>
                    <a:pt x="109" y="34"/>
                  </a:lnTo>
                  <a:lnTo>
                    <a:pt x="111" y="32"/>
                  </a:lnTo>
                  <a:lnTo>
                    <a:pt x="113" y="32"/>
                  </a:lnTo>
                  <a:lnTo>
                    <a:pt x="115" y="30"/>
                  </a:lnTo>
                  <a:lnTo>
                    <a:pt x="118" y="27"/>
                  </a:lnTo>
                  <a:lnTo>
                    <a:pt x="120" y="25"/>
                  </a:lnTo>
                  <a:lnTo>
                    <a:pt x="122" y="23"/>
                  </a:lnTo>
                  <a:lnTo>
                    <a:pt x="122" y="21"/>
                  </a:lnTo>
                  <a:lnTo>
                    <a:pt x="127" y="16"/>
                  </a:lnTo>
                  <a:lnTo>
                    <a:pt x="127" y="14"/>
                  </a:lnTo>
                  <a:lnTo>
                    <a:pt x="129" y="11"/>
                  </a:lnTo>
                  <a:lnTo>
                    <a:pt x="129" y="9"/>
                  </a:lnTo>
                  <a:lnTo>
                    <a:pt x="134" y="4"/>
                  </a:lnTo>
                  <a:lnTo>
                    <a:pt x="134" y="2"/>
                  </a:lnTo>
                  <a:lnTo>
                    <a:pt x="136" y="0"/>
                  </a:lnTo>
                  <a:lnTo>
                    <a:pt x="138" y="0"/>
                  </a:lnTo>
                  <a:lnTo>
                    <a:pt x="141" y="2"/>
                  </a:lnTo>
                  <a:lnTo>
                    <a:pt x="143" y="4"/>
                  </a:lnTo>
                  <a:lnTo>
                    <a:pt x="145" y="7"/>
                  </a:lnTo>
                  <a:lnTo>
                    <a:pt x="148" y="9"/>
                  </a:lnTo>
                  <a:lnTo>
                    <a:pt x="148" y="14"/>
                  </a:lnTo>
                  <a:lnTo>
                    <a:pt x="150" y="16"/>
                  </a:lnTo>
                  <a:lnTo>
                    <a:pt x="150" y="21"/>
                  </a:lnTo>
                  <a:lnTo>
                    <a:pt x="152" y="23"/>
                  </a:lnTo>
                  <a:lnTo>
                    <a:pt x="152" y="27"/>
                  </a:lnTo>
                  <a:lnTo>
                    <a:pt x="155" y="32"/>
                  </a:lnTo>
                  <a:lnTo>
                    <a:pt x="155" y="34"/>
                  </a:lnTo>
                  <a:lnTo>
                    <a:pt x="157" y="37"/>
                  </a:lnTo>
                  <a:lnTo>
                    <a:pt x="157" y="44"/>
                  </a:lnTo>
                  <a:lnTo>
                    <a:pt x="159" y="48"/>
                  </a:lnTo>
                  <a:lnTo>
                    <a:pt x="159" y="53"/>
                  </a:lnTo>
                  <a:lnTo>
                    <a:pt x="162" y="57"/>
                  </a:lnTo>
                  <a:lnTo>
                    <a:pt x="162" y="62"/>
                  </a:lnTo>
                  <a:lnTo>
                    <a:pt x="164" y="67"/>
                  </a:lnTo>
                  <a:lnTo>
                    <a:pt x="164" y="69"/>
                  </a:lnTo>
                  <a:lnTo>
                    <a:pt x="166" y="71"/>
                  </a:lnTo>
                  <a:lnTo>
                    <a:pt x="166" y="76"/>
                  </a:lnTo>
                  <a:lnTo>
                    <a:pt x="168" y="78"/>
                  </a:lnTo>
                  <a:lnTo>
                    <a:pt x="168" y="83"/>
                  </a:lnTo>
                  <a:lnTo>
                    <a:pt x="173" y="87"/>
                  </a:lnTo>
                  <a:lnTo>
                    <a:pt x="171" y="87"/>
                  </a:lnTo>
                  <a:lnTo>
                    <a:pt x="173" y="87"/>
                  </a:lnTo>
                  <a:lnTo>
                    <a:pt x="175" y="90"/>
                  </a:lnTo>
                  <a:lnTo>
                    <a:pt x="178" y="90"/>
                  </a:lnTo>
                  <a:lnTo>
                    <a:pt x="180" y="87"/>
                  </a:lnTo>
                  <a:lnTo>
                    <a:pt x="182" y="85"/>
                  </a:lnTo>
                  <a:lnTo>
                    <a:pt x="185" y="83"/>
                  </a:lnTo>
                  <a:lnTo>
                    <a:pt x="185" y="80"/>
                  </a:lnTo>
                  <a:lnTo>
                    <a:pt x="187" y="78"/>
                  </a:lnTo>
                  <a:lnTo>
                    <a:pt x="187" y="76"/>
                  </a:lnTo>
                  <a:lnTo>
                    <a:pt x="189" y="74"/>
                  </a:lnTo>
                  <a:lnTo>
                    <a:pt x="189" y="71"/>
                  </a:lnTo>
                  <a:lnTo>
                    <a:pt x="194" y="67"/>
                  </a:lnTo>
                  <a:lnTo>
                    <a:pt x="194" y="62"/>
                  </a:lnTo>
                  <a:lnTo>
                    <a:pt x="198" y="57"/>
                  </a:lnTo>
                  <a:lnTo>
                    <a:pt x="198" y="55"/>
                  </a:lnTo>
                  <a:lnTo>
                    <a:pt x="201" y="53"/>
                  </a:lnTo>
                  <a:lnTo>
                    <a:pt x="205" y="48"/>
                  </a:lnTo>
                  <a:lnTo>
                    <a:pt x="205" y="46"/>
                  </a:lnTo>
                  <a:lnTo>
                    <a:pt x="208" y="44"/>
                  </a:lnTo>
                  <a:lnTo>
                    <a:pt x="210" y="44"/>
                  </a:lnTo>
                  <a:lnTo>
                    <a:pt x="212" y="41"/>
                  </a:lnTo>
                  <a:lnTo>
                    <a:pt x="214" y="41"/>
                  </a:lnTo>
                  <a:lnTo>
                    <a:pt x="217" y="39"/>
                  </a:lnTo>
                  <a:lnTo>
                    <a:pt x="219" y="39"/>
                  </a:lnTo>
                  <a:lnTo>
                    <a:pt x="221" y="37"/>
                  </a:lnTo>
                  <a:lnTo>
                    <a:pt x="224" y="37"/>
                  </a:lnTo>
                  <a:lnTo>
                    <a:pt x="226" y="34"/>
                  </a:lnTo>
                  <a:lnTo>
                    <a:pt x="228" y="32"/>
                  </a:lnTo>
                  <a:lnTo>
                    <a:pt x="231" y="30"/>
                  </a:lnTo>
                  <a:lnTo>
                    <a:pt x="233" y="27"/>
                  </a:lnTo>
                  <a:lnTo>
                    <a:pt x="235" y="25"/>
                  </a:lnTo>
                  <a:lnTo>
                    <a:pt x="237" y="25"/>
                  </a:lnTo>
                  <a:lnTo>
                    <a:pt x="240" y="23"/>
                  </a:lnTo>
                  <a:lnTo>
                    <a:pt x="242" y="23"/>
                  </a:lnTo>
                  <a:lnTo>
                    <a:pt x="244" y="23"/>
                  </a:lnTo>
                  <a:lnTo>
                    <a:pt x="247" y="23"/>
                  </a:lnTo>
                  <a:lnTo>
                    <a:pt x="249" y="23"/>
                  </a:lnTo>
                  <a:lnTo>
                    <a:pt x="251" y="23"/>
                  </a:lnTo>
                  <a:lnTo>
                    <a:pt x="254" y="25"/>
                  </a:lnTo>
                  <a:lnTo>
                    <a:pt x="256" y="27"/>
                  </a:lnTo>
                </a:path>
              </a:pathLst>
            </a:custGeom>
            <a:noFill/>
            <a:ln w="1270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38" name="Freeform 748"/>
            <p:cNvSpPr>
              <a:spLocks/>
            </p:cNvSpPr>
            <p:nvPr/>
          </p:nvSpPr>
          <p:spPr bwMode="auto">
            <a:xfrm>
              <a:off x="24839584" y="16831197"/>
              <a:ext cx="657226" cy="355600"/>
            </a:xfrm>
            <a:custGeom>
              <a:avLst/>
              <a:gdLst/>
              <a:ahLst/>
              <a:cxnLst>
                <a:cxn ang="0">
                  <a:pos x="2" y="3"/>
                </a:cxn>
                <a:cxn ang="0">
                  <a:pos x="7" y="5"/>
                </a:cxn>
                <a:cxn ang="0">
                  <a:pos x="11" y="10"/>
                </a:cxn>
                <a:cxn ang="0">
                  <a:pos x="16" y="14"/>
                </a:cxn>
                <a:cxn ang="0">
                  <a:pos x="21" y="17"/>
                </a:cxn>
                <a:cxn ang="0">
                  <a:pos x="25" y="19"/>
                </a:cxn>
                <a:cxn ang="0">
                  <a:pos x="30" y="21"/>
                </a:cxn>
                <a:cxn ang="0">
                  <a:pos x="34" y="24"/>
                </a:cxn>
                <a:cxn ang="0">
                  <a:pos x="39" y="28"/>
                </a:cxn>
                <a:cxn ang="0">
                  <a:pos x="44" y="33"/>
                </a:cxn>
                <a:cxn ang="0">
                  <a:pos x="48" y="35"/>
                </a:cxn>
                <a:cxn ang="0">
                  <a:pos x="53" y="40"/>
                </a:cxn>
                <a:cxn ang="0">
                  <a:pos x="57" y="42"/>
                </a:cxn>
                <a:cxn ang="0">
                  <a:pos x="62" y="44"/>
                </a:cxn>
                <a:cxn ang="0">
                  <a:pos x="67" y="44"/>
                </a:cxn>
                <a:cxn ang="0">
                  <a:pos x="71" y="44"/>
                </a:cxn>
                <a:cxn ang="0">
                  <a:pos x="76" y="44"/>
                </a:cxn>
                <a:cxn ang="0">
                  <a:pos x="80" y="44"/>
                </a:cxn>
                <a:cxn ang="0">
                  <a:pos x="85" y="44"/>
                </a:cxn>
                <a:cxn ang="0">
                  <a:pos x="90" y="44"/>
                </a:cxn>
                <a:cxn ang="0">
                  <a:pos x="94" y="44"/>
                </a:cxn>
                <a:cxn ang="0">
                  <a:pos x="99" y="44"/>
                </a:cxn>
                <a:cxn ang="0">
                  <a:pos x="103" y="44"/>
                </a:cxn>
                <a:cxn ang="0">
                  <a:pos x="108" y="42"/>
                </a:cxn>
                <a:cxn ang="0">
                  <a:pos x="113" y="40"/>
                </a:cxn>
                <a:cxn ang="0">
                  <a:pos x="117" y="40"/>
                </a:cxn>
                <a:cxn ang="0">
                  <a:pos x="122" y="40"/>
                </a:cxn>
                <a:cxn ang="0">
                  <a:pos x="126" y="40"/>
                </a:cxn>
                <a:cxn ang="0">
                  <a:pos x="131" y="42"/>
                </a:cxn>
                <a:cxn ang="0">
                  <a:pos x="136" y="44"/>
                </a:cxn>
                <a:cxn ang="0">
                  <a:pos x="140" y="44"/>
                </a:cxn>
                <a:cxn ang="0">
                  <a:pos x="145" y="47"/>
                </a:cxn>
                <a:cxn ang="0">
                  <a:pos x="150" y="47"/>
                </a:cxn>
                <a:cxn ang="0">
                  <a:pos x="154" y="44"/>
                </a:cxn>
                <a:cxn ang="0">
                  <a:pos x="159" y="44"/>
                </a:cxn>
                <a:cxn ang="0">
                  <a:pos x="163" y="47"/>
                </a:cxn>
                <a:cxn ang="0">
                  <a:pos x="168" y="47"/>
                </a:cxn>
                <a:cxn ang="0">
                  <a:pos x="173" y="47"/>
                </a:cxn>
                <a:cxn ang="0">
                  <a:pos x="177" y="49"/>
                </a:cxn>
                <a:cxn ang="0">
                  <a:pos x="182" y="51"/>
                </a:cxn>
                <a:cxn ang="0">
                  <a:pos x="186" y="51"/>
                </a:cxn>
                <a:cxn ang="0">
                  <a:pos x="191" y="51"/>
                </a:cxn>
                <a:cxn ang="0">
                  <a:pos x="196" y="51"/>
                </a:cxn>
                <a:cxn ang="0">
                  <a:pos x="200" y="53"/>
                </a:cxn>
                <a:cxn ang="0">
                  <a:pos x="205" y="53"/>
                </a:cxn>
              </a:cxnLst>
              <a:rect l="0" t="0" r="r" b="b"/>
              <a:pathLst>
                <a:path w="207" h="56">
                  <a:moveTo>
                    <a:pt x="0" y="0"/>
                  </a:moveTo>
                  <a:lnTo>
                    <a:pt x="2" y="3"/>
                  </a:lnTo>
                  <a:lnTo>
                    <a:pt x="4" y="3"/>
                  </a:lnTo>
                  <a:lnTo>
                    <a:pt x="7" y="5"/>
                  </a:lnTo>
                  <a:lnTo>
                    <a:pt x="9" y="7"/>
                  </a:lnTo>
                  <a:lnTo>
                    <a:pt x="11" y="10"/>
                  </a:lnTo>
                  <a:lnTo>
                    <a:pt x="14" y="12"/>
                  </a:lnTo>
                  <a:lnTo>
                    <a:pt x="16" y="14"/>
                  </a:lnTo>
                  <a:lnTo>
                    <a:pt x="18" y="14"/>
                  </a:lnTo>
                  <a:lnTo>
                    <a:pt x="21" y="17"/>
                  </a:lnTo>
                  <a:lnTo>
                    <a:pt x="23" y="17"/>
                  </a:lnTo>
                  <a:lnTo>
                    <a:pt x="25" y="19"/>
                  </a:lnTo>
                  <a:lnTo>
                    <a:pt x="28" y="19"/>
                  </a:lnTo>
                  <a:lnTo>
                    <a:pt x="30" y="21"/>
                  </a:lnTo>
                  <a:lnTo>
                    <a:pt x="32" y="24"/>
                  </a:lnTo>
                  <a:lnTo>
                    <a:pt x="34" y="24"/>
                  </a:lnTo>
                  <a:lnTo>
                    <a:pt x="37" y="26"/>
                  </a:lnTo>
                  <a:lnTo>
                    <a:pt x="39" y="28"/>
                  </a:lnTo>
                  <a:lnTo>
                    <a:pt x="41" y="30"/>
                  </a:lnTo>
                  <a:lnTo>
                    <a:pt x="44" y="33"/>
                  </a:lnTo>
                  <a:lnTo>
                    <a:pt x="46" y="33"/>
                  </a:lnTo>
                  <a:lnTo>
                    <a:pt x="48" y="35"/>
                  </a:lnTo>
                  <a:lnTo>
                    <a:pt x="51" y="37"/>
                  </a:lnTo>
                  <a:lnTo>
                    <a:pt x="53" y="40"/>
                  </a:lnTo>
                  <a:lnTo>
                    <a:pt x="55" y="42"/>
                  </a:lnTo>
                  <a:lnTo>
                    <a:pt x="57" y="42"/>
                  </a:lnTo>
                  <a:lnTo>
                    <a:pt x="60" y="42"/>
                  </a:lnTo>
                  <a:lnTo>
                    <a:pt x="62" y="44"/>
                  </a:lnTo>
                  <a:lnTo>
                    <a:pt x="64" y="44"/>
                  </a:lnTo>
                  <a:lnTo>
                    <a:pt x="67" y="44"/>
                  </a:lnTo>
                  <a:lnTo>
                    <a:pt x="69" y="44"/>
                  </a:lnTo>
                  <a:lnTo>
                    <a:pt x="71" y="44"/>
                  </a:lnTo>
                  <a:lnTo>
                    <a:pt x="74" y="44"/>
                  </a:lnTo>
                  <a:lnTo>
                    <a:pt x="76" y="44"/>
                  </a:lnTo>
                  <a:lnTo>
                    <a:pt x="78" y="44"/>
                  </a:lnTo>
                  <a:lnTo>
                    <a:pt x="80" y="44"/>
                  </a:lnTo>
                  <a:lnTo>
                    <a:pt x="83" y="44"/>
                  </a:lnTo>
                  <a:lnTo>
                    <a:pt x="85" y="44"/>
                  </a:lnTo>
                  <a:lnTo>
                    <a:pt x="87" y="44"/>
                  </a:lnTo>
                  <a:lnTo>
                    <a:pt x="90" y="44"/>
                  </a:lnTo>
                  <a:lnTo>
                    <a:pt x="92" y="44"/>
                  </a:lnTo>
                  <a:lnTo>
                    <a:pt x="94" y="44"/>
                  </a:lnTo>
                  <a:lnTo>
                    <a:pt x="97" y="44"/>
                  </a:lnTo>
                  <a:lnTo>
                    <a:pt x="99" y="44"/>
                  </a:lnTo>
                  <a:lnTo>
                    <a:pt x="101" y="44"/>
                  </a:lnTo>
                  <a:lnTo>
                    <a:pt x="103" y="44"/>
                  </a:lnTo>
                  <a:lnTo>
                    <a:pt x="106" y="42"/>
                  </a:lnTo>
                  <a:lnTo>
                    <a:pt x="108" y="42"/>
                  </a:lnTo>
                  <a:lnTo>
                    <a:pt x="110" y="42"/>
                  </a:lnTo>
                  <a:lnTo>
                    <a:pt x="113" y="40"/>
                  </a:lnTo>
                  <a:lnTo>
                    <a:pt x="115" y="40"/>
                  </a:lnTo>
                  <a:lnTo>
                    <a:pt x="117" y="40"/>
                  </a:lnTo>
                  <a:lnTo>
                    <a:pt x="120" y="40"/>
                  </a:lnTo>
                  <a:lnTo>
                    <a:pt x="122" y="40"/>
                  </a:lnTo>
                  <a:lnTo>
                    <a:pt x="124" y="40"/>
                  </a:lnTo>
                  <a:lnTo>
                    <a:pt x="126" y="40"/>
                  </a:lnTo>
                  <a:lnTo>
                    <a:pt x="129" y="42"/>
                  </a:lnTo>
                  <a:lnTo>
                    <a:pt x="131" y="42"/>
                  </a:lnTo>
                  <a:lnTo>
                    <a:pt x="133" y="42"/>
                  </a:lnTo>
                  <a:lnTo>
                    <a:pt x="136" y="44"/>
                  </a:lnTo>
                  <a:lnTo>
                    <a:pt x="138" y="44"/>
                  </a:lnTo>
                  <a:lnTo>
                    <a:pt x="140" y="44"/>
                  </a:lnTo>
                  <a:lnTo>
                    <a:pt x="143" y="44"/>
                  </a:lnTo>
                  <a:lnTo>
                    <a:pt x="145" y="47"/>
                  </a:lnTo>
                  <a:lnTo>
                    <a:pt x="147" y="47"/>
                  </a:lnTo>
                  <a:lnTo>
                    <a:pt x="150" y="47"/>
                  </a:lnTo>
                  <a:lnTo>
                    <a:pt x="152" y="44"/>
                  </a:lnTo>
                  <a:lnTo>
                    <a:pt x="154" y="44"/>
                  </a:lnTo>
                  <a:lnTo>
                    <a:pt x="156" y="44"/>
                  </a:lnTo>
                  <a:lnTo>
                    <a:pt x="159" y="44"/>
                  </a:lnTo>
                  <a:lnTo>
                    <a:pt x="161" y="44"/>
                  </a:lnTo>
                  <a:lnTo>
                    <a:pt x="163" y="47"/>
                  </a:lnTo>
                  <a:lnTo>
                    <a:pt x="166" y="47"/>
                  </a:lnTo>
                  <a:lnTo>
                    <a:pt x="168" y="47"/>
                  </a:lnTo>
                  <a:lnTo>
                    <a:pt x="170" y="47"/>
                  </a:lnTo>
                  <a:lnTo>
                    <a:pt x="173" y="47"/>
                  </a:lnTo>
                  <a:lnTo>
                    <a:pt x="175" y="49"/>
                  </a:lnTo>
                  <a:lnTo>
                    <a:pt x="177" y="49"/>
                  </a:lnTo>
                  <a:lnTo>
                    <a:pt x="179" y="49"/>
                  </a:lnTo>
                  <a:lnTo>
                    <a:pt x="182" y="51"/>
                  </a:lnTo>
                  <a:lnTo>
                    <a:pt x="184" y="51"/>
                  </a:lnTo>
                  <a:lnTo>
                    <a:pt x="186" y="51"/>
                  </a:lnTo>
                  <a:lnTo>
                    <a:pt x="189" y="51"/>
                  </a:lnTo>
                  <a:lnTo>
                    <a:pt x="191" y="51"/>
                  </a:lnTo>
                  <a:lnTo>
                    <a:pt x="193" y="51"/>
                  </a:lnTo>
                  <a:lnTo>
                    <a:pt x="196" y="51"/>
                  </a:lnTo>
                  <a:lnTo>
                    <a:pt x="198" y="51"/>
                  </a:lnTo>
                  <a:lnTo>
                    <a:pt x="200" y="53"/>
                  </a:lnTo>
                  <a:lnTo>
                    <a:pt x="202" y="53"/>
                  </a:lnTo>
                  <a:lnTo>
                    <a:pt x="205" y="53"/>
                  </a:lnTo>
                  <a:lnTo>
                    <a:pt x="207" y="56"/>
                  </a:lnTo>
                </a:path>
              </a:pathLst>
            </a:custGeom>
            <a:noFill/>
            <a:ln w="1270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39" name="Freeform 80"/>
            <p:cNvSpPr>
              <a:spLocks/>
            </p:cNvSpPr>
            <p:nvPr/>
          </p:nvSpPr>
          <p:spPr bwMode="auto">
            <a:xfrm>
              <a:off x="24026784" y="16716897"/>
              <a:ext cx="835026" cy="539752"/>
            </a:xfrm>
            <a:custGeom>
              <a:avLst/>
              <a:gdLst/>
              <a:ahLst/>
              <a:cxnLst>
                <a:cxn ang="0">
                  <a:pos x="5" y="28"/>
                </a:cxn>
                <a:cxn ang="0">
                  <a:pos x="12" y="25"/>
                </a:cxn>
                <a:cxn ang="0">
                  <a:pos x="19" y="23"/>
                </a:cxn>
                <a:cxn ang="0">
                  <a:pos x="26" y="18"/>
                </a:cxn>
                <a:cxn ang="0">
                  <a:pos x="33" y="16"/>
                </a:cxn>
                <a:cxn ang="0">
                  <a:pos x="40" y="16"/>
                </a:cxn>
                <a:cxn ang="0">
                  <a:pos x="46" y="16"/>
                </a:cxn>
                <a:cxn ang="0">
                  <a:pos x="53" y="18"/>
                </a:cxn>
                <a:cxn ang="0">
                  <a:pos x="60" y="18"/>
                </a:cxn>
                <a:cxn ang="0">
                  <a:pos x="67" y="21"/>
                </a:cxn>
                <a:cxn ang="0">
                  <a:pos x="74" y="18"/>
                </a:cxn>
                <a:cxn ang="0">
                  <a:pos x="81" y="14"/>
                </a:cxn>
                <a:cxn ang="0">
                  <a:pos x="88" y="9"/>
                </a:cxn>
                <a:cxn ang="0">
                  <a:pos x="95" y="5"/>
                </a:cxn>
                <a:cxn ang="0">
                  <a:pos x="102" y="7"/>
                </a:cxn>
                <a:cxn ang="0">
                  <a:pos x="109" y="14"/>
                </a:cxn>
                <a:cxn ang="0">
                  <a:pos x="115" y="23"/>
                </a:cxn>
                <a:cxn ang="0">
                  <a:pos x="122" y="23"/>
                </a:cxn>
                <a:cxn ang="0">
                  <a:pos x="132" y="16"/>
                </a:cxn>
                <a:cxn ang="0">
                  <a:pos x="134" y="9"/>
                </a:cxn>
                <a:cxn ang="0">
                  <a:pos x="141" y="0"/>
                </a:cxn>
                <a:cxn ang="0">
                  <a:pos x="148" y="2"/>
                </a:cxn>
                <a:cxn ang="0">
                  <a:pos x="152" y="9"/>
                </a:cxn>
                <a:cxn ang="0">
                  <a:pos x="155" y="18"/>
                </a:cxn>
                <a:cxn ang="0">
                  <a:pos x="159" y="30"/>
                </a:cxn>
                <a:cxn ang="0">
                  <a:pos x="162" y="46"/>
                </a:cxn>
                <a:cxn ang="0">
                  <a:pos x="166" y="55"/>
                </a:cxn>
                <a:cxn ang="0">
                  <a:pos x="168" y="69"/>
                </a:cxn>
                <a:cxn ang="0">
                  <a:pos x="175" y="81"/>
                </a:cxn>
                <a:cxn ang="0">
                  <a:pos x="180" y="83"/>
                </a:cxn>
                <a:cxn ang="0">
                  <a:pos x="187" y="78"/>
                </a:cxn>
                <a:cxn ang="0">
                  <a:pos x="191" y="69"/>
                </a:cxn>
                <a:cxn ang="0">
                  <a:pos x="198" y="60"/>
                </a:cxn>
                <a:cxn ang="0">
                  <a:pos x="203" y="53"/>
                </a:cxn>
                <a:cxn ang="0">
                  <a:pos x="210" y="46"/>
                </a:cxn>
                <a:cxn ang="0">
                  <a:pos x="217" y="44"/>
                </a:cxn>
                <a:cxn ang="0">
                  <a:pos x="224" y="37"/>
                </a:cxn>
                <a:cxn ang="0">
                  <a:pos x="231" y="32"/>
                </a:cxn>
                <a:cxn ang="0">
                  <a:pos x="237" y="25"/>
                </a:cxn>
                <a:cxn ang="0">
                  <a:pos x="244" y="21"/>
                </a:cxn>
                <a:cxn ang="0">
                  <a:pos x="251" y="21"/>
                </a:cxn>
                <a:cxn ang="0">
                  <a:pos x="258" y="23"/>
                </a:cxn>
              </a:cxnLst>
              <a:rect l="0" t="0" r="r" b="b"/>
              <a:pathLst>
                <a:path w="263" h="85">
                  <a:moveTo>
                    <a:pt x="0" y="28"/>
                  </a:moveTo>
                  <a:lnTo>
                    <a:pt x="3" y="28"/>
                  </a:lnTo>
                  <a:lnTo>
                    <a:pt x="5" y="28"/>
                  </a:lnTo>
                  <a:lnTo>
                    <a:pt x="7" y="25"/>
                  </a:lnTo>
                  <a:lnTo>
                    <a:pt x="10" y="25"/>
                  </a:lnTo>
                  <a:lnTo>
                    <a:pt x="12" y="25"/>
                  </a:lnTo>
                  <a:lnTo>
                    <a:pt x="14" y="23"/>
                  </a:lnTo>
                  <a:lnTo>
                    <a:pt x="16" y="23"/>
                  </a:lnTo>
                  <a:lnTo>
                    <a:pt x="19" y="23"/>
                  </a:lnTo>
                  <a:lnTo>
                    <a:pt x="21" y="21"/>
                  </a:lnTo>
                  <a:lnTo>
                    <a:pt x="23" y="21"/>
                  </a:lnTo>
                  <a:lnTo>
                    <a:pt x="26" y="18"/>
                  </a:lnTo>
                  <a:lnTo>
                    <a:pt x="28" y="18"/>
                  </a:lnTo>
                  <a:lnTo>
                    <a:pt x="30" y="18"/>
                  </a:lnTo>
                  <a:lnTo>
                    <a:pt x="33" y="16"/>
                  </a:lnTo>
                  <a:lnTo>
                    <a:pt x="35" y="16"/>
                  </a:lnTo>
                  <a:lnTo>
                    <a:pt x="37" y="16"/>
                  </a:lnTo>
                  <a:lnTo>
                    <a:pt x="40" y="16"/>
                  </a:lnTo>
                  <a:lnTo>
                    <a:pt x="42" y="16"/>
                  </a:lnTo>
                  <a:lnTo>
                    <a:pt x="44" y="16"/>
                  </a:lnTo>
                  <a:lnTo>
                    <a:pt x="46" y="16"/>
                  </a:lnTo>
                  <a:lnTo>
                    <a:pt x="49" y="16"/>
                  </a:lnTo>
                  <a:lnTo>
                    <a:pt x="51" y="18"/>
                  </a:lnTo>
                  <a:lnTo>
                    <a:pt x="53" y="18"/>
                  </a:lnTo>
                  <a:lnTo>
                    <a:pt x="56" y="18"/>
                  </a:lnTo>
                  <a:lnTo>
                    <a:pt x="58" y="18"/>
                  </a:lnTo>
                  <a:lnTo>
                    <a:pt x="60" y="18"/>
                  </a:lnTo>
                  <a:lnTo>
                    <a:pt x="63" y="21"/>
                  </a:lnTo>
                  <a:lnTo>
                    <a:pt x="65" y="21"/>
                  </a:lnTo>
                  <a:lnTo>
                    <a:pt x="67" y="21"/>
                  </a:lnTo>
                  <a:lnTo>
                    <a:pt x="69" y="18"/>
                  </a:lnTo>
                  <a:lnTo>
                    <a:pt x="72" y="18"/>
                  </a:lnTo>
                  <a:lnTo>
                    <a:pt x="74" y="18"/>
                  </a:lnTo>
                  <a:lnTo>
                    <a:pt x="76" y="16"/>
                  </a:lnTo>
                  <a:lnTo>
                    <a:pt x="79" y="16"/>
                  </a:lnTo>
                  <a:lnTo>
                    <a:pt x="81" y="14"/>
                  </a:lnTo>
                  <a:lnTo>
                    <a:pt x="83" y="12"/>
                  </a:lnTo>
                  <a:lnTo>
                    <a:pt x="86" y="9"/>
                  </a:lnTo>
                  <a:lnTo>
                    <a:pt x="88" y="9"/>
                  </a:lnTo>
                  <a:lnTo>
                    <a:pt x="90" y="7"/>
                  </a:lnTo>
                  <a:lnTo>
                    <a:pt x="92" y="7"/>
                  </a:lnTo>
                  <a:lnTo>
                    <a:pt x="95" y="5"/>
                  </a:lnTo>
                  <a:lnTo>
                    <a:pt x="97" y="5"/>
                  </a:lnTo>
                  <a:lnTo>
                    <a:pt x="99" y="7"/>
                  </a:lnTo>
                  <a:lnTo>
                    <a:pt x="102" y="7"/>
                  </a:lnTo>
                  <a:lnTo>
                    <a:pt x="104" y="9"/>
                  </a:lnTo>
                  <a:lnTo>
                    <a:pt x="106" y="12"/>
                  </a:lnTo>
                  <a:lnTo>
                    <a:pt x="109" y="14"/>
                  </a:lnTo>
                  <a:lnTo>
                    <a:pt x="113" y="18"/>
                  </a:lnTo>
                  <a:lnTo>
                    <a:pt x="113" y="21"/>
                  </a:lnTo>
                  <a:lnTo>
                    <a:pt x="115" y="23"/>
                  </a:lnTo>
                  <a:lnTo>
                    <a:pt x="118" y="23"/>
                  </a:lnTo>
                  <a:lnTo>
                    <a:pt x="120" y="23"/>
                  </a:lnTo>
                  <a:lnTo>
                    <a:pt x="122" y="23"/>
                  </a:lnTo>
                  <a:lnTo>
                    <a:pt x="125" y="23"/>
                  </a:lnTo>
                  <a:lnTo>
                    <a:pt x="127" y="21"/>
                  </a:lnTo>
                  <a:lnTo>
                    <a:pt x="132" y="16"/>
                  </a:lnTo>
                  <a:lnTo>
                    <a:pt x="132" y="14"/>
                  </a:lnTo>
                  <a:lnTo>
                    <a:pt x="134" y="12"/>
                  </a:lnTo>
                  <a:lnTo>
                    <a:pt x="134" y="9"/>
                  </a:lnTo>
                  <a:lnTo>
                    <a:pt x="136" y="7"/>
                  </a:lnTo>
                  <a:lnTo>
                    <a:pt x="141" y="2"/>
                  </a:lnTo>
                  <a:lnTo>
                    <a:pt x="141" y="0"/>
                  </a:lnTo>
                  <a:lnTo>
                    <a:pt x="143" y="0"/>
                  </a:lnTo>
                  <a:lnTo>
                    <a:pt x="145" y="0"/>
                  </a:lnTo>
                  <a:lnTo>
                    <a:pt x="148" y="2"/>
                  </a:lnTo>
                  <a:lnTo>
                    <a:pt x="150" y="5"/>
                  </a:lnTo>
                  <a:lnTo>
                    <a:pt x="150" y="7"/>
                  </a:lnTo>
                  <a:lnTo>
                    <a:pt x="152" y="9"/>
                  </a:lnTo>
                  <a:lnTo>
                    <a:pt x="152" y="12"/>
                  </a:lnTo>
                  <a:lnTo>
                    <a:pt x="155" y="16"/>
                  </a:lnTo>
                  <a:lnTo>
                    <a:pt x="155" y="18"/>
                  </a:lnTo>
                  <a:lnTo>
                    <a:pt x="157" y="21"/>
                  </a:lnTo>
                  <a:lnTo>
                    <a:pt x="157" y="28"/>
                  </a:lnTo>
                  <a:lnTo>
                    <a:pt x="159" y="30"/>
                  </a:lnTo>
                  <a:lnTo>
                    <a:pt x="159" y="37"/>
                  </a:lnTo>
                  <a:lnTo>
                    <a:pt x="162" y="39"/>
                  </a:lnTo>
                  <a:lnTo>
                    <a:pt x="162" y="46"/>
                  </a:lnTo>
                  <a:lnTo>
                    <a:pt x="164" y="48"/>
                  </a:lnTo>
                  <a:lnTo>
                    <a:pt x="164" y="53"/>
                  </a:lnTo>
                  <a:lnTo>
                    <a:pt x="166" y="55"/>
                  </a:lnTo>
                  <a:lnTo>
                    <a:pt x="166" y="62"/>
                  </a:lnTo>
                  <a:lnTo>
                    <a:pt x="168" y="65"/>
                  </a:lnTo>
                  <a:lnTo>
                    <a:pt x="168" y="69"/>
                  </a:lnTo>
                  <a:lnTo>
                    <a:pt x="171" y="71"/>
                  </a:lnTo>
                  <a:lnTo>
                    <a:pt x="171" y="76"/>
                  </a:lnTo>
                  <a:lnTo>
                    <a:pt x="175" y="81"/>
                  </a:lnTo>
                  <a:lnTo>
                    <a:pt x="175" y="83"/>
                  </a:lnTo>
                  <a:lnTo>
                    <a:pt x="178" y="85"/>
                  </a:lnTo>
                  <a:lnTo>
                    <a:pt x="180" y="83"/>
                  </a:lnTo>
                  <a:lnTo>
                    <a:pt x="182" y="83"/>
                  </a:lnTo>
                  <a:lnTo>
                    <a:pt x="185" y="81"/>
                  </a:lnTo>
                  <a:lnTo>
                    <a:pt x="187" y="78"/>
                  </a:lnTo>
                  <a:lnTo>
                    <a:pt x="187" y="76"/>
                  </a:lnTo>
                  <a:lnTo>
                    <a:pt x="191" y="71"/>
                  </a:lnTo>
                  <a:lnTo>
                    <a:pt x="191" y="69"/>
                  </a:lnTo>
                  <a:lnTo>
                    <a:pt x="194" y="67"/>
                  </a:lnTo>
                  <a:lnTo>
                    <a:pt x="194" y="65"/>
                  </a:lnTo>
                  <a:lnTo>
                    <a:pt x="198" y="60"/>
                  </a:lnTo>
                  <a:lnTo>
                    <a:pt x="198" y="58"/>
                  </a:lnTo>
                  <a:lnTo>
                    <a:pt x="201" y="55"/>
                  </a:lnTo>
                  <a:lnTo>
                    <a:pt x="203" y="53"/>
                  </a:lnTo>
                  <a:lnTo>
                    <a:pt x="205" y="51"/>
                  </a:lnTo>
                  <a:lnTo>
                    <a:pt x="208" y="48"/>
                  </a:lnTo>
                  <a:lnTo>
                    <a:pt x="210" y="46"/>
                  </a:lnTo>
                  <a:lnTo>
                    <a:pt x="212" y="46"/>
                  </a:lnTo>
                  <a:lnTo>
                    <a:pt x="214" y="44"/>
                  </a:lnTo>
                  <a:lnTo>
                    <a:pt x="217" y="44"/>
                  </a:lnTo>
                  <a:lnTo>
                    <a:pt x="219" y="42"/>
                  </a:lnTo>
                  <a:lnTo>
                    <a:pt x="221" y="39"/>
                  </a:lnTo>
                  <a:lnTo>
                    <a:pt x="224" y="37"/>
                  </a:lnTo>
                  <a:lnTo>
                    <a:pt x="226" y="35"/>
                  </a:lnTo>
                  <a:lnTo>
                    <a:pt x="228" y="35"/>
                  </a:lnTo>
                  <a:lnTo>
                    <a:pt x="231" y="32"/>
                  </a:lnTo>
                  <a:lnTo>
                    <a:pt x="233" y="30"/>
                  </a:lnTo>
                  <a:lnTo>
                    <a:pt x="235" y="28"/>
                  </a:lnTo>
                  <a:lnTo>
                    <a:pt x="237" y="25"/>
                  </a:lnTo>
                  <a:lnTo>
                    <a:pt x="240" y="23"/>
                  </a:lnTo>
                  <a:lnTo>
                    <a:pt x="242" y="23"/>
                  </a:lnTo>
                  <a:lnTo>
                    <a:pt x="244" y="21"/>
                  </a:lnTo>
                  <a:lnTo>
                    <a:pt x="247" y="21"/>
                  </a:lnTo>
                  <a:lnTo>
                    <a:pt x="249" y="21"/>
                  </a:lnTo>
                  <a:lnTo>
                    <a:pt x="251" y="21"/>
                  </a:lnTo>
                  <a:lnTo>
                    <a:pt x="254" y="21"/>
                  </a:lnTo>
                  <a:lnTo>
                    <a:pt x="256" y="23"/>
                  </a:lnTo>
                  <a:lnTo>
                    <a:pt x="258" y="23"/>
                  </a:lnTo>
                  <a:lnTo>
                    <a:pt x="260" y="25"/>
                  </a:lnTo>
                  <a:lnTo>
                    <a:pt x="263" y="28"/>
                  </a:lnTo>
                </a:path>
              </a:pathLst>
            </a:cu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40" name="Freeform 81"/>
            <p:cNvSpPr>
              <a:spLocks/>
            </p:cNvSpPr>
            <p:nvPr/>
          </p:nvSpPr>
          <p:spPr bwMode="auto">
            <a:xfrm>
              <a:off x="24861808" y="16894697"/>
              <a:ext cx="635000" cy="381000"/>
            </a:xfrm>
            <a:custGeom>
              <a:avLst/>
              <a:gdLst/>
              <a:ahLst/>
              <a:cxnLst>
                <a:cxn ang="0">
                  <a:pos x="2" y="2"/>
                </a:cxn>
                <a:cxn ang="0">
                  <a:pos x="7" y="7"/>
                </a:cxn>
                <a:cxn ang="0">
                  <a:pos x="9" y="11"/>
                </a:cxn>
                <a:cxn ang="0">
                  <a:pos x="14" y="14"/>
                </a:cxn>
                <a:cxn ang="0">
                  <a:pos x="18" y="20"/>
                </a:cxn>
                <a:cxn ang="0">
                  <a:pos x="23" y="23"/>
                </a:cxn>
                <a:cxn ang="0">
                  <a:pos x="27" y="27"/>
                </a:cxn>
                <a:cxn ang="0">
                  <a:pos x="32" y="32"/>
                </a:cxn>
                <a:cxn ang="0">
                  <a:pos x="37" y="34"/>
                </a:cxn>
                <a:cxn ang="0">
                  <a:pos x="41" y="39"/>
                </a:cxn>
                <a:cxn ang="0">
                  <a:pos x="46" y="43"/>
                </a:cxn>
                <a:cxn ang="0">
                  <a:pos x="50" y="46"/>
                </a:cxn>
                <a:cxn ang="0">
                  <a:pos x="55" y="48"/>
                </a:cxn>
                <a:cxn ang="0">
                  <a:pos x="60" y="48"/>
                </a:cxn>
                <a:cxn ang="0">
                  <a:pos x="64" y="46"/>
                </a:cxn>
                <a:cxn ang="0">
                  <a:pos x="69" y="43"/>
                </a:cxn>
                <a:cxn ang="0">
                  <a:pos x="73" y="41"/>
                </a:cxn>
                <a:cxn ang="0">
                  <a:pos x="78" y="39"/>
                </a:cxn>
                <a:cxn ang="0">
                  <a:pos x="83" y="37"/>
                </a:cxn>
                <a:cxn ang="0">
                  <a:pos x="87" y="37"/>
                </a:cxn>
                <a:cxn ang="0">
                  <a:pos x="92" y="39"/>
                </a:cxn>
                <a:cxn ang="0">
                  <a:pos x="96" y="41"/>
                </a:cxn>
                <a:cxn ang="0">
                  <a:pos x="101" y="43"/>
                </a:cxn>
                <a:cxn ang="0">
                  <a:pos x="106" y="43"/>
                </a:cxn>
                <a:cxn ang="0">
                  <a:pos x="110" y="46"/>
                </a:cxn>
                <a:cxn ang="0">
                  <a:pos x="115" y="46"/>
                </a:cxn>
                <a:cxn ang="0">
                  <a:pos x="119" y="48"/>
                </a:cxn>
                <a:cxn ang="0">
                  <a:pos x="124" y="48"/>
                </a:cxn>
                <a:cxn ang="0">
                  <a:pos x="129" y="50"/>
                </a:cxn>
                <a:cxn ang="0">
                  <a:pos x="133" y="53"/>
                </a:cxn>
                <a:cxn ang="0">
                  <a:pos x="138" y="55"/>
                </a:cxn>
                <a:cxn ang="0">
                  <a:pos x="143" y="55"/>
                </a:cxn>
                <a:cxn ang="0">
                  <a:pos x="147" y="55"/>
                </a:cxn>
                <a:cxn ang="0">
                  <a:pos x="152" y="55"/>
                </a:cxn>
                <a:cxn ang="0">
                  <a:pos x="156" y="55"/>
                </a:cxn>
                <a:cxn ang="0">
                  <a:pos x="161" y="55"/>
                </a:cxn>
                <a:cxn ang="0">
                  <a:pos x="166" y="55"/>
                </a:cxn>
                <a:cxn ang="0">
                  <a:pos x="170" y="55"/>
                </a:cxn>
                <a:cxn ang="0">
                  <a:pos x="175" y="55"/>
                </a:cxn>
                <a:cxn ang="0">
                  <a:pos x="179" y="55"/>
                </a:cxn>
                <a:cxn ang="0">
                  <a:pos x="184" y="55"/>
                </a:cxn>
                <a:cxn ang="0">
                  <a:pos x="189" y="55"/>
                </a:cxn>
                <a:cxn ang="0">
                  <a:pos x="193" y="57"/>
                </a:cxn>
                <a:cxn ang="0">
                  <a:pos x="198" y="60"/>
                </a:cxn>
              </a:cxnLst>
              <a:rect l="0" t="0" r="r" b="b"/>
              <a:pathLst>
                <a:path w="200" h="60">
                  <a:moveTo>
                    <a:pt x="0" y="0"/>
                  </a:moveTo>
                  <a:lnTo>
                    <a:pt x="2" y="2"/>
                  </a:lnTo>
                  <a:lnTo>
                    <a:pt x="4" y="4"/>
                  </a:lnTo>
                  <a:lnTo>
                    <a:pt x="7" y="7"/>
                  </a:lnTo>
                  <a:lnTo>
                    <a:pt x="11" y="11"/>
                  </a:lnTo>
                  <a:lnTo>
                    <a:pt x="9" y="11"/>
                  </a:lnTo>
                  <a:lnTo>
                    <a:pt x="11" y="11"/>
                  </a:lnTo>
                  <a:lnTo>
                    <a:pt x="14" y="14"/>
                  </a:lnTo>
                  <a:lnTo>
                    <a:pt x="18" y="18"/>
                  </a:lnTo>
                  <a:lnTo>
                    <a:pt x="18" y="20"/>
                  </a:lnTo>
                  <a:lnTo>
                    <a:pt x="21" y="20"/>
                  </a:lnTo>
                  <a:lnTo>
                    <a:pt x="23" y="23"/>
                  </a:lnTo>
                  <a:lnTo>
                    <a:pt x="25" y="25"/>
                  </a:lnTo>
                  <a:lnTo>
                    <a:pt x="27" y="27"/>
                  </a:lnTo>
                  <a:lnTo>
                    <a:pt x="30" y="30"/>
                  </a:lnTo>
                  <a:lnTo>
                    <a:pt x="32" y="32"/>
                  </a:lnTo>
                  <a:lnTo>
                    <a:pt x="34" y="32"/>
                  </a:lnTo>
                  <a:lnTo>
                    <a:pt x="37" y="34"/>
                  </a:lnTo>
                  <a:lnTo>
                    <a:pt x="39" y="37"/>
                  </a:lnTo>
                  <a:lnTo>
                    <a:pt x="41" y="39"/>
                  </a:lnTo>
                  <a:lnTo>
                    <a:pt x="44" y="41"/>
                  </a:lnTo>
                  <a:lnTo>
                    <a:pt x="46" y="43"/>
                  </a:lnTo>
                  <a:lnTo>
                    <a:pt x="48" y="43"/>
                  </a:lnTo>
                  <a:lnTo>
                    <a:pt x="50" y="46"/>
                  </a:lnTo>
                  <a:lnTo>
                    <a:pt x="53" y="46"/>
                  </a:lnTo>
                  <a:lnTo>
                    <a:pt x="55" y="48"/>
                  </a:lnTo>
                  <a:lnTo>
                    <a:pt x="57" y="48"/>
                  </a:lnTo>
                  <a:lnTo>
                    <a:pt x="60" y="48"/>
                  </a:lnTo>
                  <a:lnTo>
                    <a:pt x="62" y="46"/>
                  </a:lnTo>
                  <a:lnTo>
                    <a:pt x="64" y="46"/>
                  </a:lnTo>
                  <a:lnTo>
                    <a:pt x="67" y="46"/>
                  </a:lnTo>
                  <a:lnTo>
                    <a:pt x="69" y="43"/>
                  </a:lnTo>
                  <a:lnTo>
                    <a:pt x="71" y="41"/>
                  </a:lnTo>
                  <a:lnTo>
                    <a:pt x="73" y="41"/>
                  </a:lnTo>
                  <a:lnTo>
                    <a:pt x="76" y="39"/>
                  </a:lnTo>
                  <a:lnTo>
                    <a:pt x="78" y="39"/>
                  </a:lnTo>
                  <a:lnTo>
                    <a:pt x="80" y="37"/>
                  </a:lnTo>
                  <a:lnTo>
                    <a:pt x="83" y="37"/>
                  </a:lnTo>
                  <a:lnTo>
                    <a:pt x="85" y="37"/>
                  </a:lnTo>
                  <a:lnTo>
                    <a:pt x="87" y="37"/>
                  </a:lnTo>
                  <a:lnTo>
                    <a:pt x="90" y="37"/>
                  </a:lnTo>
                  <a:lnTo>
                    <a:pt x="92" y="39"/>
                  </a:lnTo>
                  <a:lnTo>
                    <a:pt x="94" y="39"/>
                  </a:lnTo>
                  <a:lnTo>
                    <a:pt x="96" y="41"/>
                  </a:lnTo>
                  <a:lnTo>
                    <a:pt x="99" y="41"/>
                  </a:lnTo>
                  <a:lnTo>
                    <a:pt x="101" y="43"/>
                  </a:lnTo>
                  <a:lnTo>
                    <a:pt x="103" y="43"/>
                  </a:lnTo>
                  <a:lnTo>
                    <a:pt x="106" y="43"/>
                  </a:lnTo>
                  <a:lnTo>
                    <a:pt x="108" y="46"/>
                  </a:lnTo>
                  <a:lnTo>
                    <a:pt x="110" y="46"/>
                  </a:lnTo>
                  <a:lnTo>
                    <a:pt x="113" y="46"/>
                  </a:lnTo>
                  <a:lnTo>
                    <a:pt x="115" y="46"/>
                  </a:lnTo>
                  <a:lnTo>
                    <a:pt x="117" y="48"/>
                  </a:lnTo>
                  <a:lnTo>
                    <a:pt x="119" y="48"/>
                  </a:lnTo>
                  <a:lnTo>
                    <a:pt x="122" y="48"/>
                  </a:lnTo>
                  <a:lnTo>
                    <a:pt x="124" y="48"/>
                  </a:lnTo>
                  <a:lnTo>
                    <a:pt x="126" y="50"/>
                  </a:lnTo>
                  <a:lnTo>
                    <a:pt x="129" y="50"/>
                  </a:lnTo>
                  <a:lnTo>
                    <a:pt x="131" y="50"/>
                  </a:lnTo>
                  <a:lnTo>
                    <a:pt x="133" y="53"/>
                  </a:lnTo>
                  <a:lnTo>
                    <a:pt x="136" y="53"/>
                  </a:lnTo>
                  <a:lnTo>
                    <a:pt x="138" y="55"/>
                  </a:lnTo>
                  <a:lnTo>
                    <a:pt x="140" y="55"/>
                  </a:lnTo>
                  <a:lnTo>
                    <a:pt x="143" y="55"/>
                  </a:lnTo>
                  <a:lnTo>
                    <a:pt x="145" y="55"/>
                  </a:lnTo>
                  <a:lnTo>
                    <a:pt x="147" y="55"/>
                  </a:lnTo>
                  <a:lnTo>
                    <a:pt x="149" y="55"/>
                  </a:lnTo>
                  <a:lnTo>
                    <a:pt x="152" y="55"/>
                  </a:lnTo>
                  <a:lnTo>
                    <a:pt x="154" y="55"/>
                  </a:lnTo>
                  <a:lnTo>
                    <a:pt x="156" y="55"/>
                  </a:lnTo>
                  <a:lnTo>
                    <a:pt x="159" y="55"/>
                  </a:lnTo>
                  <a:lnTo>
                    <a:pt x="161" y="55"/>
                  </a:lnTo>
                  <a:lnTo>
                    <a:pt x="163" y="55"/>
                  </a:lnTo>
                  <a:lnTo>
                    <a:pt x="166" y="55"/>
                  </a:lnTo>
                  <a:lnTo>
                    <a:pt x="168" y="55"/>
                  </a:lnTo>
                  <a:lnTo>
                    <a:pt x="170" y="55"/>
                  </a:lnTo>
                  <a:lnTo>
                    <a:pt x="172" y="55"/>
                  </a:lnTo>
                  <a:lnTo>
                    <a:pt x="175" y="55"/>
                  </a:lnTo>
                  <a:lnTo>
                    <a:pt x="177" y="55"/>
                  </a:lnTo>
                  <a:lnTo>
                    <a:pt x="179" y="55"/>
                  </a:lnTo>
                  <a:lnTo>
                    <a:pt x="182" y="55"/>
                  </a:lnTo>
                  <a:lnTo>
                    <a:pt x="184" y="55"/>
                  </a:lnTo>
                  <a:lnTo>
                    <a:pt x="186" y="55"/>
                  </a:lnTo>
                  <a:lnTo>
                    <a:pt x="189" y="55"/>
                  </a:lnTo>
                  <a:lnTo>
                    <a:pt x="191" y="55"/>
                  </a:lnTo>
                  <a:lnTo>
                    <a:pt x="193" y="57"/>
                  </a:lnTo>
                  <a:lnTo>
                    <a:pt x="195" y="57"/>
                  </a:lnTo>
                  <a:lnTo>
                    <a:pt x="198" y="60"/>
                  </a:lnTo>
                  <a:lnTo>
                    <a:pt x="200" y="60"/>
                  </a:lnTo>
                </a:path>
              </a:pathLst>
            </a:cu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41" name="Line 84"/>
            <p:cNvSpPr>
              <a:spLocks noChangeShapeType="1"/>
            </p:cNvSpPr>
            <p:nvPr/>
          </p:nvSpPr>
          <p:spPr bwMode="auto">
            <a:xfrm>
              <a:off x="24290308" y="16761349"/>
              <a:ext cx="3176" cy="1587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42" name="Freeform 88"/>
            <p:cNvSpPr>
              <a:spLocks/>
            </p:cNvSpPr>
            <p:nvPr/>
          </p:nvSpPr>
          <p:spPr bwMode="auto">
            <a:xfrm>
              <a:off x="24845934" y="16704197"/>
              <a:ext cx="650876" cy="571500"/>
            </a:xfrm>
            <a:custGeom>
              <a:avLst/>
              <a:gdLst/>
              <a:ahLst/>
              <a:cxnLst>
                <a:cxn ang="0">
                  <a:pos x="2" y="0"/>
                </a:cxn>
                <a:cxn ang="0">
                  <a:pos x="7" y="2"/>
                </a:cxn>
                <a:cxn ang="0">
                  <a:pos x="12" y="4"/>
                </a:cxn>
                <a:cxn ang="0">
                  <a:pos x="16" y="9"/>
                </a:cxn>
                <a:cxn ang="0">
                  <a:pos x="21" y="14"/>
                </a:cxn>
                <a:cxn ang="0">
                  <a:pos x="26" y="16"/>
                </a:cxn>
                <a:cxn ang="0">
                  <a:pos x="30" y="23"/>
                </a:cxn>
                <a:cxn ang="0">
                  <a:pos x="35" y="27"/>
                </a:cxn>
                <a:cxn ang="0">
                  <a:pos x="39" y="34"/>
                </a:cxn>
                <a:cxn ang="0">
                  <a:pos x="44" y="41"/>
                </a:cxn>
                <a:cxn ang="0">
                  <a:pos x="49" y="46"/>
                </a:cxn>
                <a:cxn ang="0">
                  <a:pos x="53" y="48"/>
                </a:cxn>
                <a:cxn ang="0">
                  <a:pos x="58" y="50"/>
                </a:cxn>
                <a:cxn ang="0">
                  <a:pos x="62" y="50"/>
                </a:cxn>
                <a:cxn ang="0">
                  <a:pos x="67" y="48"/>
                </a:cxn>
                <a:cxn ang="0">
                  <a:pos x="72" y="48"/>
                </a:cxn>
                <a:cxn ang="0">
                  <a:pos x="76" y="46"/>
                </a:cxn>
                <a:cxn ang="0">
                  <a:pos x="81" y="46"/>
                </a:cxn>
                <a:cxn ang="0">
                  <a:pos x="85" y="48"/>
                </a:cxn>
                <a:cxn ang="0">
                  <a:pos x="90" y="48"/>
                </a:cxn>
                <a:cxn ang="0">
                  <a:pos x="95" y="50"/>
                </a:cxn>
                <a:cxn ang="0">
                  <a:pos x="99" y="53"/>
                </a:cxn>
                <a:cxn ang="0">
                  <a:pos x="104" y="53"/>
                </a:cxn>
                <a:cxn ang="0">
                  <a:pos x="108" y="53"/>
                </a:cxn>
                <a:cxn ang="0">
                  <a:pos x="113" y="53"/>
                </a:cxn>
                <a:cxn ang="0">
                  <a:pos x="118" y="50"/>
                </a:cxn>
                <a:cxn ang="0">
                  <a:pos x="122" y="50"/>
                </a:cxn>
                <a:cxn ang="0">
                  <a:pos x="127" y="48"/>
                </a:cxn>
                <a:cxn ang="0">
                  <a:pos x="131" y="48"/>
                </a:cxn>
                <a:cxn ang="0">
                  <a:pos x="136" y="50"/>
                </a:cxn>
                <a:cxn ang="0">
                  <a:pos x="141" y="50"/>
                </a:cxn>
                <a:cxn ang="0">
                  <a:pos x="145" y="53"/>
                </a:cxn>
                <a:cxn ang="0">
                  <a:pos x="150" y="53"/>
                </a:cxn>
                <a:cxn ang="0">
                  <a:pos x="154" y="53"/>
                </a:cxn>
                <a:cxn ang="0">
                  <a:pos x="159" y="55"/>
                </a:cxn>
                <a:cxn ang="0">
                  <a:pos x="164" y="55"/>
                </a:cxn>
                <a:cxn ang="0">
                  <a:pos x="168" y="57"/>
                </a:cxn>
                <a:cxn ang="0">
                  <a:pos x="173" y="60"/>
                </a:cxn>
                <a:cxn ang="0">
                  <a:pos x="177" y="64"/>
                </a:cxn>
                <a:cxn ang="0">
                  <a:pos x="182" y="69"/>
                </a:cxn>
                <a:cxn ang="0">
                  <a:pos x="187" y="73"/>
                </a:cxn>
                <a:cxn ang="0">
                  <a:pos x="191" y="78"/>
                </a:cxn>
                <a:cxn ang="0">
                  <a:pos x="196" y="83"/>
                </a:cxn>
                <a:cxn ang="0">
                  <a:pos x="200" y="87"/>
                </a:cxn>
                <a:cxn ang="0">
                  <a:pos x="205" y="90"/>
                </a:cxn>
              </a:cxnLst>
              <a:rect l="0" t="0" r="r" b="b"/>
              <a:pathLst>
                <a:path w="205" h="90">
                  <a:moveTo>
                    <a:pt x="0" y="0"/>
                  </a:moveTo>
                  <a:lnTo>
                    <a:pt x="2" y="0"/>
                  </a:lnTo>
                  <a:lnTo>
                    <a:pt x="5" y="2"/>
                  </a:lnTo>
                  <a:lnTo>
                    <a:pt x="7" y="2"/>
                  </a:lnTo>
                  <a:lnTo>
                    <a:pt x="9" y="4"/>
                  </a:lnTo>
                  <a:lnTo>
                    <a:pt x="12" y="4"/>
                  </a:lnTo>
                  <a:lnTo>
                    <a:pt x="14" y="7"/>
                  </a:lnTo>
                  <a:lnTo>
                    <a:pt x="16" y="9"/>
                  </a:lnTo>
                  <a:lnTo>
                    <a:pt x="19" y="11"/>
                  </a:lnTo>
                  <a:lnTo>
                    <a:pt x="21" y="14"/>
                  </a:lnTo>
                  <a:lnTo>
                    <a:pt x="23" y="16"/>
                  </a:lnTo>
                  <a:lnTo>
                    <a:pt x="26" y="16"/>
                  </a:lnTo>
                  <a:lnTo>
                    <a:pt x="30" y="20"/>
                  </a:lnTo>
                  <a:lnTo>
                    <a:pt x="30" y="23"/>
                  </a:lnTo>
                  <a:lnTo>
                    <a:pt x="32" y="25"/>
                  </a:lnTo>
                  <a:lnTo>
                    <a:pt x="35" y="27"/>
                  </a:lnTo>
                  <a:lnTo>
                    <a:pt x="39" y="32"/>
                  </a:lnTo>
                  <a:lnTo>
                    <a:pt x="39" y="34"/>
                  </a:lnTo>
                  <a:lnTo>
                    <a:pt x="44" y="39"/>
                  </a:lnTo>
                  <a:lnTo>
                    <a:pt x="44" y="41"/>
                  </a:lnTo>
                  <a:lnTo>
                    <a:pt x="46" y="44"/>
                  </a:lnTo>
                  <a:lnTo>
                    <a:pt x="49" y="46"/>
                  </a:lnTo>
                  <a:lnTo>
                    <a:pt x="51" y="48"/>
                  </a:lnTo>
                  <a:lnTo>
                    <a:pt x="53" y="48"/>
                  </a:lnTo>
                  <a:lnTo>
                    <a:pt x="55" y="50"/>
                  </a:lnTo>
                  <a:lnTo>
                    <a:pt x="58" y="50"/>
                  </a:lnTo>
                  <a:lnTo>
                    <a:pt x="60" y="50"/>
                  </a:lnTo>
                  <a:lnTo>
                    <a:pt x="62" y="50"/>
                  </a:lnTo>
                  <a:lnTo>
                    <a:pt x="65" y="50"/>
                  </a:lnTo>
                  <a:lnTo>
                    <a:pt x="67" y="48"/>
                  </a:lnTo>
                  <a:lnTo>
                    <a:pt x="69" y="48"/>
                  </a:lnTo>
                  <a:lnTo>
                    <a:pt x="72" y="48"/>
                  </a:lnTo>
                  <a:lnTo>
                    <a:pt x="74" y="46"/>
                  </a:lnTo>
                  <a:lnTo>
                    <a:pt x="76" y="46"/>
                  </a:lnTo>
                  <a:lnTo>
                    <a:pt x="78" y="46"/>
                  </a:lnTo>
                  <a:lnTo>
                    <a:pt x="81" y="46"/>
                  </a:lnTo>
                  <a:lnTo>
                    <a:pt x="83" y="46"/>
                  </a:lnTo>
                  <a:lnTo>
                    <a:pt x="85" y="48"/>
                  </a:lnTo>
                  <a:lnTo>
                    <a:pt x="88" y="48"/>
                  </a:lnTo>
                  <a:lnTo>
                    <a:pt x="90" y="48"/>
                  </a:lnTo>
                  <a:lnTo>
                    <a:pt x="92" y="50"/>
                  </a:lnTo>
                  <a:lnTo>
                    <a:pt x="95" y="50"/>
                  </a:lnTo>
                  <a:lnTo>
                    <a:pt x="97" y="53"/>
                  </a:lnTo>
                  <a:lnTo>
                    <a:pt x="99" y="53"/>
                  </a:lnTo>
                  <a:lnTo>
                    <a:pt x="101" y="53"/>
                  </a:lnTo>
                  <a:lnTo>
                    <a:pt x="104" y="53"/>
                  </a:lnTo>
                  <a:lnTo>
                    <a:pt x="106" y="53"/>
                  </a:lnTo>
                  <a:lnTo>
                    <a:pt x="108" y="53"/>
                  </a:lnTo>
                  <a:lnTo>
                    <a:pt x="111" y="53"/>
                  </a:lnTo>
                  <a:lnTo>
                    <a:pt x="113" y="53"/>
                  </a:lnTo>
                  <a:lnTo>
                    <a:pt x="115" y="50"/>
                  </a:lnTo>
                  <a:lnTo>
                    <a:pt x="118" y="50"/>
                  </a:lnTo>
                  <a:lnTo>
                    <a:pt x="120" y="50"/>
                  </a:lnTo>
                  <a:lnTo>
                    <a:pt x="122" y="50"/>
                  </a:lnTo>
                  <a:lnTo>
                    <a:pt x="124" y="48"/>
                  </a:lnTo>
                  <a:lnTo>
                    <a:pt x="127" y="48"/>
                  </a:lnTo>
                  <a:lnTo>
                    <a:pt x="129" y="48"/>
                  </a:lnTo>
                  <a:lnTo>
                    <a:pt x="131" y="48"/>
                  </a:lnTo>
                  <a:lnTo>
                    <a:pt x="134" y="50"/>
                  </a:lnTo>
                  <a:lnTo>
                    <a:pt x="136" y="50"/>
                  </a:lnTo>
                  <a:lnTo>
                    <a:pt x="138" y="50"/>
                  </a:lnTo>
                  <a:lnTo>
                    <a:pt x="141" y="50"/>
                  </a:lnTo>
                  <a:lnTo>
                    <a:pt x="143" y="53"/>
                  </a:lnTo>
                  <a:lnTo>
                    <a:pt x="145" y="53"/>
                  </a:lnTo>
                  <a:lnTo>
                    <a:pt x="148" y="53"/>
                  </a:lnTo>
                  <a:lnTo>
                    <a:pt x="150" y="53"/>
                  </a:lnTo>
                  <a:lnTo>
                    <a:pt x="152" y="53"/>
                  </a:lnTo>
                  <a:lnTo>
                    <a:pt x="154" y="53"/>
                  </a:lnTo>
                  <a:lnTo>
                    <a:pt x="157" y="55"/>
                  </a:lnTo>
                  <a:lnTo>
                    <a:pt x="159" y="55"/>
                  </a:lnTo>
                  <a:lnTo>
                    <a:pt x="161" y="55"/>
                  </a:lnTo>
                  <a:lnTo>
                    <a:pt x="164" y="55"/>
                  </a:lnTo>
                  <a:lnTo>
                    <a:pt x="166" y="55"/>
                  </a:lnTo>
                  <a:lnTo>
                    <a:pt x="168" y="57"/>
                  </a:lnTo>
                  <a:lnTo>
                    <a:pt x="171" y="57"/>
                  </a:lnTo>
                  <a:lnTo>
                    <a:pt x="173" y="60"/>
                  </a:lnTo>
                  <a:lnTo>
                    <a:pt x="175" y="62"/>
                  </a:lnTo>
                  <a:lnTo>
                    <a:pt x="177" y="64"/>
                  </a:lnTo>
                  <a:lnTo>
                    <a:pt x="180" y="67"/>
                  </a:lnTo>
                  <a:lnTo>
                    <a:pt x="182" y="69"/>
                  </a:lnTo>
                  <a:lnTo>
                    <a:pt x="184" y="71"/>
                  </a:lnTo>
                  <a:lnTo>
                    <a:pt x="187" y="73"/>
                  </a:lnTo>
                  <a:lnTo>
                    <a:pt x="189" y="76"/>
                  </a:lnTo>
                  <a:lnTo>
                    <a:pt x="191" y="78"/>
                  </a:lnTo>
                  <a:lnTo>
                    <a:pt x="194" y="80"/>
                  </a:lnTo>
                  <a:lnTo>
                    <a:pt x="196" y="83"/>
                  </a:lnTo>
                  <a:lnTo>
                    <a:pt x="198" y="85"/>
                  </a:lnTo>
                  <a:lnTo>
                    <a:pt x="200" y="87"/>
                  </a:lnTo>
                  <a:lnTo>
                    <a:pt x="203" y="90"/>
                  </a:lnTo>
                  <a:lnTo>
                    <a:pt x="205" y="90"/>
                  </a:lnTo>
                </a:path>
              </a:pathLst>
            </a:custGeom>
            <a:noFill/>
            <a:ln w="12700" cap="flat">
              <a:solidFill>
                <a:srgbClr val="C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43" name="Freeform 801"/>
            <p:cNvSpPr>
              <a:spLocks/>
            </p:cNvSpPr>
            <p:nvPr/>
          </p:nvSpPr>
          <p:spPr bwMode="auto">
            <a:xfrm>
              <a:off x="24026826" y="18351897"/>
              <a:ext cx="863600" cy="425452"/>
            </a:xfrm>
            <a:custGeom>
              <a:avLst/>
              <a:gdLst/>
              <a:ahLst/>
              <a:cxnLst>
                <a:cxn ang="0">
                  <a:pos x="5" y="28"/>
                </a:cxn>
                <a:cxn ang="0">
                  <a:pos x="12" y="26"/>
                </a:cxn>
                <a:cxn ang="0">
                  <a:pos x="19" y="26"/>
                </a:cxn>
                <a:cxn ang="0">
                  <a:pos x="26" y="23"/>
                </a:cxn>
                <a:cxn ang="0">
                  <a:pos x="33" y="23"/>
                </a:cxn>
                <a:cxn ang="0">
                  <a:pos x="40" y="23"/>
                </a:cxn>
                <a:cxn ang="0">
                  <a:pos x="46" y="21"/>
                </a:cxn>
                <a:cxn ang="0">
                  <a:pos x="53" y="21"/>
                </a:cxn>
                <a:cxn ang="0">
                  <a:pos x="60" y="23"/>
                </a:cxn>
                <a:cxn ang="0">
                  <a:pos x="67" y="23"/>
                </a:cxn>
                <a:cxn ang="0">
                  <a:pos x="74" y="21"/>
                </a:cxn>
                <a:cxn ang="0">
                  <a:pos x="81" y="21"/>
                </a:cxn>
                <a:cxn ang="0">
                  <a:pos x="88" y="21"/>
                </a:cxn>
                <a:cxn ang="0">
                  <a:pos x="95" y="21"/>
                </a:cxn>
                <a:cxn ang="0">
                  <a:pos x="102" y="23"/>
                </a:cxn>
                <a:cxn ang="0">
                  <a:pos x="109" y="23"/>
                </a:cxn>
                <a:cxn ang="0">
                  <a:pos x="115" y="19"/>
                </a:cxn>
                <a:cxn ang="0">
                  <a:pos x="125" y="9"/>
                </a:cxn>
                <a:cxn ang="0">
                  <a:pos x="129" y="3"/>
                </a:cxn>
                <a:cxn ang="0">
                  <a:pos x="136" y="0"/>
                </a:cxn>
                <a:cxn ang="0">
                  <a:pos x="143" y="7"/>
                </a:cxn>
                <a:cxn ang="0">
                  <a:pos x="148" y="14"/>
                </a:cxn>
                <a:cxn ang="0">
                  <a:pos x="150" y="23"/>
                </a:cxn>
                <a:cxn ang="0">
                  <a:pos x="155" y="33"/>
                </a:cxn>
                <a:cxn ang="0">
                  <a:pos x="157" y="42"/>
                </a:cxn>
                <a:cxn ang="0">
                  <a:pos x="162" y="49"/>
                </a:cxn>
                <a:cxn ang="0">
                  <a:pos x="166" y="58"/>
                </a:cxn>
                <a:cxn ang="0">
                  <a:pos x="171" y="65"/>
                </a:cxn>
                <a:cxn ang="0">
                  <a:pos x="178" y="67"/>
                </a:cxn>
                <a:cxn ang="0">
                  <a:pos x="185" y="62"/>
                </a:cxn>
                <a:cxn ang="0">
                  <a:pos x="191" y="58"/>
                </a:cxn>
                <a:cxn ang="0">
                  <a:pos x="198" y="51"/>
                </a:cxn>
                <a:cxn ang="0">
                  <a:pos x="205" y="44"/>
                </a:cxn>
                <a:cxn ang="0">
                  <a:pos x="212" y="39"/>
                </a:cxn>
                <a:cxn ang="0">
                  <a:pos x="219" y="35"/>
                </a:cxn>
                <a:cxn ang="0">
                  <a:pos x="226" y="28"/>
                </a:cxn>
                <a:cxn ang="0">
                  <a:pos x="233" y="23"/>
                </a:cxn>
                <a:cxn ang="0">
                  <a:pos x="240" y="19"/>
                </a:cxn>
                <a:cxn ang="0">
                  <a:pos x="247" y="19"/>
                </a:cxn>
                <a:cxn ang="0">
                  <a:pos x="254" y="23"/>
                </a:cxn>
                <a:cxn ang="0">
                  <a:pos x="260" y="30"/>
                </a:cxn>
                <a:cxn ang="0">
                  <a:pos x="267" y="37"/>
                </a:cxn>
              </a:cxnLst>
              <a:rect l="0" t="0" r="r" b="b"/>
              <a:pathLst>
                <a:path w="272" h="67">
                  <a:moveTo>
                    <a:pt x="0" y="28"/>
                  </a:moveTo>
                  <a:lnTo>
                    <a:pt x="3" y="28"/>
                  </a:lnTo>
                  <a:lnTo>
                    <a:pt x="5" y="28"/>
                  </a:lnTo>
                  <a:lnTo>
                    <a:pt x="7" y="28"/>
                  </a:lnTo>
                  <a:lnTo>
                    <a:pt x="10" y="28"/>
                  </a:lnTo>
                  <a:lnTo>
                    <a:pt x="12" y="26"/>
                  </a:lnTo>
                  <a:lnTo>
                    <a:pt x="14" y="26"/>
                  </a:lnTo>
                  <a:lnTo>
                    <a:pt x="16" y="26"/>
                  </a:lnTo>
                  <a:lnTo>
                    <a:pt x="19" y="26"/>
                  </a:lnTo>
                  <a:lnTo>
                    <a:pt x="21" y="26"/>
                  </a:lnTo>
                  <a:lnTo>
                    <a:pt x="23" y="26"/>
                  </a:lnTo>
                  <a:lnTo>
                    <a:pt x="26" y="23"/>
                  </a:lnTo>
                  <a:lnTo>
                    <a:pt x="28" y="23"/>
                  </a:lnTo>
                  <a:lnTo>
                    <a:pt x="30" y="23"/>
                  </a:lnTo>
                  <a:lnTo>
                    <a:pt x="33" y="23"/>
                  </a:lnTo>
                  <a:lnTo>
                    <a:pt x="35" y="23"/>
                  </a:lnTo>
                  <a:lnTo>
                    <a:pt x="37" y="23"/>
                  </a:lnTo>
                  <a:lnTo>
                    <a:pt x="40" y="23"/>
                  </a:lnTo>
                  <a:lnTo>
                    <a:pt x="42" y="23"/>
                  </a:lnTo>
                  <a:lnTo>
                    <a:pt x="44" y="21"/>
                  </a:lnTo>
                  <a:lnTo>
                    <a:pt x="46" y="21"/>
                  </a:lnTo>
                  <a:lnTo>
                    <a:pt x="49" y="21"/>
                  </a:lnTo>
                  <a:lnTo>
                    <a:pt x="51" y="21"/>
                  </a:lnTo>
                  <a:lnTo>
                    <a:pt x="53" y="21"/>
                  </a:lnTo>
                  <a:lnTo>
                    <a:pt x="56" y="21"/>
                  </a:lnTo>
                  <a:lnTo>
                    <a:pt x="58" y="23"/>
                  </a:lnTo>
                  <a:lnTo>
                    <a:pt x="60" y="23"/>
                  </a:lnTo>
                  <a:lnTo>
                    <a:pt x="63" y="23"/>
                  </a:lnTo>
                  <a:lnTo>
                    <a:pt x="65" y="23"/>
                  </a:lnTo>
                  <a:lnTo>
                    <a:pt x="67" y="23"/>
                  </a:lnTo>
                  <a:lnTo>
                    <a:pt x="69" y="23"/>
                  </a:lnTo>
                  <a:lnTo>
                    <a:pt x="72" y="23"/>
                  </a:lnTo>
                  <a:lnTo>
                    <a:pt x="74" y="21"/>
                  </a:lnTo>
                  <a:lnTo>
                    <a:pt x="76" y="21"/>
                  </a:lnTo>
                  <a:lnTo>
                    <a:pt x="79" y="21"/>
                  </a:lnTo>
                  <a:lnTo>
                    <a:pt x="81" y="21"/>
                  </a:lnTo>
                  <a:lnTo>
                    <a:pt x="83" y="21"/>
                  </a:lnTo>
                  <a:lnTo>
                    <a:pt x="86" y="21"/>
                  </a:lnTo>
                  <a:lnTo>
                    <a:pt x="88" y="21"/>
                  </a:lnTo>
                  <a:lnTo>
                    <a:pt x="90" y="21"/>
                  </a:lnTo>
                  <a:lnTo>
                    <a:pt x="92" y="21"/>
                  </a:lnTo>
                  <a:lnTo>
                    <a:pt x="95" y="21"/>
                  </a:lnTo>
                  <a:lnTo>
                    <a:pt x="97" y="21"/>
                  </a:lnTo>
                  <a:lnTo>
                    <a:pt x="99" y="23"/>
                  </a:lnTo>
                  <a:lnTo>
                    <a:pt x="102" y="23"/>
                  </a:lnTo>
                  <a:lnTo>
                    <a:pt x="104" y="23"/>
                  </a:lnTo>
                  <a:lnTo>
                    <a:pt x="106" y="23"/>
                  </a:lnTo>
                  <a:lnTo>
                    <a:pt x="109" y="23"/>
                  </a:lnTo>
                  <a:lnTo>
                    <a:pt x="111" y="21"/>
                  </a:lnTo>
                  <a:lnTo>
                    <a:pt x="113" y="21"/>
                  </a:lnTo>
                  <a:lnTo>
                    <a:pt x="115" y="19"/>
                  </a:lnTo>
                  <a:lnTo>
                    <a:pt x="118" y="16"/>
                  </a:lnTo>
                  <a:lnTo>
                    <a:pt x="120" y="14"/>
                  </a:lnTo>
                  <a:lnTo>
                    <a:pt x="125" y="9"/>
                  </a:lnTo>
                  <a:lnTo>
                    <a:pt x="125" y="7"/>
                  </a:lnTo>
                  <a:lnTo>
                    <a:pt x="127" y="5"/>
                  </a:lnTo>
                  <a:lnTo>
                    <a:pt x="129" y="3"/>
                  </a:lnTo>
                  <a:lnTo>
                    <a:pt x="132" y="3"/>
                  </a:lnTo>
                  <a:lnTo>
                    <a:pt x="134" y="0"/>
                  </a:lnTo>
                  <a:lnTo>
                    <a:pt x="136" y="0"/>
                  </a:lnTo>
                  <a:lnTo>
                    <a:pt x="138" y="3"/>
                  </a:lnTo>
                  <a:lnTo>
                    <a:pt x="141" y="5"/>
                  </a:lnTo>
                  <a:lnTo>
                    <a:pt x="143" y="7"/>
                  </a:lnTo>
                  <a:lnTo>
                    <a:pt x="143" y="9"/>
                  </a:lnTo>
                  <a:lnTo>
                    <a:pt x="145" y="12"/>
                  </a:lnTo>
                  <a:lnTo>
                    <a:pt x="148" y="14"/>
                  </a:lnTo>
                  <a:lnTo>
                    <a:pt x="148" y="19"/>
                  </a:lnTo>
                  <a:lnTo>
                    <a:pt x="150" y="21"/>
                  </a:lnTo>
                  <a:lnTo>
                    <a:pt x="150" y="23"/>
                  </a:lnTo>
                  <a:lnTo>
                    <a:pt x="152" y="26"/>
                  </a:lnTo>
                  <a:lnTo>
                    <a:pt x="152" y="30"/>
                  </a:lnTo>
                  <a:lnTo>
                    <a:pt x="155" y="33"/>
                  </a:lnTo>
                  <a:lnTo>
                    <a:pt x="155" y="35"/>
                  </a:lnTo>
                  <a:lnTo>
                    <a:pt x="157" y="37"/>
                  </a:lnTo>
                  <a:lnTo>
                    <a:pt x="157" y="42"/>
                  </a:lnTo>
                  <a:lnTo>
                    <a:pt x="159" y="44"/>
                  </a:lnTo>
                  <a:lnTo>
                    <a:pt x="159" y="46"/>
                  </a:lnTo>
                  <a:lnTo>
                    <a:pt x="162" y="49"/>
                  </a:lnTo>
                  <a:lnTo>
                    <a:pt x="162" y="53"/>
                  </a:lnTo>
                  <a:lnTo>
                    <a:pt x="164" y="56"/>
                  </a:lnTo>
                  <a:lnTo>
                    <a:pt x="166" y="58"/>
                  </a:lnTo>
                  <a:lnTo>
                    <a:pt x="166" y="60"/>
                  </a:lnTo>
                  <a:lnTo>
                    <a:pt x="168" y="62"/>
                  </a:lnTo>
                  <a:lnTo>
                    <a:pt x="171" y="65"/>
                  </a:lnTo>
                  <a:lnTo>
                    <a:pt x="173" y="67"/>
                  </a:lnTo>
                  <a:lnTo>
                    <a:pt x="175" y="67"/>
                  </a:lnTo>
                  <a:lnTo>
                    <a:pt x="178" y="67"/>
                  </a:lnTo>
                  <a:lnTo>
                    <a:pt x="180" y="67"/>
                  </a:lnTo>
                  <a:lnTo>
                    <a:pt x="182" y="65"/>
                  </a:lnTo>
                  <a:lnTo>
                    <a:pt x="185" y="62"/>
                  </a:lnTo>
                  <a:lnTo>
                    <a:pt x="187" y="62"/>
                  </a:lnTo>
                  <a:lnTo>
                    <a:pt x="189" y="60"/>
                  </a:lnTo>
                  <a:lnTo>
                    <a:pt x="191" y="58"/>
                  </a:lnTo>
                  <a:lnTo>
                    <a:pt x="194" y="56"/>
                  </a:lnTo>
                  <a:lnTo>
                    <a:pt x="196" y="53"/>
                  </a:lnTo>
                  <a:lnTo>
                    <a:pt x="198" y="51"/>
                  </a:lnTo>
                  <a:lnTo>
                    <a:pt x="201" y="49"/>
                  </a:lnTo>
                  <a:lnTo>
                    <a:pt x="203" y="46"/>
                  </a:lnTo>
                  <a:lnTo>
                    <a:pt x="205" y="44"/>
                  </a:lnTo>
                  <a:lnTo>
                    <a:pt x="208" y="44"/>
                  </a:lnTo>
                  <a:lnTo>
                    <a:pt x="210" y="42"/>
                  </a:lnTo>
                  <a:lnTo>
                    <a:pt x="212" y="39"/>
                  </a:lnTo>
                  <a:lnTo>
                    <a:pt x="214" y="37"/>
                  </a:lnTo>
                  <a:lnTo>
                    <a:pt x="217" y="37"/>
                  </a:lnTo>
                  <a:lnTo>
                    <a:pt x="219" y="35"/>
                  </a:lnTo>
                  <a:lnTo>
                    <a:pt x="221" y="33"/>
                  </a:lnTo>
                  <a:lnTo>
                    <a:pt x="224" y="30"/>
                  </a:lnTo>
                  <a:lnTo>
                    <a:pt x="226" y="28"/>
                  </a:lnTo>
                  <a:lnTo>
                    <a:pt x="228" y="28"/>
                  </a:lnTo>
                  <a:lnTo>
                    <a:pt x="231" y="26"/>
                  </a:lnTo>
                  <a:lnTo>
                    <a:pt x="233" y="23"/>
                  </a:lnTo>
                  <a:lnTo>
                    <a:pt x="235" y="21"/>
                  </a:lnTo>
                  <a:lnTo>
                    <a:pt x="237" y="21"/>
                  </a:lnTo>
                  <a:lnTo>
                    <a:pt x="240" y="19"/>
                  </a:lnTo>
                  <a:lnTo>
                    <a:pt x="242" y="19"/>
                  </a:lnTo>
                  <a:lnTo>
                    <a:pt x="244" y="19"/>
                  </a:lnTo>
                  <a:lnTo>
                    <a:pt x="247" y="19"/>
                  </a:lnTo>
                  <a:lnTo>
                    <a:pt x="249" y="21"/>
                  </a:lnTo>
                  <a:lnTo>
                    <a:pt x="251" y="21"/>
                  </a:lnTo>
                  <a:lnTo>
                    <a:pt x="254" y="23"/>
                  </a:lnTo>
                  <a:lnTo>
                    <a:pt x="256" y="26"/>
                  </a:lnTo>
                  <a:lnTo>
                    <a:pt x="258" y="28"/>
                  </a:lnTo>
                  <a:lnTo>
                    <a:pt x="260" y="30"/>
                  </a:lnTo>
                  <a:lnTo>
                    <a:pt x="263" y="33"/>
                  </a:lnTo>
                  <a:lnTo>
                    <a:pt x="265" y="35"/>
                  </a:lnTo>
                  <a:lnTo>
                    <a:pt x="267" y="37"/>
                  </a:lnTo>
                  <a:lnTo>
                    <a:pt x="270" y="39"/>
                  </a:lnTo>
                  <a:lnTo>
                    <a:pt x="272" y="42"/>
                  </a:lnTo>
                </a:path>
              </a:pathLst>
            </a:custGeom>
            <a:noFill/>
            <a:ln w="1270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44" name="Freeform 802"/>
            <p:cNvSpPr>
              <a:spLocks/>
            </p:cNvSpPr>
            <p:nvPr/>
          </p:nvSpPr>
          <p:spPr bwMode="auto">
            <a:xfrm>
              <a:off x="24890426" y="18618597"/>
              <a:ext cx="606426" cy="260352"/>
            </a:xfrm>
            <a:custGeom>
              <a:avLst/>
              <a:gdLst/>
              <a:ahLst/>
              <a:cxnLst>
                <a:cxn ang="0">
                  <a:pos x="2" y="0"/>
                </a:cxn>
                <a:cxn ang="0">
                  <a:pos x="7" y="4"/>
                </a:cxn>
                <a:cxn ang="0">
                  <a:pos x="12" y="9"/>
                </a:cxn>
                <a:cxn ang="0">
                  <a:pos x="16" y="14"/>
                </a:cxn>
                <a:cxn ang="0">
                  <a:pos x="21" y="18"/>
                </a:cxn>
                <a:cxn ang="0">
                  <a:pos x="28" y="25"/>
                </a:cxn>
                <a:cxn ang="0">
                  <a:pos x="30" y="30"/>
                </a:cxn>
                <a:cxn ang="0">
                  <a:pos x="35" y="34"/>
                </a:cxn>
                <a:cxn ang="0">
                  <a:pos x="39" y="39"/>
                </a:cxn>
                <a:cxn ang="0">
                  <a:pos x="44" y="39"/>
                </a:cxn>
                <a:cxn ang="0">
                  <a:pos x="48" y="39"/>
                </a:cxn>
                <a:cxn ang="0">
                  <a:pos x="53" y="39"/>
                </a:cxn>
                <a:cxn ang="0">
                  <a:pos x="58" y="39"/>
                </a:cxn>
                <a:cxn ang="0">
                  <a:pos x="62" y="39"/>
                </a:cxn>
                <a:cxn ang="0">
                  <a:pos x="67" y="39"/>
                </a:cxn>
                <a:cxn ang="0">
                  <a:pos x="71" y="39"/>
                </a:cxn>
                <a:cxn ang="0">
                  <a:pos x="76" y="39"/>
                </a:cxn>
                <a:cxn ang="0">
                  <a:pos x="81" y="41"/>
                </a:cxn>
                <a:cxn ang="0">
                  <a:pos x="85" y="39"/>
                </a:cxn>
                <a:cxn ang="0">
                  <a:pos x="90" y="39"/>
                </a:cxn>
                <a:cxn ang="0">
                  <a:pos x="94" y="37"/>
                </a:cxn>
                <a:cxn ang="0">
                  <a:pos x="99" y="37"/>
                </a:cxn>
                <a:cxn ang="0">
                  <a:pos x="104" y="34"/>
                </a:cxn>
                <a:cxn ang="0">
                  <a:pos x="108" y="34"/>
                </a:cxn>
                <a:cxn ang="0">
                  <a:pos x="113" y="34"/>
                </a:cxn>
                <a:cxn ang="0">
                  <a:pos x="117" y="37"/>
                </a:cxn>
                <a:cxn ang="0">
                  <a:pos x="122" y="39"/>
                </a:cxn>
                <a:cxn ang="0">
                  <a:pos x="127" y="39"/>
                </a:cxn>
                <a:cxn ang="0">
                  <a:pos x="131" y="39"/>
                </a:cxn>
                <a:cxn ang="0">
                  <a:pos x="136" y="39"/>
                </a:cxn>
                <a:cxn ang="0">
                  <a:pos x="140" y="37"/>
                </a:cxn>
                <a:cxn ang="0">
                  <a:pos x="145" y="34"/>
                </a:cxn>
                <a:cxn ang="0">
                  <a:pos x="150" y="34"/>
                </a:cxn>
                <a:cxn ang="0">
                  <a:pos x="154" y="32"/>
                </a:cxn>
                <a:cxn ang="0">
                  <a:pos x="159" y="32"/>
                </a:cxn>
                <a:cxn ang="0">
                  <a:pos x="163" y="34"/>
                </a:cxn>
                <a:cxn ang="0">
                  <a:pos x="168" y="34"/>
                </a:cxn>
                <a:cxn ang="0">
                  <a:pos x="173" y="37"/>
                </a:cxn>
                <a:cxn ang="0">
                  <a:pos x="177" y="39"/>
                </a:cxn>
                <a:cxn ang="0">
                  <a:pos x="182" y="41"/>
                </a:cxn>
                <a:cxn ang="0">
                  <a:pos x="186" y="41"/>
                </a:cxn>
                <a:cxn ang="0">
                  <a:pos x="191" y="41"/>
                </a:cxn>
              </a:cxnLst>
              <a:rect l="0" t="0" r="r" b="b"/>
              <a:pathLst>
                <a:path w="191" h="41">
                  <a:moveTo>
                    <a:pt x="0" y="0"/>
                  </a:moveTo>
                  <a:lnTo>
                    <a:pt x="2" y="0"/>
                  </a:lnTo>
                  <a:lnTo>
                    <a:pt x="5" y="2"/>
                  </a:lnTo>
                  <a:lnTo>
                    <a:pt x="7" y="4"/>
                  </a:lnTo>
                  <a:lnTo>
                    <a:pt x="9" y="7"/>
                  </a:lnTo>
                  <a:lnTo>
                    <a:pt x="12" y="9"/>
                  </a:lnTo>
                  <a:lnTo>
                    <a:pt x="14" y="11"/>
                  </a:lnTo>
                  <a:lnTo>
                    <a:pt x="16" y="14"/>
                  </a:lnTo>
                  <a:lnTo>
                    <a:pt x="18" y="16"/>
                  </a:lnTo>
                  <a:lnTo>
                    <a:pt x="21" y="18"/>
                  </a:lnTo>
                  <a:lnTo>
                    <a:pt x="23" y="20"/>
                  </a:lnTo>
                  <a:lnTo>
                    <a:pt x="28" y="25"/>
                  </a:lnTo>
                  <a:lnTo>
                    <a:pt x="28" y="27"/>
                  </a:lnTo>
                  <a:lnTo>
                    <a:pt x="30" y="30"/>
                  </a:lnTo>
                  <a:lnTo>
                    <a:pt x="32" y="32"/>
                  </a:lnTo>
                  <a:lnTo>
                    <a:pt x="35" y="34"/>
                  </a:lnTo>
                  <a:lnTo>
                    <a:pt x="37" y="37"/>
                  </a:lnTo>
                  <a:lnTo>
                    <a:pt x="39" y="39"/>
                  </a:lnTo>
                  <a:lnTo>
                    <a:pt x="41" y="39"/>
                  </a:lnTo>
                  <a:lnTo>
                    <a:pt x="44" y="39"/>
                  </a:lnTo>
                  <a:lnTo>
                    <a:pt x="46" y="39"/>
                  </a:lnTo>
                  <a:lnTo>
                    <a:pt x="48" y="39"/>
                  </a:lnTo>
                  <a:lnTo>
                    <a:pt x="51" y="39"/>
                  </a:lnTo>
                  <a:lnTo>
                    <a:pt x="53" y="39"/>
                  </a:lnTo>
                  <a:lnTo>
                    <a:pt x="55" y="39"/>
                  </a:lnTo>
                  <a:lnTo>
                    <a:pt x="58" y="39"/>
                  </a:lnTo>
                  <a:lnTo>
                    <a:pt x="60" y="39"/>
                  </a:lnTo>
                  <a:lnTo>
                    <a:pt x="62" y="39"/>
                  </a:lnTo>
                  <a:lnTo>
                    <a:pt x="64" y="39"/>
                  </a:lnTo>
                  <a:lnTo>
                    <a:pt x="67" y="39"/>
                  </a:lnTo>
                  <a:lnTo>
                    <a:pt x="69" y="39"/>
                  </a:lnTo>
                  <a:lnTo>
                    <a:pt x="71" y="39"/>
                  </a:lnTo>
                  <a:lnTo>
                    <a:pt x="74" y="39"/>
                  </a:lnTo>
                  <a:lnTo>
                    <a:pt x="76" y="39"/>
                  </a:lnTo>
                  <a:lnTo>
                    <a:pt x="78" y="39"/>
                  </a:lnTo>
                  <a:lnTo>
                    <a:pt x="81" y="41"/>
                  </a:lnTo>
                  <a:lnTo>
                    <a:pt x="83" y="41"/>
                  </a:lnTo>
                  <a:lnTo>
                    <a:pt x="85" y="39"/>
                  </a:lnTo>
                  <a:lnTo>
                    <a:pt x="87" y="39"/>
                  </a:lnTo>
                  <a:lnTo>
                    <a:pt x="90" y="39"/>
                  </a:lnTo>
                  <a:lnTo>
                    <a:pt x="92" y="39"/>
                  </a:lnTo>
                  <a:lnTo>
                    <a:pt x="94" y="37"/>
                  </a:lnTo>
                  <a:lnTo>
                    <a:pt x="97" y="37"/>
                  </a:lnTo>
                  <a:lnTo>
                    <a:pt x="99" y="37"/>
                  </a:lnTo>
                  <a:lnTo>
                    <a:pt x="101" y="34"/>
                  </a:lnTo>
                  <a:lnTo>
                    <a:pt x="104" y="34"/>
                  </a:lnTo>
                  <a:lnTo>
                    <a:pt x="106" y="34"/>
                  </a:lnTo>
                  <a:lnTo>
                    <a:pt x="108" y="34"/>
                  </a:lnTo>
                  <a:lnTo>
                    <a:pt x="110" y="34"/>
                  </a:lnTo>
                  <a:lnTo>
                    <a:pt x="113" y="34"/>
                  </a:lnTo>
                  <a:lnTo>
                    <a:pt x="115" y="37"/>
                  </a:lnTo>
                  <a:lnTo>
                    <a:pt x="117" y="37"/>
                  </a:lnTo>
                  <a:lnTo>
                    <a:pt x="120" y="37"/>
                  </a:lnTo>
                  <a:lnTo>
                    <a:pt x="122" y="39"/>
                  </a:lnTo>
                  <a:lnTo>
                    <a:pt x="124" y="39"/>
                  </a:lnTo>
                  <a:lnTo>
                    <a:pt x="127" y="39"/>
                  </a:lnTo>
                  <a:lnTo>
                    <a:pt x="129" y="39"/>
                  </a:lnTo>
                  <a:lnTo>
                    <a:pt x="131" y="39"/>
                  </a:lnTo>
                  <a:lnTo>
                    <a:pt x="134" y="39"/>
                  </a:lnTo>
                  <a:lnTo>
                    <a:pt x="136" y="39"/>
                  </a:lnTo>
                  <a:lnTo>
                    <a:pt x="138" y="39"/>
                  </a:lnTo>
                  <a:lnTo>
                    <a:pt x="140" y="37"/>
                  </a:lnTo>
                  <a:lnTo>
                    <a:pt x="143" y="37"/>
                  </a:lnTo>
                  <a:lnTo>
                    <a:pt x="145" y="34"/>
                  </a:lnTo>
                  <a:lnTo>
                    <a:pt x="147" y="34"/>
                  </a:lnTo>
                  <a:lnTo>
                    <a:pt x="150" y="34"/>
                  </a:lnTo>
                  <a:lnTo>
                    <a:pt x="152" y="34"/>
                  </a:lnTo>
                  <a:lnTo>
                    <a:pt x="154" y="32"/>
                  </a:lnTo>
                  <a:lnTo>
                    <a:pt x="157" y="32"/>
                  </a:lnTo>
                  <a:lnTo>
                    <a:pt x="159" y="32"/>
                  </a:lnTo>
                  <a:lnTo>
                    <a:pt x="161" y="32"/>
                  </a:lnTo>
                  <a:lnTo>
                    <a:pt x="163" y="34"/>
                  </a:lnTo>
                  <a:lnTo>
                    <a:pt x="166" y="34"/>
                  </a:lnTo>
                  <a:lnTo>
                    <a:pt x="168" y="34"/>
                  </a:lnTo>
                  <a:lnTo>
                    <a:pt x="170" y="37"/>
                  </a:lnTo>
                  <a:lnTo>
                    <a:pt x="173" y="37"/>
                  </a:lnTo>
                  <a:lnTo>
                    <a:pt x="175" y="37"/>
                  </a:lnTo>
                  <a:lnTo>
                    <a:pt x="177" y="39"/>
                  </a:lnTo>
                  <a:lnTo>
                    <a:pt x="180" y="39"/>
                  </a:lnTo>
                  <a:lnTo>
                    <a:pt x="182" y="41"/>
                  </a:lnTo>
                  <a:lnTo>
                    <a:pt x="184" y="41"/>
                  </a:lnTo>
                  <a:lnTo>
                    <a:pt x="186" y="41"/>
                  </a:lnTo>
                  <a:lnTo>
                    <a:pt x="189" y="41"/>
                  </a:lnTo>
                  <a:lnTo>
                    <a:pt x="191" y="41"/>
                  </a:lnTo>
                </a:path>
              </a:pathLst>
            </a:custGeom>
            <a:noFill/>
            <a:ln w="1270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45" name="Freeform 134"/>
            <p:cNvSpPr>
              <a:spLocks/>
            </p:cNvSpPr>
            <p:nvPr/>
          </p:nvSpPr>
          <p:spPr bwMode="auto">
            <a:xfrm>
              <a:off x="24026826" y="18440797"/>
              <a:ext cx="879476" cy="393700"/>
            </a:xfrm>
            <a:custGeom>
              <a:avLst/>
              <a:gdLst/>
              <a:ahLst/>
              <a:cxnLst>
                <a:cxn ang="0">
                  <a:pos x="5" y="21"/>
                </a:cxn>
                <a:cxn ang="0">
                  <a:pos x="12" y="19"/>
                </a:cxn>
                <a:cxn ang="0">
                  <a:pos x="19" y="14"/>
                </a:cxn>
                <a:cxn ang="0">
                  <a:pos x="26" y="12"/>
                </a:cxn>
                <a:cxn ang="0">
                  <a:pos x="33" y="7"/>
                </a:cxn>
                <a:cxn ang="0">
                  <a:pos x="40" y="7"/>
                </a:cxn>
                <a:cxn ang="0">
                  <a:pos x="46" y="7"/>
                </a:cxn>
                <a:cxn ang="0">
                  <a:pos x="53" y="9"/>
                </a:cxn>
                <a:cxn ang="0">
                  <a:pos x="60" y="9"/>
                </a:cxn>
                <a:cxn ang="0">
                  <a:pos x="67" y="7"/>
                </a:cxn>
                <a:cxn ang="0">
                  <a:pos x="74" y="5"/>
                </a:cxn>
                <a:cxn ang="0">
                  <a:pos x="81" y="2"/>
                </a:cxn>
                <a:cxn ang="0">
                  <a:pos x="88" y="0"/>
                </a:cxn>
                <a:cxn ang="0">
                  <a:pos x="95" y="0"/>
                </a:cxn>
                <a:cxn ang="0">
                  <a:pos x="102" y="2"/>
                </a:cxn>
                <a:cxn ang="0">
                  <a:pos x="109" y="7"/>
                </a:cxn>
                <a:cxn ang="0">
                  <a:pos x="115" y="12"/>
                </a:cxn>
                <a:cxn ang="0">
                  <a:pos x="122" y="9"/>
                </a:cxn>
                <a:cxn ang="0">
                  <a:pos x="129" y="5"/>
                </a:cxn>
                <a:cxn ang="0">
                  <a:pos x="136" y="0"/>
                </a:cxn>
                <a:cxn ang="0">
                  <a:pos x="143" y="2"/>
                </a:cxn>
                <a:cxn ang="0">
                  <a:pos x="150" y="9"/>
                </a:cxn>
                <a:cxn ang="0">
                  <a:pos x="152" y="19"/>
                </a:cxn>
                <a:cxn ang="0">
                  <a:pos x="157" y="25"/>
                </a:cxn>
                <a:cxn ang="0">
                  <a:pos x="159" y="37"/>
                </a:cxn>
                <a:cxn ang="0">
                  <a:pos x="164" y="46"/>
                </a:cxn>
                <a:cxn ang="0">
                  <a:pos x="171" y="58"/>
                </a:cxn>
                <a:cxn ang="0">
                  <a:pos x="175" y="62"/>
                </a:cxn>
                <a:cxn ang="0">
                  <a:pos x="182" y="60"/>
                </a:cxn>
                <a:cxn ang="0">
                  <a:pos x="189" y="53"/>
                </a:cxn>
                <a:cxn ang="0">
                  <a:pos x="196" y="48"/>
                </a:cxn>
                <a:cxn ang="0">
                  <a:pos x="203" y="44"/>
                </a:cxn>
                <a:cxn ang="0">
                  <a:pos x="210" y="42"/>
                </a:cxn>
                <a:cxn ang="0">
                  <a:pos x="217" y="39"/>
                </a:cxn>
                <a:cxn ang="0">
                  <a:pos x="224" y="32"/>
                </a:cxn>
                <a:cxn ang="0">
                  <a:pos x="231" y="25"/>
                </a:cxn>
                <a:cxn ang="0">
                  <a:pos x="237" y="16"/>
                </a:cxn>
                <a:cxn ang="0">
                  <a:pos x="244" y="12"/>
                </a:cxn>
                <a:cxn ang="0">
                  <a:pos x="251" y="9"/>
                </a:cxn>
                <a:cxn ang="0">
                  <a:pos x="258" y="14"/>
                </a:cxn>
                <a:cxn ang="0">
                  <a:pos x="265" y="19"/>
                </a:cxn>
                <a:cxn ang="0">
                  <a:pos x="274" y="30"/>
                </a:cxn>
              </a:cxnLst>
              <a:rect l="0" t="0" r="r" b="b"/>
              <a:pathLst>
                <a:path w="277" h="62">
                  <a:moveTo>
                    <a:pt x="0" y="21"/>
                  </a:moveTo>
                  <a:lnTo>
                    <a:pt x="3" y="21"/>
                  </a:lnTo>
                  <a:lnTo>
                    <a:pt x="5" y="21"/>
                  </a:lnTo>
                  <a:lnTo>
                    <a:pt x="7" y="21"/>
                  </a:lnTo>
                  <a:lnTo>
                    <a:pt x="10" y="19"/>
                  </a:lnTo>
                  <a:lnTo>
                    <a:pt x="12" y="19"/>
                  </a:lnTo>
                  <a:lnTo>
                    <a:pt x="14" y="16"/>
                  </a:lnTo>
                  <a:lnTo>
                    <a:pt x="16" y="16"/>
                  </a:lnTo>
                  <a:lnTo>
                    <a:pt x="19" y="14"/>
                  </a:lnTo>
                  <a:lnTo>
                    <a:pt x="21" y="14"/>
                  </a:lnTo>
                  <a:lnTo>
                    <a:pt x="23" y="12"/>
                  </a:lnTo>
                  <a:lnTo>
                    <a:pt x="26" y="12"/>
                  </a:lnTo>
                  <a:lnTo>
                    <a:pt x="28" y="9"/>
                  </a:lnTo>
                  <a:lnTo>
                    <a:pt x="30" y="9"/>
                  </a:lnTo>
                  <a:lnTo>
                    <a:pt x="33" y="7"/>
                  </a:lnTo>
                  <a:lnTo>
                    <a:pt x="35" y="7"/>
                  </a:lnTo>
                  <a:lnTo>
                    <a:pt x="37" y="7"/>
                  </a:lnTo>
                  <a:lnTo>
                    <a:pt x="40" y="7"/>
                  </a:lnTo>
                  <a:lnTo>
                    <a:pt x="42" y="7"/>
                  </a:lnTo>
                  <a:lnTo>
                    <a:pt x="44" y="7"/>
                  </a:lnTo>
                  <a:lnTo>
                    <a:pt x="46" y="7"/>
                  </a:lnTo>
                  <a:lnTo>
                    <a:pt x="49" y="7"/>
                  </a:lnTo>
                  <a:lnTo>
                    <a:pt x="51" y="9"/>
                  </a:lnTo>
                  <a:lnTo>
                    <a:pt x="53" y="9"/>
                  </a:lnTo>
                  <a:lnTo>
                    <a:pt x="56" y="9"/>
                  </a:lnTo>
                  <a:lnTo>
                    <a:pt x="58" y="9"/>
                  </a:lnTo>
                  <a:lnTo>
                    <a:pt x="60" y="9"/>
                  </a:lnTo>
                  <a:lnTo>
                    <a:pt x="63" y="9"/>
                  </a:lnTo>
                  <a:lnTo>
                    <a:pt x="65" y="9"/>
                  </a:lnTo>
                  <a:lnTo>
                    <a:pt x="67" y="7"/>
                  </a:lnTo>
                  <a:lnTo>
                    <a:pt x="69" y="7"/>
                  </a:lnTo>
                  <a:lnTo>
                    <a:pt x="72" y="7"/>
                  </a:lnTo>
                  <a:lnTo>
                    <a:pt x="74" y="5"/>
                  </a:lnTo>
                  <a:lnTo>
                    <a:pt x="76" y="5"/>
                  </a:lnTo>
                  <a:lnTo>
                    <a:pt x="79" y="2"/>
                  </a:lnTo>
                  <a:lnTo>
                    <a:pt x="81" y="2"/>
                  </a:lnTo>
                  <a:lnTo>
                    <a:pt x="83" y="2"/>
                  </a:lnTo>
                  <a:lnTo>
                    <a:pt x="86" y="0"/>
                  </a:lnTo>
                  <a:lnTo>
                    <a:pt x="88" y="0"/>
                  </a:lnTo>
                  <a:lnTo>
                    <a:pt x="90" y="0"/>
                  </a:lnTo>
                  <a:lnTo>
                    <a:pt x="92" y="0"/>
                  </a:lnTo>
                  <a:lnTo>
                    <a:pt x="95" y="0"/>
                  </a:lnTo>
                  <a:lnTo>
                    <a:pt x="97" y="0"/>
                  </a:lnTo>
                  <a:lnTo>
                    <a:pt x="99" y="2"/>
                  </a:lnTo>
                  <a:lnTo>
                    <a:pt x="102" y="2"/>
                  </a:lnTo>
                  <a:lnTo>
                    <a:pt x="104" y="5"/>
                  </a:lnTo>
                  <a:lnTo>
                    <a:pt x="106" y="7"/>
                  </a:lnTo>
                  <a:lnTo>
                    <a:pt x="109" y="7"/>
                  </a:lnTo>
                  <a:lnTo>
                    <a:pt x="111" y="9"/>
                  </a:lnTo>
                  <a:lnTo>
                    <a:pt x="113" y="9"/>
                  </a:lnTo>
                  <a:lnTo>
                    <a:pt x="115" y="12"/>
                  </a:lnTo>
                  <a:lnTo>
                    <a:pt x="118" y="12"/>
                  </a:lnTo>
                  <a:lnTo>
                    <a:pt x="120" y="12"/>
                  </a:lnTo>
                  <a:lnTo>
                    <a:pt x="122" y="9"/>
                  </a:lnTo>
                  <a:lnTo>
                    <a:pt x="125" y="9"/>
                  </a:lnTo>
                  <a:lnTo>
                    <a:pt x="127" y="7"/>
                  </a:lnTo>
                  <a:lnTo>
                    <a:pt x="129" y="5"/>
                  </a:lnTo>
                  <a:lnTo>
                    <a:pt x="132" y="2"/>
                  </a:lnTo>
                  <a:lnTo>
                    <a:pt x="134" y="2"/>
                  </a:lnTo>
                  <a:lnTo>
                    <a:pt x="136" y="0"/>
                  </a:lnTo>
                  <a:lnTo>
                    <a:pt x="138" y="0"/>
                  </a:lnTo>
                  <a:lnTo>
                    <a:pt x="141" y="0"/>
                  </a:lnTo>
                  <a:lnTo>
                    <a:pt x="143" y="2"/>
                  </a:lnTo>
                  <a:lnTo>
                    <a:pt x="145" y="5"/>
                  </a:lnTo>
                  <a:lnTo>
                    <a:pt x="148" y="7"/>
                  </a:lnTo>
                  <a:lnTo>
                    <a:pt x="150" y="9"/>
                  </a:lnTo>
                  <a:lnTo>
                    <a:pt x="150" y="12"/>
                  </a:lnTo>
                  <a:lnTo>
                    <a:pt x="152" y="14"/>
                  </a:lnTo>
                  <a:lnTo>
                    <a:pt x="152" y="19"/>
                  </a:lnTo>
                  <a:lnTo>
                    <a:pt x="155" y="21"/>
                  </a:lnTo>
                  <a:lnTo>
                    <a:pt x="155" y="23"/>
                  </a:lnTo>
                  <a:lnTo>
                    <a:pt x="157" y="25"/>
                  </a:lnTo>
                  <a:lnTo>
                    <a:pt x="157" y="30"/>
                  </a:lnTo>
                  <a:lnTo>
                    <a:pt x="159" y="32"/>
                  </a:lnTo>
                  <a:lnTo>
                    <a:pt x="159" y="37"/>
                  </a:lnTo>
                  <a:lnTo>
                    <a:pt x="162" y="39"/>
                  </a:lnTo>
                  <a:lnTo>
                    <a:pt x="162" y="44"/>
                  </a:lnTo>
                  <a:lnTo>
                    <a:pt x="164" y="46"/>
                  </a:lnTo>
                  <a:lnTo>
                    <a:pt x="166" y="48"/>
                  </a:lnTo>
                  <a:lnTo>
                    <a:pt x="166" y="53"/>
                  </a:lnTo>
                  <a:lnTo>
                    <a:pt x="171" y="58"/>
                  </a:lnTo>
                  <a:lnTo>
                    <a:pt x="171" y="60"/>
                  </a:lnTo>
                  <a:lnTo>
                    <a:pt x="173" y="62"/>
                  </a:lnTo>
                  <a:lnTo>
                    <a:pt x="175" y="62"/>
                  </a:lnTo>
                  <a:lnTo>
                    <a:pt x="178" y="62"/>
                  </a:lnTo>
                  <a:lnTo>
                    <a:pt x="180" y="62"/>
                  </a:lnTo>
                  <a:lnTo>
                    <a:pt x="182" y="60"/>
                  </a:lnTo>
                  <a:lnTo>
                    <a:pt x="185" y="58"/>
                  </a:lnTo>
                  <a:lnTo>
                    <a:pt x="187" y="55"/>
                  </a:lnTo>
                  <a:lnTo>
                    <a:pt x="189" y="53"/>
                  </a:lnTo>
                  <a:lnTo>
                    <a:pt x="191" y="53"/>
                  </a:lnTo>
                  <a:lnTo>
                    <a:pt x="194" y="51"/>
                  </a:lnTo>
                  <a:lnTo>
                    <a:pt x="196" y="48"/>
                  </a:lnTo>
                  <a:lnTo>
                    <a:pt x="198" y="46"/>
                  </a:lnTo>
                  <a:lnTo>
                    <a:pt x="201" y="46"/>
                  </a:lnTo>
                  <a:lnTo>
                    <a:pt x="203" y="44"/>
                  </a:lnTo>
                  <a:lnTo>
                    <a:pt x="205" y="44"/>
                  </a:lnTo>
                  <a:lnTo>
                    <a:pt x="208" y="44"/>
                  </a:lnTo>
                  <a:lnTo>
                    <a:pt x="210" y="42"/>
                  </a:lnTo>
                  <a:lnTo>
                    <a:pt x="212" y="42"/>
                  </a:lnTo>
                  <a:lnTo>
                    <a:pt x="214" y="39"/>
                  </a:lnTo>
                  <a:lnTo>
                    <a:pt x="217" y="39"/>
                  </a:lnTo>
                  <a:lnTo>
                    <a:pt x="219" y="37"/>
                  </a:lnTo>
                  <a:lnTo>
                    <a:pt x="221" y="35"/>
                  </a:lnTo>
                  <a:lnTo>
                    <a:pt x="224" y="32"/>
                  </a:lnTo>
                  <a:lnTo>
                    <a:pt x="226" y="30"/>
                  </a:lnTo>
                  <a:lnTo>
                    <a:pt x="228" y="28"/>
                  </a:lnTo>
                  <a:lnTo>
                    <a:pt x="231" y="25"/>
                  </a:lnTo>
                  <a:lnTo>
                    <a:pt x="235" y="21"/>
                  </a:lnTo>
                  <a:lnTo>
                    <a:pt x="235" y="19"/>
                  </a:lnTo>
                  <a:lnTo>
                    <a:pt x="237" y="16"/>
                  </a:lnTo>
                  <a:lnTo>
                    <a:pt x="240" y="14"/>
                  </a:lnTo>
                  <a:lnTo>
                    <a:pt x="242" y="12"/>
                  </a:lnTo>
                  <a:lnTo>
                    <a:pt x="244" y="12"/>
                  </a:lnTo>
                  <a:lnTo>
                    <a:pt x="247" y="12"/>
                  </a:lnTo>
                  <a:lnTo>
                    <a:pt x="249" y="9"/>
                  </a:lnTo>
                  <a:lnTo>
                    <a:pt x="251" y="9"/>
                  </a:lnTo>
                  <a:lnTo>
                    <a:pt x="254" y="12"/>
                  </a:lnTo>
                  <a:lnTo>
                    <a:pt x="256" y="12"/>
                  </a:lnTo>
                  <a:lnTo>
                    <a:pt x="258" y="14"/>
                  </a:lnTo>
                  <a:lnTo>
                    <a:pt x="260" y="14"/>
                  </a:lnTo>
                  <a:lnTo>
                    <a:pt x="263" y="16"/>
                  </a:lnTo>
                  <a:lnTo>
                    <a:pt x="265" y="19"/>
                  </a:lnTo>
                  <a:lnTo>
                    <a:pt x="270" y="23"/>
                  </a:lnTo>
                  <a:lnTo>
                    <a:pt x="270" y="25"/>
                  </a:lnTo>
                  <a:lnTo>
                    <a:pt x="274" y="30"/>
                  </a:lnTo>
                  <a:lnTo>
                    <a:pt x="274" y="32"/>
                  </a:lnTo>
                  <a:lnTo>
                    <a:pt x="277" y="35"/>
                  </a:lnTo>
                </a:path>
              </a:pathLst>
            </a:cu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46" name="Freeform 135"/>
            <p:cNvSpPr>
              <a:spLocks/>
            </p:cNvSpPr>
            <p:nvPr/>
          </p:nvSpPr>
          <p:spPr bwMode="auto">
            <a:xfrm>
              <a:off x="24906300" y="18663049"/>
              <a:ext cx="590550" cy="273052"/>
            </a:xfrm>
            <a:custGeom>
              <a:avLst/>
              <a:gdLst/>
              <a:ahLst/>
              <a:cxnLst>
                <a:cxn ang="0">
                  <a:pos x="4" y="4"/>
                </a:cxn>
                <a:cxn ang="0">
                  <a:pos x="7" y="11"/>
                </a:cxn>
                <a:cxn ang="0">
                  <a:pos x="11" y="16"/>
                </a:cxn>
                <a:cxn ang="0">
                  <a:pos x="16" y="23"/>
                </a:cxn>
                <a:cxn ang="0">
                  <a:pos x="20" y="27"/>
                </a:cxn>
                <a:cxn ang="0">
                  <a:pos x="25" y="30"/>
                </a:cxn>
                <a:cxn ang="0">
                  <a:pos x="30" y="34"/>
                </a:cxn>
                <a:cxn ang="0">
                  <a:pos x="34" y="36"/>
                </a:cxn>
                <a:cxn ang="0">
                  <a:pos x="39" y="39"/>
                </a:cxn>
                <a:cxn ang="0">
                  <a:pos x="43" y="39"/>
                </a:cxn>
                <a:cxn ang="0">
                  <a:pos x="48" y="39"/>
                </a:cxn>
                <a:cxn ang="0">
                  <a:pos x="53" y="36"/>
                </a:cxn>
                <a:cxn ang="0">
                  <a:pos x="57" y="34"/>
                </a:cxn>
                <a:cxn ang="0">
                  <a:pos x="62" y="34"/>
                </a:cxn>
                <a:cxn ang="0">
                  <a:pos x="66" y="32"/>
                </a:cxn>
                <a:cxn ang="0">
                  <a:pos x="71" y="32"/>
                </a:cxn>
                <a:cxn ang="0">
                  <a:pos x="76" y="34"/>
                </a:cxn>
                <a:cxn ang="0">
                  <a:pos x="80" y="34"/>
                </a:cxn>
                <a:cxn ang="0">
                  <a:pos x="85" y="36"/>
                </a:cxn>
                <a:cxn ang="0">
                  <a:pos x="89" y="36"/>
                </a:cxn>
                <a:cxn ang="0">
                  <a:pos x="94" y="36"/>
                </a:cxn>
                <a:cxn ang="0">
                  <a:pos x="99" y="39"/>
                </a:cxn>
                <a:cxn ang="0">
                  <a:pos x="103" y="39"/>
                </a:cxn>
                <a:cxn ang="0">
                  <a:pos x="108" y="39"/>
                </a:cxn>
                <a:cxn ang="0">
                  <a:pos x="112" y="39"/>
                </a:cxn>
                <a:cxn ang="0">
                  <a:pos x="117" y="41"/>
                </a:cxn>
                <a:cxn ang="0">
                  <a:pos x="122" y="41"/>
                </a:cxn>
                <a:cxn ang="0">
                  <a:pos x="126" y="41"/>
                </a:cxn>
                <a:cxn ang="0">
                  <a:pos x="131" y="39"/>
                </a:cxn>
                <a:cxn ang="0">
                  <a:pos x="135" y="39"/>
                </a:cxn>
                <a:cxn ang="0">
                  <a:pos x="140" y="39"/>
                </a:cxn>
                <a:cxn ang="0">
                  <a:pos x="145" y="39"/>
                </a:cxn>
                <a:cxn ang="0">
                  <a:pos x="149" y="39"/>
                </a:cxn>
                <a:cxn ang="0">
                  <a:pos x="154" y="39"/>
                </a:cxn>
                <a:cxn ang="0">
                  <a:pos x="158" y="41"/>
                </a:cxn>
                <a:cxn ang="0">
                  <a:pos x="163" y="41"/>
                </a:cxn>
                <a:cxn ang="0">
                  <a:pos x="168" y="41"/>
                </a:cxn>
                <a:cxn ang="0">
                  <a:pos x="172" y="41"/>
                </a:cxn>
                <a:cxn ang="0">
                  <a:pos x="177" y="41"/>
                </a:cxn>
                <a:cxn ang="0">
                  <a:pos x="181" y="41"/>
                </a:cxn>
                <a:cxn ang="0">
                  <a:pos x="186" y="43"/>
                </a:cxn>
              </a:cxnLst>
              <a:rect l="0" t="0" r="r" b="b"/>
              <a:pathLst>
                <a:path w="186" h="43">
                  <a:moveTo>
                    <a:pt x="0" y="0"/>
                  </a:moveTo>
                  <a:lnTo>
                    <a:pt x="4" y="4"/>
                  </a:lnTo>
                  <a:lnTo>
                    <a:pt x="4" y="9"/>
                  </a:lnTo>
                  <a:lnTo>
                    <a:pt x="7" y="11"/>
                  </a:lnTo>
                  <a:lnTo>
                    <a:pt x="9" y="13"/>
                  </a:lnTo>
                  <a:lnTo>
                    <a:pt x="11" y="16"/>
                  </a:lnTo>
                  <a:lnTo>
                    <a:pt x="16" y="20"/>
                  </a:lnTo>
                  <a:lnTo>
                    <a:pt x="16" y="23"/>
                  </a:lnTo>
                  <a:lnTo>
                    <a:pt x="18" y="25"/>
                  </a:lnTo>
                  <a:lnTo>
                    <a:pt x="20" y="27"/>
                  </a:lnTo>
                  <a:lnTo>
                    <a:pt x="23" y="30"/>
                  </a:lnTo>
                  <a:lnTo>
                    <a:pt x="25" y="30"/>
                  </a:lnTo>
                  <a:lnTo>
                    <a:pt x="27" y="32"/>
                  </a:lnTo>
                  <a:lnTo>
                    <a:pt x="30" y="34"/>
                  </a:lnTo>
                  <a:lnTo>
                    <a:pt x="32" y="36"/>
                  </a:lnTo>
                  <a:lnTo>
                    <a:pt x="34" y="36"/>
                  </a:lnTo>
                  <a:lnTo>
                    <a:pt x="36" y="39"/>
                  </a:lnTo>
                  <a:lnTo>
                    <a:pt x="39" y="39"/>
                  </a:lnTo>
                  <a:lnTo>
                    <a:pt x="41" y="39"/>
                  </a:lnTo>
                  <a:lnTo>
                    <a:pt x="43" y="39"/>
                  </a:lnTo>
                  <a:lnTo>
                    <a:pt x="46" y="39"/>
                  </a:lnTo>
                  <a:lnTo>
                    <a:pt x="48" y="39"/>
                  </a:lnTo>
                  <a:lnTo>
                    <a:pt x="50" y="36"/>
                  </a:lnTo>
                  <a:lnTo>
                    <a:pt x="53" y="36"/>
                  </a:lnTo>
                  <a:lnTo>
                    <a:pt x="55" y="36"/>
                  </a:lnTo>
                  <a:lnTo>
                    <a:pt x="57" y="34"/>
                  </a:lnTo>
                  <a:lnTo>
                    <a:pt x="59" y="34"/>
                  </a:lnTo>
                  <a:lnTo>
                    <a:pt x="62" y="34"/>
                  </a:lnTo>
                  <a:lnTo>
                    <a:pt x="64" y="32"/>
                  </a:lnTo>
                  <a:lnTo>
                    <a:pt x="66" y="32"/>
                  </a:lnTo>
                  <a:lnTo>
                    <a:pt x="69" y="32"/>
                  </a:lnTo>
                  <a:lnTo>
                    <a:pt x="71" y="32"/>
                  </a:lnTo>
                  <a:lnTo>
                    <a:pt x="73" y="32"/>
                  </a:lnTo>
                  <a:lnTo>
                    <a:pt x="76" y="34"/>
                  </a:lnTo>
                  <a:lnTo>
                    <a:pt x="78" y="34"/>
                  </a:lnTo>
                  <a:lnTo>
                    <a:pt x="80" y="34"/>
                  </a:lnTo>
                  <a:lnTo>
                    <a:pt x="82" y="34"/>
                  </a:lnTo>
                  <a:lnTo>
                    <a:pt x="85" y="36"/>
                  </a:lnTo>
                  <a:lnTo>
                    <a:pt x="87" y="36"/>
                  </a:lnTo>
                  <a:lnTo>
                    <a:pt x="89" y="36"/>
                  </a:lnTo>
                  <a:lnTo>
                    <a:pt x="92" y="36"/>
                  </a:lnTo>
                  <a:lnTo>
                    <a:pt x="94" y="36"/>
                  </a:lnTo>
                  <a:lnTo>
                    <a:pt x="96" y="36"/>
                  </a:lnTo>
                  <a:lnTo>
                    <a:pt x="99" y="39"/>
                  </a:lnTo>
                  <a:lnTo>
                    <a:pt x="101" y="39"/>
                  </a:lnTo>
                  <a:lnTo>
                    <a:pt x="103" y="39"/>
                  </a:lnTo>
                  <a:lnTo>
                    <a:pt x="105" y="39"/>
                  </a:lnTo>
                  <a:lnTo>
                    <a:pt x="108" y="39"/>
                  </a:lnTo>
                  <a:lnTo>
                    <a:pt x="110" y="39"/>
                  </a:lnTo>
                  <a:lnTo>
                    <a:pt x="112" y="39"/>
                  </a:lnTo>
                  <a:lnTo>
                    <a:pt x="115" y="39"/>
                  </a:lnTo>
                  <a:lnTo>
                    <a:pt x="117" y="41"/>
                  </a:lnTo>
                  <a:lnTo>
                    <a:pt x="119" y="41"/>
                  </a:lnTo>
                  <a:lnTo>
                    <a:pt x="122" y="41"/>
                  </a:lnTo>
                  <a:lnTo>
                    <a:pt x="124" y="41"/>
                  </a:lnTo>
                  <a:lnTo>
                    <a:pt x="126" y="41"/>
                  </a:lnTo>
                  <a:lnTo>
                    <a:pt x="129" y="41"/>
                  </a:lnTo>
                  <a:lnTo>
                    <a:pt x="131" y="39"/>
                  </a:lnTo>
                  <a:lnTo>
                    <a:pt x="133" y="39"/>
                  </a:lnTo>
                  <a:lnTo>
                    <a:pt x="135" y="39"/>
                  </a:lnTo>
                  <a:lnTo>
                    <a:pt x="138" y="39"/>
                  </a:lnTo>
                  <a:lnTo>
                    <a:pt x="140" y="39"/>
                  </a:lnTo>
                  <a:lnTo>
                    <a:pt x="142" y="39"/>
                  </a:lnTo>
                  <a:lnTo>
                    <a:pt x="145" y="39"/>
                  </a:lnTo>
                  <a:lnTo>
                    <a:pt x="147" y="39"/>
                  </a:lnTo>
                  <a:lnTo>
                    <a:pt x="149" y="39"/>
                  </a:lnTo>
                  <a:lnTo>
                    <a:pt x="152" y="39"/>
                  </a:lnTo>
                  <a:lnTo>
                    <a:pt x="154" y="39"/>
                  </a:lnTo>
                  <a:lnTo>
                    <a:pt x="156" y="41"/>
                  </a:lnTo>
                  <a:lnTo>
                    <a:pt x="158" y="41"/>
                  </a:lnTo>
                  <a:lnTo>
                    <a:pt x="161" y="41"/>
                  </a:lnTo>
                  <a:lnTo>
                    <a:pt x="163" y="41"/>
                  </a:lnTo>
                  <a:lnTo>
                    <a:pt x="165" y="41"/>
                  </a:lnTo>
                  <a:lnTo>
                    <a:pt x="168" y="41"/>
                  </a:lnTo>
                  <a:lnTo>
                    <a:pt x="170" y="41"/>
                  </a:lnTo>
                  <a:lnTo>
                    <a:pt x="172" y="41"/>
                  </a:lnTo>
                  <a:lnTo>
                    <a:pt x="175" y="41"/>
                  </a:lnTo>
                  <a:lnTo>
                    <a:pt x="177" y="41"/>
                  </a:lnTo>
                  <a:lnTo>
                    <a:pt x="179" y="41"/>
                  </a:lnTo>
                  <a:lnTo>
                    <a:pt x="181" y="41"/>
                  </a:lnTo>
                  <a:lnTo>
                    <a:pt x="184" y="41"/>
                  </a:lnTo>
                  <a:lnTo>
                    <a:pt x="186" y="43"/>
                  </a:lnTo>
                </a:path>
              </a:pathLst>
            </a:cu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47" name="Line 138"/>
            <p:cNvSpPr>
              <a:spLocks noChangeShapeType="1"/>
            </p:cNvSpPr>
            <p:nvPr/>
          </p:nvSpPr>
          <p:spPr bwMode="auto">
            <a:xfrm>
              <a:off x="24290350" y="18428097"/>
              <a:ext cx="3176" cy="1587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48" name="Freeform 141"/>
            <p:cNvSpPr>
              <a:spLocks/>
            </p:cNvSpPr>
            <p:nvPr/>
          </p:nvSpPr>
          <p:spPr bwMode="auto">
            <a:xfrm>
              <a:off x="24026826" y="18307449"/>
              <a:ext cx="857250" cy="425452"/>
            </a:xfrm>
            <a:custGeom>
              <a:avLst/>
              <a:gdLst/>
              <a:ahLst/>
              <a:cxnLst>
                <a:cxn ang="0">
                  <a:pos x="5" y="40"/>
                </a:cxn>
                <a:cxn ang="0">
                  <a:pos x="12" y="35"/>
                </a:cxn>
                <a:cxn ang="0">
                  <a:pos x="19" y="33"/>
                </a:cxn>
                <a:cxn ang="0">
                  <a:pos x="26" y="33"/>
                </a:cxn>
                <a:cxn ang="0">
                  <a:pos x="33" y="35"/>
                </a:cxn>
                <a:cxn ang="0">
                  <a:pos x="40" y="35"/>
                </a:cxn>
                <a:cxn ang="0">
                  <a:pos x="46" y="35"/>
                </a:cxn>
                <a:cxn ang="0">
                  <a:pos x="53" y="30"/>
                </a:cxn>
                <a:cxn ang="0">
                  <a:pos x="60" y="26"/>
                </a:cxn>
                <a:cxn ang="0">
                  <a:pos x="67" y="23"/>
                </a:cxn>
                <a:cxn ang="0">
                  <a:pos x="74" y="21"/>
                </a:cxn>
                <a:cxn ang="0">
                  <a:pos x="81" y="21"/>
                </a:cxn>
                <a:cxn ang="0">
                  <a:pos x="88" y="21"/>
                </a:cxn>
                <a:cxn ang="0">
                  <a:pos x="95" y="23"/>
                </a:cxn>
                <a:cxn ang="0">
                  <a:pos x="102" y="23"/>
                </a:cxn>
                <a:cxn ang="0">
                  <a:pos x="109" y="23"/>
                </a:cxn>
                <a:cxn ang="0">
                  <a:pos x="115" y="19"/>
                </a:cxn>
                <a:cxn ang="0">
                  <a:pos x="122" y="16"/>
                </a:cxn>
                <a:cxn ang="0">
                  <a:pos x="129" y="10"/>
                </a:cxn>
                <a:cxn ang="0">
                  <a:pos x="136" y="7"/>
                </a:cxn>
                <a:cxn ang="0">
                  <a:pos x="143" y="10"/>
                </a:cxn>
                <a:cxn ang="0">
                  <a:pos x="148" y="16"/>
                </a:cxn>
                <a:cxn ang="0">
                  <a:pos x="152" y="23"/>
                </a:cxn>
                <a:cxn ang="0">
                  <a:pos x="155" y="30"/>
                </a:cxn>
                <a:cxn ang="0">
                  <a:pos x="159" y="37"/>
                </a:cxn>
                <a:cxn ang="0">
                  <a:pos x="162" y="49"/>
                </a:cxn>
                <a:cxn ang="0">
                  <a:pos x="166" y="56"/>
                </a:cxn>
                <a:cxn ang="0">
                  <a:pos x="171" y="63"/>
                </a:cxn>
                <a:cxn ang="0">
                  <a:pos x="178" y="67"/>
                </a:cxn>
                <a:cxn ang="0">
                  <a:pos x="185" y="63"/>
                </a:cxn>
                <a:cxn ang="0">
                  <a:pos x="191" y="56"/>
                </a:cxn>
                <a:cxn ang="0">
                  <a:pos x="198" y="46"/>
                </a:cxn>
                <a:cxn ang="0">
                  <a:pos x="205" y="42"/>
                </a:cxn>
                <a:cxn ang="0">
                  <a:pos x="212" y="37"/>
                </a:cxn>
                <a:cxn ang="0">
                  <a:pos x="219" y="33"/>
                </a:cxn>
                <a:cxn ang="0">
                  <a:pos x="226" y="26"/>
                </a:cxn>
                <a:cxn ang="0">
                  <a:pos x="233" y="19"/>
                </a:cxn>
                <a:cxn ang="0">
                  <a:pos x="240" y="12"/>
                </a:cxn>
                <a:cxn ang="0">
                  <a:pos x="244" y="5"/>
                </a:cxn>
                <a:cxn ang="0">
                  <a:pos x="251" y="3"/>
                </a:cxn>
                <a:cxn ang="0">
                  <a:pos x="258" y="0"/>
                </a:cxn>
                <a:cxn ang="0">
                  <a:pos x="265" y="3"/>
                </a:cxn>
              </a:cxnLst>
              <a:rect l="0" t="0" r="r" b="b"/>
              <a:pathLst>
                <a:path w="270" h="67">
                  <a:moveTo>
                    <a:pt x="0" y="40"/>
                  </a:moveTo>
                  <a:lnTo>
                    <a:pt x="3" y="40"/>
                  </a:lnTo>
                  <a:lnTo>
                    <a:pt x="5" y="40"/>
                  </a:lnTo>
                  <a:lnTo>
                    <a:pt x="7" y="37"/>
                  </a:lnTo>
                  <a:lnTo>
                    <a:pt x="10" y="37"/>
                  </a:lnTo>
                  <a:lnTo>
                    <a:pt x="12" y="35"/>
                  </a:lnTo>
                  <a:lnTo>
                    <a:pt x="14" y="35"/>
                  </a:lnTo>
                  <a:lnTo>
                    <a:pt x="16" y="35"/>
                  </a:lnTo>
                  <a:lnTo>
                    <a:pt x="19" y="33"/>
                  </a:lnTo>
                  <a:lnTo>
                    <a:pt x="21" y="33"/>
                  </a:lnTo>
                  <a:lnTo>
                    <a:pt x="23" y="33"/>
                  </a:lnTo>
                  <a:lnTo>
                    <a:pt x="26" y="33"/>
                  </a:lnTo>
                  <a:lnTo>
                    <a:pt x="28" y="33"/>
                  </a:lnTo>
                  <a:lnTo>
                    <a:pt x="30" y="33"/>
                  </a:lnTo>
                  <a:lnTo>
                    <a:pt x="33" y="35"/>
                  </a:lnTo>
                  <a:lnTo>
                    <a:pt x="35" y="35"/>
                  </a:lnTo>
                  <a:lnTo>
                    <a:pt x="37" y="35"/>
                  </a:lnTo>
                  <a:lnTo>
                    <a:pt x="40" y="35"/>
                  </a:lnTo>
                  <a:lnTo>
                    <a:pt x="42" y="35"/>
                  </a:lnTo>
                  <a:lnTo>
                    <a:pt x="44" y="35"/>
                  </a:lnTo>
                  <a:lnTo>
                    <a:pt x="46" y="35"/>
                  </a:lnTo>
                  <a:lnTo>
                    <a:pt x="49" y="33"/>
                  </a:lnTo>
                  <a:lnTo>
                    <a:pt x="51" y="33"/>
                  </a:lnTo>
                  <a:lnTo>
                    <a:pt x="53" y="30"/>
                  </a:lnTo>
                  <a:lnTo>
                    <a:pt x="56" y="30"/>
                  </a:lnTo>
                  <a:lnTo>
                    <a:pt x="58" y="28"/>
                  </a:lnTo>
                  <a:lnTo>
                    <a:pt x="60" y="26"/>
                  </a:lnTo>
                  <a:lnTo>
                    <a:pt x="63" y="26"/>
                  </a:lnTo>
                  <a:lnTo>
                    <a:pt x="65" y="23"/>
                  </a:lnTo>
                  <a:lnTo>
                    <a:pt x="67" y="23"/>
                  </a:lnTo>
                  <a:lnTo>
                    <a:pt x="69" y="21"/>
                  </a:lnTo>
                  <a:lnTo>
                    <a:pt x="72" y="21"/>
                  </a:lnTo>
                  <a:lnTo>
                    <a:pt x="74" y="21"/>
                  </a:lnTo>
                  <a:lnTo>
                    <a:pt x="76" y="21"/>
                  </a:lnTo>
                  <a:lnTo>
                    <a:pt x="79" y="21"/>
                  </a:lnTo>
                  <a:lnTo>
                    <a:pt x="81" y="21"/>
                  </a:lnTo>
                  <a:lnTo>
                    <a:pt x="83" y="21"/>
                  </a:lnTo>
                  <a:lnTo>
                    <a:pt x="86" y="21"/>
                  </a:lnTo>
                  <a:lnTo>
                    <a:pt x="88" y="21"/>
                  </a:lnTo>
                  <a:lnTo>
                    <a:pt x="90" y="21"/>
                  </a:lnTo>
                  <a:lnTo>
                    <a:pt x="92" y="21"/>
                  </a:lnTo>
                  <a:lnTo>
                    <a:pt x="95" y="23"/>
                  </a:lnTo>
                  <a:lnTo>
                    <a:pt x="97" y="23"/>
                  </a:lnTo>
                  <a:lnTo>
                    <a:pt x="99" y="23"/>
                  </a:lnTo>
                  <a:lnTo>
                    <a:pt x="102" y="23"/>
                  </a:lnTo>
                  <a:lnTo>
                    <a:pt x="104" y="23"/>
                  </a:lnTo>
                  <a:lnTo>
                    <a:pt x="106" y="23"/>
                  </a:lnTo>
                  <a:lnTo>
                    <a:pt x="109" y="23"/>
                  </a:lnTo>
                  <a:lnTo>
                    <a:pt x="111" y="21"/>
                  </a:lnTo>
                  <a:lnTo>
                    <a:pt x="113" y="21"/>
                  </a:lnTo>
                  <a:lnTo>
                    <a:pt x="115" y="19"/>
                  </a:lnTo>
                  <a:lnTo>
                    <a:pt x="118" y="19"/>
                  </a:lnTo>
                  <a:lnTo>
                    <a:pt x="120" y="16"/>
                  </a:lnTo>
                  <a:lnTo>
                    <a:pt x="122" y="16"/>
                  </a:lnTo>
                  <a:lnTo>
                    <a:pt x="125" y="14"/>
                  </a:lnTo>
                  <a:lnTo>
                    <a:pt x="127" y="12"/>
                  </a:lnTo>
                  <a:lnTo>
                    <a:pt x="129" y="10"/>
                  </a:lnTo>
                  <a:lnTo>
                    <a:pt x="132" y="10"/>
                  </a:lnTo>
                  <a:lnTo>
                    <a:pt x="134" y="7"/>
                  </a:lnTo>
                  <a:lnTo>
                    <a:pt x="136" y="7"/>
                  </a:lnTo>
                  <a:lnTo>
                    <a:pt x="138" y="7"/>
                  </a:lnTo>
                  <a:lnTo>
                    <a:pt x="141" y="7"/>
                  </a:lnTo>
                  <a:lnTo>
                    <a:pt x="143" y="10"/>
                  </a:lnTo>
                  <a:lnTo>
                    <a:pt x="145" y="12"/>
                  </a:lnTo>
                  <a:lnTo>
                    <a:pt x="148" y="14"/>
                  </a:lnTo>
                  <a:lnTo>
                    <a:pt x="148" y="16"/>
                  </a:lnTo>
                  <a:lnTo>
                    <a:pt x="150" y="19"/>
                  </a:lnTo>
                  <a:lnTo>
                    <a:pt x="150" y="21"/>
                  </a:lnTo>
                  <a:lnTo>
                    <a:pt x="152" y="23"/>
                  </a:lnTo>
                  <a:lnTo>
                    <a:pt x="152" y="26"/>
                  </a:lnTo>
                  <a:lnTo>
                    <a:pt x="155" y="28"/>
                  </a:lnTo>
                  <a:lnTo>
                    <a:pt x="155" y="30"/>
                  </a:lnTo>
                  <a:lnTo>
                    <a:pt x="157" y="33"/>
                  </a:lnTo>
                  <a:lnTo>
                    <a:pt x="157" y="35"/>
                  </a:lnTo>
                  <a:lnTo>
                    <a:pt x="159" y="37"/>
                  </a:lnTo>
                  <a:lnTo>
                    <a:pt x="159" y="42"/>
                  </a:lnTo>
                  <a:lnTo>
                    <a:pt x="162" y="44"/>
                  </a:lnTo>
                  <a:lnTo>
                    <a:pt x="162" y="49"/>
                  </a:lnTo>
                  <a:lnTo>
                    <a:pt x="164" y="51"/>
                  </a:lnTo>
                  <a:lnTo>
                    <a:pt x="166" y="53"/>
                  </a:lnTo>
                  <a:lnTo>
                    <a:pt x="166" y="56"/>
                  </a:lnTo>
                  <a:lnTo>
                    <a:pt x="168" y="58"/>
                  </a:lnTo>
                  <a:lnTo>
                    <a:pt x="168" y="60"/>
                  </a:lnTo>
                  <a:lnTo>
                    <a:pt x="171" y="63"/>
                  </a:lnTo>
                  <a:lnTo>
                    <a:pt x="173" y="65"/>
                  </a:lnTo>
                  <a:lnTo>
                    <a:pt x="175" y="67"/>
                  </a:lnTo>
                  <a:lnTo>
                    <a:pt x="178" y="67"/>
                  </a:lnTo>
                  <a:lnTo>
                    <a:pt x="180" y="67"/>
                  </a:lnTo>
                  <a:lnTo>
                    <a:pt x="182" y="65"/>
                  </a:lnTo>
                  <a:lnTo>
                    <a:pt x="185" y="63"/>
                  </a:lnTo>
                  <a:lnTo>
                    <a:pt x="187" y="60"/>
                  </a:lnTo>
                  <a:lnTo>
                    <a:pt x="189" y="58"/>
                  </a:lnTo>
                  <a:lnTo>
                    <a:pt x="191" y="56"/>
                  </a:lnTo>
                  <a:lnTo>
                    <a:pt x="194" y="53"/>
                  </a:lnTo>
                  <a:lnTo>
                    <a:pt x="198" y="49"/>
                  </a:lnTo>
                  <a:lnTo>
                    <a:pt x="198" y="46"/>
                  </a:lnTo>
                  <a:lnTo>
                    <a:pt x="201" y="44"/>
                  </a:lnTo>
                  <a:lnTo>
                    <a:pt x="203" y="42"/>
                  </a:lnTo>
                  <a:lnTo>
                    <a:pt x="205" y="42"/>
                  </a:lnTo>
                  <a:lnTo>
                    <a:pt x="208" y="40"/>
                  </a:lnTo>
                  <a:lnTo>
                    <a:pt x="210" y="37"/>
                  </a:lnTo>
                  <a:lnTo>
                    <a:pt x="212" y="37"/>
                  </a:lnTo>
                  <a:lnTo>
                    <a:pt x="214" y="35"/>
                  </a:lnTo>
                  <a:lnTo>
                    <a:pt x="217" y="33"/>
                  </a:lnTo>
                  <a:lnTo>
                    <a:pt x="219" y="33"/>
                  </a:lnTo>
                  <a:lnTo>
                    <a:pt x="221" y="30"/>
                  </a:lnTo>
                  <a:lnTo>
                    <a:pt x="224" y="28"/>
                  </a:lnTo>
                  <a:lnTo>
                    <a:pt x="226" y="26"/>
                  </a:lnTo>
                  <a:lnTo>
                    <a:pt x="228" y="26"/>
                  </a:lnTo>
                  <a:lnTo>
                    <a:pt x="233" y="21"/>
                  </a:lnTo>
                  <a:lnTo>
                    <a:pt x="233" y="19"/>
                  </a:lnTo>
                  <a:lnTo>
                    <a:pt x="235" y="16"/>
                  </a:lnTo>
                  <a:lnTo>
                    <a:pt x="237" y="14"/>
                  </a:lnTo>
                  <a:lnTo>
                    <a:pt x="240" y="12"/>
                  </a:lnTo>
                  <a:lnTo>
                    <a:pt x="242" y="10"/>
                  </a:lnTo>
                  <a:lnTo>
                    <a:pt x="247" y="5"/>
                  </a:lnTo>
                  <a:lnTo>
                    <a:pt x="244" y="5"/>
                  </a:lnTo>
                  <a:lnTo>
                    <a:pt x="247" y="5"/>
                  </a:lnTo>
                  <a:lnTo>
                    <a:pt x="249" y="3"/>
                  </a:lnTo>
                  <a:lnTo>
                    <a:pt x="251" y="3"/>
                  </a:lnTo>
                  <a:lnTo>
                    <a:pt x="254" y="0"/>
                  </a:lnTo>
                  <a:lnTo>
                    <a:pt x="256" y="0"/>
                  </a:lnTo>
                  <a:lnTo>
                    <a:pt x="258" y="0"/>
                  </a:lnTo>
                  <a:lnTo>
                    <a:pt x="260" y="0"/>
                  </a:lnTo>
                  <a:lnTo>
                    <a:pt x="263" y="3"/>
                  </a:lnTo>
                  <a:lnTo>
                    <a:pt x="265" y="3"/>
                  </a:lnTo>
                  <a:lnTo>
                    <a:pt x="267" y="5"/>
                  </a:lnTo>
                  <a:lnTo>
                    <a:pt x="270" y="7"/>
                  </a:lnTo>
                </a:path>
              </a:pathLst>
            </a:custGeom>
            <a:noFill/>
            <a:ln w="12700" cap="flat">
              <a:solidFill>
                <a:srgbClr val="C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49" name="Freeform 142"/>
            <p:cNvSpPr>
              <a:spLocks/>
            </p:cNvSpPr>
            <p:nvPr/>
          </p:nvSpPr>
          <p:spPr bwMode="auto">
            <a:xfrm>
              <a:off x="24884076" y="18351897"/>
              <a:ext cx="612776" cy="457200"/>
            </a:xfrm>
            <a:custGeom>
              <a:avLst/>
              <a:gdLst/>
              <a:ahLst/>
              <a:cxnLst>
                <a:cxn ang="0">
                  <a:pos x="2" y="3"/>
                </a:cxn>
                <a:cxn ang="0">
                  <a:pos x="9" y="7"/>
                </a:cxn>
                <a:cxn ang="0">
                  <a:pos x="14" y="14"/>
                </a:cxn>
                <a:cxn ang="0">
                  <a:pos x="16" y="19"/>
                </a:cxn>
                <a:cxn ang="0">
                  <a:pos x="18" y="23"/>
                </a:cxn>
                <a:cxn ang="0">
                  <a:pos x="20" y="28"/>
                </a:cxn>
                <a:cxn ang="0">
                  <a:pos x="25" y="33"/>
                </a:cxn>
                <a:cxn ang="0">
                  <a:pos x="30" y="39"/>
                </a:cxn>
                <a:cxn ang="0">
                  <a:pos x="32" y="44"/>
                </a:cxn>
                <a:cxn ang="0">
                  <a:pos x="37" y="51"/>
                </a:cxn>
                <a:cxn ang="0">
                  <a:pos x="41" y="53"/>
                </a:cxn>
                <a:cxn ang="0">
                  <a:pos x="46" y="53"/>
                </a:cxn>
                <a:cxn ang="0">
                  <a:pos x="50" y="53"/>
                </a:cxn>
                <a:cxn ang="0">
                  <a:pos x="55" y="53"/>
                </a:cxn>
                <a:cxn ang="0">
                  <a:pos x="60" y="51"/>
                </a:cxn>
                <a:cxn ang="0">
                  <a:pos x="64" y="51"/>
                </a:cxn>
                <a:cxn ang="0">
                  <a:pos x="69" y="53"/>
                </a:cxn>
                <a:cxn ang="0">
                  <a:pos x="73" y="56"/>
                </a:cxn>
                <a:cxn ang="0">
                  <a:pos x="78" y="58"/>
                </a:cxn>
                <a:cxn ang="0">
                  <a:pos x="83" y="60"/>
                </a:cxn>
                <a:cxn ang="0">
                  <a:pos x="87" y="60"/>
                </a:cxn>
                <a:cxn ang="0">
                  <a:pos x="92" y="62"/>
                </a:cxn>
                <a:cxn ang="0">
                  <a:pos x="96" y="60"/>
                </a:cxn>
                <a:cxn ang="0">
                  <a:pos x="101" y="60"/>
                </a:cxn>
                <a:cxn ang="0">
                  <a:pos x="106" y="58"/>
                </a:cxn>
                <a:cxn ang="0">
                  <a:pos x="110" y="58"/>
                </a:cxn>
                <a:cxn ang="0">
                  <a:pos x="115" y="56"/>
                </a:cxn>
                <a:cxn ang="0">
                  <a:pos x="119" y="56"/>
                </a:cxn>
                <a:cxn ang="0">
                  <a:pos x="124" y="56"/>
                </a:cxn>
                <a:cxn ang="0">
                  <a:pos x="129" y="56"/>
                </a:cxn>
                <a:cxn ang="0">
                  <a:pos x="133" y="56"/>
                </a:cxn>
                <a:cxn ang="0">
                  <a:pos x="138" y="56"/>
                </a:cxn>
                <a:cxn ang="0">
                  <a:pos x="142" y="56"/>
                </a:cxn>
                <a:cxn ang="0">
                  <a:pos x="147" y="53"/>
                </a:cxn>
                <a:cxn ang="0">
                  <a:pos x="152" y="53"/>
                </a:cxn>
                <a:cxn ang="0">
                  <a:pos x="156" y="53"/>
                </a:cxn>
                <a:cxn ang="0">
                  <a:pos x="161" y="56"/>
                </a:cxn>
                <a:cxn ang="0">
                  <a:pos x="165" y="58"/>
                </a:cxn>
                <a:cxn ang="0">
                  <a:pos x="170" y="60"/>
                </a:cxn>
                <a:cxn ang="0">
                  <a:pos x="175" y="62"/>
                </a:cxn>
                <a:cxn ang="0">
                  <a:pos x="179" y="67"/>
                </a:cxn>
                <a:cxn ang="0">
                  <a:pos x="184" y="69"/>
                </a:cxn>
                <a:cxn ang="0">
                  <a:pos x="188" y="72"/>
                </a:cxn>
                <a:cxn ang="0">
                  <a:pos x="193" y="72"/>
                </a:cxn>
              </a:cxnLst>
              <a:rect l="0" t="0" r="r" b="b"/>
              <a:pathLst>
                <a:path w="193" h="72">
                  <a:moveTo>
                    <a:pt x="0" y="0"/>
                  </a:moveTo>
                  <a:lnTo>
                    <a:pt x="2" y="3"/>
                  </a:lnTo>
                  <a:lnTo>
                    <a:pt x="4" y="3"/>
                  </a:lnTo>
                  <a:lnTo>
                    <a:pt x="9" y="7"/>
                  </a:lnTo>
                  <a:lnTo>
                    <a:pt x="9" y="9"/>
                  </a:lnTo>
                  <a:lnTo>
                    <a:pt x="14" y="14"/>
                  </a:lnTo>
                  <a:lnTo>
                    <a:pt x="14" y="16"/>
                  </a:lnTo>
                  <a:lnTo>
                    <a:pt x="16" y="19"/>
                  </a:lnTo>
                  <a:lnTo>
                    <a:pt x="18" y="21"/>
                  </a:lnTo>
                  <a:lnTo>
                    <a:pt x="18" y="23"/>
                  </a:lnTo>
                  <a:lnTo>
                    <a:pt x="20" y="26"/>
                  </a:lnTo>
                  <a:lnTo>
                    <a:pt x="20" y="28"/>
                  </a:lnTo>
                  <a:lnTo>
                    <a:pt x="23" y="30"/>
                  </a:lnTo>
                  <a:lnTo>
                    <a:pt x="25" y="33"/>
                  </a:lnTo>
                  <a:lnTo>
                    <a:pt x="25" y="35"/>
                  </a:lnTo>
                  <a:lnTo>
                    <a:pt x="30" y="39"/>
                  </a:lnTo>
                  <a:lnTo>
                    <a:pt x="30" y="42"/>
                  </a:lnTo>
                  <a:lnTo>
                    <a:pt x="32" y="44"/>
                  </a:lnTo>
                  <a:lnTo>
                    <a:pt x="37" y="49"/>
                  </a:lnTo>
                  <a:lnTo>
                    <a:pt x="37" y="51"/>
                  </a:lnTo>
                  <a:lnTo>
                    <a:pt x="39" y="51"/>
                  </a:lnTo>
                  <a:lnTo>
                    <a:pt x="41" y="53"/>
                  </a:lnTo>
                  <a:lnTo>
                    <a:pt x="43" y="53"/>
                  </a:lnTo>
                  <a:lnTo>
                    <a:pt x="46" y="53"/>
                  </a:lnTo>
                  <a:lnTo>
                    <a:pt x="48" y="53"/>
                  </a:lnTo>
                  <a:lnTo>
                    <a:pt x="50" y="53"/>
                  </a:lnTo>
                  <a:lnTo>
                    <a:pt x="53" y="53"/>
                  </a:lnTo>
                  <a:lnTo>
                    <a:pt x="55" y="53"/>
                  </a:lnTo>
                  <a:lnTo>
                    <a:pt x="57" y="53"/>
                  </a:lnTo>
                  <a:lnTo>
                    <a:pt x="60" y="51"/>
                  </a:lnTo>
                  <a:lnTo>
                    <a:pt x="62" y="51"/>
                  </a:lnTo>
                  <a:lnTo>
                    <a:pt x="64" y="51"/>
                  </a:lnTo>
                  <a:lnTo>
                    <a:pt x="66" y="53"/>
                  </a:lnTo>
                  <a:lnTo>
                    <a:pt x="69" y="53"/>
                  </a:lnTo>
                  <a:lnTo>
                    <a:pt x="71" y="53"/>
                  </a:lnTo>
                  <a:lnTo>
                    <a:pt x="73" y="56"/>
                  </a:lnTo>
                  <a:lnTo>
                    <a:pt x="76" y="56"/>
                  </a:lnTo>
                  <a:lnTo>
                    <a:pt x="78" y="58"/>
                  </a:lnTo>
                  <a:lnTo>
                    <a:pt x="80" y="58"/>
                  </a:lnTo>
                  <a:lnTo>
                    <a:pt x="83" y="60"/>
                  </a:lnTo>
                  <a:lnTo>
                    <a:pt x="85" y="60"/>
                  </a:lnTo>
                  <a:lnTo>
                    <a:pt x="87" y="60"/>
                  </a:lnTo>
                  <a:lnTo>
                    <a:pt x="89" y="62"/>
                  </a:lnTo>
                  <a:lnTo>
                    <a:pt x="92" y="62"/>
                  </a:lnTo>
                  <a:lnTo>
                    <a:pt x="94" y="62"/>
                  </a:lnTo>
                  <a:lnTo>
                    <a:pt x="96" y="60"/>
                  </a:lnTo>
                  <a:lnTo>
                    <a:pt x="99" y="60"/>
                  </a:lnTo>
                  <a:lnTo>
                    <a:pt x="101" y="60"/>
                  </a:lnTo>
                  <a:lnTo>
                    <a:pt x="103" y="60"/>
                  </a:lnTo>
                  <a:lnTo>
                    <a:pt x="106" y="58"/>
                  </a:lnTo>
                  <a:lnTo>
                    <a:pt x="108" y="58"/>
                  </a:lnTo>
                  <a:lnTo>
                    <a:pt x="110" y="58"/>
                  </a:lnTo>
                  <a:lnTo>
                    <a:pt x="112" y="56"/>
                  </a:lnTo>
                  <a:lnTo>
                    <a:pt x="115" y="56"/>
                  </a:lnTo>
                  <a:lnTo>
                    <a:pt x="117" y="56"/>
                  </a:lnTo>
                  <a:lnTo>
                    <a:pt x="119" y="56"/>
                  </a:lnTo>
                  <a:lnTo>
                    <a:pt x="122" y="56"/>
                  </a:lnTo>
                  <a:lnTo>
                    <a:pt x="124" y="56"/>
                  </a:lnTo>
                  <a:lnTo>
                    <a:pt x="126" y="56"/>
                  </a:lnTo>
                  <a:lnTo>
                    <a:pt x="129" y="56"/>
                  </a:lnTo>
                  <a:lnTo>
                    <a:pt x="131" y="56"/>
                  </a:lnTo>
                  <a:lnTo>
                    <a:pt x="133" y="56"/>
                  </a:lnTo>
                  <a:lnTo>
                    <a:pt x="136" y="56"/>
                  </a:lnTo>
                  <a:lnTo>
                    <a:pt x="138" y="56"/>
                  </a:lnTo>
                  <a:lnTo>
                    <a:pt x="140" y="56"/>
                  </a:lnTo>
                  <a:lnTo>
                    <a:pt x="142" y="56"/>
                  </a:lnTo>
                  <a:lnTo>
                    <a:pt x="145" y="53"/>
                  </a:lnTo>
                  <a:lnTo>
                    <a:pt x="147" y="53"/>
                  </a:lnTo>
                  <a:lnTo>
                    <a:pt x="149" y="53"/>
                  </a:lnTo>
                  <a:lnTo>
                    <a:pt x="152" y="53"/>
                  </a:lnTo>
                  <a:lnTo>
                    <a:pt x="154" y="53"/>
                  </a:lnTo>
                  <a:lnTo>
                    <a:pt x="156" y="53"/>
                  </a:lnTo>
                  <a:lnTo>
                    <a:pt x="159" y="56"/>
                  </a:lnTo>
                  <a:lnTo>
                    <a:pt x="161" y="56"/>
                  </a:lnTo>
                  <a:lnTo>
                    <a:pt x="163" y="56"/>
                  </a:lnTo>
                  <a:lnTo>
                    <a:pt x="165" y="58"/>
                  </a:lnTo>
                  <a:lnTo>
                    <a:pt x="168" y="58"/>
                  </a:lnTo>
                  <a:lnTo>
                    <a:pt x="170" y="60"/>
                  </a:lnTo>
                  <a:lnTo>
                    <a:pt x="172" y="62"/>
                  </a:lnTo>
                  <a:lnTo>
                    <a:pt x="175" y="62"/>
                  </a:lnTo>
                  <a:lnTo>
                    <a:pt x="177" y="65"/>
                  </a:lnTo>
                  <a:lnTo>
                    <a:pt x="179" y="67"/>
                  </a:lnTo>
                  <a:lnTo>
                    <a:pt x="182" y="69"/>
                  </a:lnTo>
                  <a:lnTo>
                    <a:pt x="184" y="69"/>
                  </a:lnTo>
                  <a:lnTo>
                    <a:pt x="186" y="72"/>
                  </a:lnTo>
                  <a:lnTo>
                    <a:pt x="188" y="72"/>
                  </a:lnTo>
                  <a:lnTo>
                    <a:pt x="191" y="72"/>
                  </a:lnTo>
                  <a:lnTo>
                    <a:pt x="193" y="72"/>
                  </a:lnTo>
                </a:path>
              </a:pathLst>
            </a:custGeom>
            <a:noFill/>
            <a:ln w="12700" cap="flat">
              <a:solidFill>
                <a:srgbClr val="C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50" name="Freeform 855"/>
            <p:cNvSpPr>
              <a:spLocks/>
            </p:cNvSpPr>
            <p:nvPr/>
          </p:nvSpPr>
          <p:spPr bwMode="auto">
            <a:xfrm>
              <a:off x="24026810" y="20114039"/>
              <a:ext cx="914400" cy="292100"/>
            </a:xfrm>
            <a:custGeom>
              <a:avLst/>
              <a:gdLst/>
              <a:ahLst/>
              <a:cxnLst>
                <a:cxn ang="0">
                  <a:pos x="5" y="11"/>
                </a:cxn>
                <a:cxn ang="0">
                  <a:pos x="12" y="11"/>
                </a:cxn>
                <a:cxn ang="0">
                  <a:pos x="19" y="9"/>
                </a:cxn>
                <a:cxn ang="0">
                  <a:pos x="26" y="9"/>
                </a:cxn>
                <a:cxn ang="0">
                  <a:pos x="33" y="9"/>
                </a:cxn>
                <a:cxn ang="0">
                  <a:pos x="40" y="9"/>
                </a:cxn>
                <a:cxn ang="0">
                  <a:pos x="46" y="9"/>
                </a:cxn>
                <a:cxn ang="0">
                  <a:pos x="53" y="9"/>
                </a:cxn>
                <a:cxn ang="0">
                  <a:pos x="60" y="9"/>
                </a:cxn>
                <a:cxn ang="0">
                  <a:pos x="67" y="9"/>
                </a:cxn>
                <a:cxn ang="0">
                  <a:pos x="74" y="11"/>
                </a:cxn>
                <a:cxn ang="0">
                  <a:pos x="81" y="11"/>
                </a:cxn>
                <a:cxn ang="0">
                  <a:pos x="88" y="11"/>
                </a:cxn>
                <a:cxn ang="0">
                  <a:pos x="95" y="11"/>
                </a:cxn>
                <a:cxn ang="0">
                  <a:pos x="102" y="9"/>
                </a:cxn>
                <a:cxn ang="0">
                  <a:pos x="109" y="7"/>
                </a:cxn>
                <a:cxn ang="0">
                  <a:pos x="115" y="2"/>
                </a:cxn>
                <a:cxn ang="0">
                  <a:pos x="122" y="0"/>
                </a:cxn>
                <a:cxn ang="0">
                  <a:pos x="129" y="2"/>
                </a:cxn>
                <a:cxn ang="0">
                  <a:pos x="136" y="9"/>
                </a:cxn>
                <a:cxn ang="0">
                  <a:pos x="143" y="18"/>
                </a:cxn>
                <a:cxn ang="0">
                  <a:pos x="148" y="25"/>
                </a:cxn>
                <a:cxn ang="0">
                  <a:pos x="152" y="30"/>
                </a:cxn>
                <a:cxn ang="0">
                  <a:pos x="159" y="32"/>
                </a:cxn>
                <a:cxn ang="0">
                  <a:pos x="166" y="30"/>
                </a:cxn>
                <a:cxn ang="0">
                  <a:pos x="173" y="28"/>
                </a:cxn>
                <a:cxn ang="0">
                  <a:pos x="180" y="30"/>
                </a:cxn>
                <a:cxn ang="0">
                  <a:pos x="187" y="34"/>
                </a:cxn>
                <a:cxn ang="0">
                  <a:pos x="194" y="41"/>
                </a:cxn>
                <a:cxn ang="0">
                  <a:pos x="201" y="44"/>
                </a:cxn>
                <a:cxn ang="0">
                  <a:pos x="208" y="44"/>
                </a:cxn>
                <a:cxn ang="0">
                  <a:pos x="214" y="39"/>
                </a:cxn>
                <a:cxn ang="0">
                  <a:pos x="221" y="32"/>
                </a:cxn>
                <a:cxn ang="0">
                  <a:pos x="228" y="25"/>
                </a:cxn>
                <a:cxn ang="0">
                  <a:pos x="235" y="21"/>
                </a:cxn>
                <a:cxn ang="0">
                  <a:pos x="242" y="18"/>
                </a:cxn>
                <a:cxn ang="0">
                  <a:pos x="249" y="21"/>
                </a:cxn>
                <a:cxn ang="0">
                  <a:pos x="256" y="23"/>
                </a:cxn>
                <a:cxn ang="0">
                  <a:pos x="263" y="28"/>
                </a:cxn>
                <a:cxn ang="0">
                  <a:pos x="270" y="32"/>
                </a:cxn>
                <a:cxn ang="0">
                  <a:pos x="277" y="37"/>
                </a:cxn>
                <a:cxn ang="0">
                  <a:pos x="284" y="41"/>
                </a:cxn>
              </a:cxnLst>
              <a:rect l="0" t="0" r="r" b="b"/>
              <a:pathLst>
                <a:path w="288" h="46">
                  <a:moveTo>
                    <a:pt x="0" y="11"/>
                  </a:moveTo>
                  <a:lnTo>
                    <a:pt x="3" y="11"/>
                  </a:lnTo>
                  <a:lnTo>
                    <a:pt x="5" y="11"/>
                  </a:lnTo>
                  <a:lnTo>
                    <a:pt x="7" y="11"/>
                  </a:lnTo>
                  <a:lnTo>
                    <a:pt x="10" y="11"/>
                  </a:lnTo>
                  <a:lnTo>
                    <a:pt x="12" y="11"/>
                  </a:lnTo>
                  <a:lnTo>
                    <a:pt x="14" y="9"/>
                  </a:lnTo>
                  <a:lnTo>
                    <a:pt x="16" y="9"/>
                  </a:lnTo>
                  <a:lnTo>
                    <a:pt x="19" y="9"/>
                  </a:lnTo>
                  <a:lnTo>
                    <a:pt x="21" y="9"/>
                  </a:lnTo>
                  <a:lnTo>
                    <a:pt x="23" y="9"/>
                  </a:lnTo>
                  <a:lnTo>
                    <a:pt x="26" y="9"/>
                  </a:lnTo>
                  <a:lnTo>
                    <a:pt x="28" y="9"/>
                  </a:lnTo>
                  <a:lnTo>
                    <a:pt x="30" y="9"/>
                  </a:lnTo>
                  <a:lnTo>
                    <a:pt x="33" y="9"/>
                  </a:lnTo>
                  <a:lnTo>
                    <a:pt x="35" y="9"/>
                  </a:lnTo>
                  <a:lnTo>
                    <a:pt x="37" y="9"/>
                  </a:lnTo>
                  <a:lnTo>
                    <a:pt x="40" y="9"/>
                  </a:lnTo>
                  <a:lnTo>
                    <a:pt x="42" y="9"/>
                  </a:lnTo>
                  <a:lnTo>
                    <a:pt x="44" y="9"/>
                  </a:lnTo>
                  <a:lnTo>
                    <a:pt x="46" y="9"/>
                  </a:lnTo>
                  <a:lnTo>
                    <a:pt x="49" y="9"/>
                  </a:lnTo>
                  <a:lnTo>
                    <a:pt x="51" y="9"/>
                  </a:lnTo>
                  <a:lnTo>
                    <a:pt x="53" y="9"/>
                  </a:lnTo>
                  <a:lnTo>
                    <a:pt x="56" y="9"/>
                  </a:lnTo>
                  <a:lnTo>
                    <a:pt x="58" y="9"/>
                  </a:lnTo>
                  <a:lnTo>
                    <a:pt x="60" y="9"/>
                  </a:lnTo>
                  <a:lnTo>
                    <a:pt x="63" y="9"/>
                  </a:lnTo>
                  <a:lnTo>
                    <a:pt x="65" y="9"/>
                  </a:lnTo>
                  <a:lnTo>
                    <a:pt x="67" y="9"/>
                  </a:lnTo>
                  <a:lnTo>
                    <a:pt x="69" y="9"/>
                  </a:lnTo>
                  <a:lnTo>
                    <a:pt x="72" y="9"/>
                  </a:lnTo>
                  <a:lnTo>
                    <a:pt x="74" y="11"/>
                  </a:lnTo>
                  <a:lnTo>
                    <a:pt x="76" y="11"/>
                  </a:lnTo>
                  <a:lnTo>
                    <a:pt x="79" y="11"/>
                  </a:lnTo>
                  <a:lnTo>
                    <a:pt x="81" y="11"/>
                  </a:lnTo>
                  <a:lnTo>
                    <a:pt x="83" y="11"/>
                  </a:lnTo>
                  <a:lnTo>
                    <a:pt x="86" y="11"/>
                  </a:lnTo>
                  <a:lnTo>
                    <a:pt x="88" y="11"/>
                  </a:lnTo>
                  <a:lnTo>
                    <a:pt x="90" y="11"/>
                  </a:lnTo>
                  <a:lnTo>
                    <a:pt x="92" y="11"/>
                  </a:lnTo>
                  <a:lnTo>
                    <a:pt x="95" y="11"/>
                  </a:lnTo>
                  <a:lnTo>
                    <a:pt x="97" y="11"/>
                  </a:lnTo>
                  <a:lnTo>
                    <a:pt x="99" y="11"/>
                  </a:lnTo>
                  <a:lnTo>
                    <a:pt x="102" y="9"/>
                  </a:lnTo>
                  <a:lnTo>
                    <a:pt x="104" y="9"/>
                  </a:lnTo>
                  <a:lnTo>
                    <a:pt x="106" y="7"/>
                  </a:lnTo>
                  <a:lnTo>
                    <a:pt x="109" y="7"/>
                  </a:lnTo>
                  <a:lnTo>
                    <a:pt x="111" y="4"/>
                  </a:lnTo>
                  <a:lnTo>
                    <a:pt x="113" y="4"/>
                  </a:lnTo>
                  <a:lnTo>
                    <a:pt x="115" y="2"/>
                  </a:lnTo>
                  <a:lnTo>
                    <a:pt x="118" y="2"/>
                  </a:lnTo>
                  <a:lnTo>
                    <a:pt x="120" y="2"/>
                  </a:lnTo>
                  <a:lnTo>
                    <a:pt x="122" y="0"/>
                  </a:lnTo>
                  <a:lnTo>
                    <a:pt x="125" y="0"/>
                  </a:lnTo>
                  <a:lnTo>
                    <a:pt x="127" y="2"/>
                  </a:lnTo>
                  <a:lnTo>
                    <a:pt x="129" y="2"/>
                  </a:lnTo>
                  <a:lnTo>
                    <a:pt x="132" y="4"/>
                  </a:lnTo>
                  <a:lnTo>
                    <a:pt x="134" y="7"/>
                  </a:lnTo>
                  <a:lnTo>
                    <a:pt x="136" y="9"/>
                  </a:lnTo>
                  <a:lnTo>
                    <a:pt x="141" y="14"/>
                  </a:lnTo>
                  <a:lnTo>
                    <a:pt x="141" y="16"/>
                  </a:lnTo>
                  <a:lnTo>
                    <a:pt x="143" y="18"/>
                  </a:lnTo>
                  <a:lnTo>
                    <a:pt x="143" y="21"/>
                  </a:lnTo>
                  <a:lnTo>
                    <a:pt x="145" y="23"/>
                  </a:lnTo>
                  <a:lnTo>
                    <a:pt x="148" y="25"/>
                  </a:lnTo>
                  <a:lnTo>
                    <a:pt x="152" y="30"/>
                  </a:lnTo>
                  <a:lnTo>
                    <a:pt x="150" y="30"/>
                  </a:lnTo>
                  <a:lnTo>
                    <a:pt x="152" y="30"/>
                  </a:lnTo>
                  <a:lnTo>
                    <a:pt x="155" y="32"/>
                  </a:lnTo>
                  <a:lnTo>
                    <a:pt x="157" y="32"/>
                  </a:lnTo>
                  <a:lnTo>
                    <a:pt x="159" y="32"/>
                  </a:lnTo>
                  <a:lnTo>
                    <a:pt x="162" y="30"/>
                  </a:lnTo>
                  <a:lnTo>
                    <a:pt x="164" y="30"/>
                  </a:lnTo>
                  <a:lnTo>
                    <a:pt x="166" y="30"/>
                  </a:lnTo>
                  <a:lnTo>
                    <a:pt x="168" y="28"/>
                  </a:lnTo>
                  <a:lnTo>
                    <a:pt x="171" y="28"/>
                  </a:lnTo>
                  <a:lnTo>
                    <a:pt x="173" y="28"/>
                  </a:lnTo>
                  <a:lnTo>
                    <a:pt x="175" y="28"/>
                  </a:lnTo>
                  <a:lnTo>
                    <a:pt x="178" y="28"/>
                  </a:lnTo>
                  <a:lnTo>
                    <a:pt x="180" y="30"/>
                  </a:lnTo>
                  <a:lnTo>
                    <a:pt x="182" y="30"/>
                  </a:lnTo>
                  <a:lnTo>
                    <a:pt x="185" y="32"/>
                  </a:lnTo>
                  <a:lnTo>
                    <a:pt x="187" y="34"/>
                  </a:lnTo>
                  <a:lnTo>
                    <a:pt x="189" y="37"/>
                  </a:lnTo>
                  <a:lnTo>
                    <a:pt x="191" y="39"/>
                  </a:lnTo>
                  <a:lnTo>
                    <a:pt x="194" y="41"/>
                  </a:lnTo>
                  <a:lnTo>
                    <a:pt x="196" y="41"/>
                  </a:lnTo>
                  <a:lnTo>
                    <a:pt x="198" y="44"/>
                  </a:lnTo>
                  <a:lnTo>
                    <a:pt x="201" y="44"/>
                  </a:lnTo>
                  <a:lnTo>
                    <a:pt x="203" y="44"/>
                  </a:lnTo>
                  <a:lnTo>
                    <a:pt x="205" y="44"/>
                  </a:lnTo>
                  <a:lnTo>
                    <a:pt x="208" y="44"/>
                  </a:lnTo>
                  <a:lnTo>
                    <a:pt x="210" y="41"/>
                  </a:lnTo>
                  <a:lnTo>
                    <a:pt x="212" y="39"/>
                  </a:lnTo>
                  <a:lnTo>
                    <a:pt x="214" y="39"/>
                  </a:lnTo>
                  <a:lnTo>
                    <a:pt x="217" y="37"/>
                  </a:lnTo>
                  <a:lnTo>
                    <a:pt x="219" y="34"/>
                  </a:lnTo>
                  <a:lnTo>
                    <a:pt x="221" y="32"/>
                  </a:lnTo>
                  <a:lnTo>
                    <a:pt x="224" y="30"/>
                  </a:lnTo>
                  <a:lnTo>
                    <a:pt x="226" y="28"/>
                  </a:lnTo>
                  <a:lnTo>
                    <a:pt x="228" y="25"/>
                  </a:lnTo>
                  <a:lnTo>
                    <a:pt x="231" y="25"/>
                  </a:lnTo>
                  <a:lnTo>
                    <a:pt x="233" y="23"/>
                  </a:lnTo>
                  <a:lnTo>
                    <a:pt x="235" y="21"/>
                  </a:lnTo>
                  <a:lnTo>
                    <a:pt x="237" y="21"/>
                  </a:lnTo>
                  <a:lnTo>
                    <a:pt x="240" y="21"/>
                  </a:lnTo>
                  <a:lnTo>
                    <a:pt x="242" y="18"/>
                  </a:lnTo>
                  <a:lnTo>
                    <a:pt x="244" y="18"/>
                  </a:lnTo>
                  <a:lnTo>
                    <a:pt x="247" y="21"/>
                  </a:lnTo>
                  <a:lnTo>
                    <a:pt x="249" y="21"/>
                  </a:lnTo>
                  <a:lnTo>
                    <a:pt x="251" y="21"/>
                  </a:lnTo>
                  <a:lnTo>
                    <a:pt x="254" y="23"/>
                  </a:lnTo>
                  <a:lnTo>
                    <a:pt x="256" y="23"/>
                  </a:lnTo>
                  <a:lnTo>
                    <a:pt x="258" y="23"/>
                  </a:lnTo>
                  <a:lnTo>
                    <a:pt x="260" y="25"/>
                  </a:lnTo>
                  <a:lnTo>
                    <a:pt x="263" y="28"/>
                  </a:lnTo>
                  <a:lnTo>
                    <a:pt x="265" y="28"/>
                  </a:lnTo>
                  <a:lnTo>
                    <a:pt x="267" y="30"/>
                  </a:lnTo>
                  <a:lnTo>
                    <a:pt x="270" y="32"/>
                  </a:lnTo>
                  <a:lnTo>
                    <a:pt x="272" y="32"/>
                  </a:lnTo>
                  <a:lnTo>
                    <a:pt x="274" y="34"/>
                  </a:lnTo>
                  <a:lnTo>
                    <a:pt x="277" y="37"/>
                  </a:lnTo>
                  <a:lnTo>
                    <a:pt x="279" y="37"/>
                  </a:lnTo>
                  <a:lnTo>
                    <a:pt x="281" y="39"/>
                  </a:lnTo>
                  <a:lnTo>
                    <a:pt x="284" y="41"/>
                  </a:lnTo>
                  <a:lnTo>
                    <a:pt x="286" y="44"/>
                  </a:lnTo>
                  <a:lnTo>
                    <a:pt x="288" y="46"/>
                  </a:lnTo>
                </a:path>
              </a:pathLst>
            </a:custGeom>
            <a:noFill/>
            <a:ln w="1270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51" name="Freeform 856"/>
            <p:cNvSpPr>
              <a:spLocks/>
            </p:cNvSpPr>
            <p:nvPr/>
          </p:nvSpPr>
          <p:spPr bwMode="auto">
            <a:xfrm>
              <a:off x="24941210" y="20393439"/>
              <a:ext cx="555626" cy="146052"/>
            </a:xfrm>
            <a:custGeom>
              <a:avLst/>
              <a:gdLst/>
              <a:ahLst/>
              <a:cxnLst>
                <a:cxn ang="0">
                  <a:pos x="5" y="7"/>
                </a:cxn>
                <a:cxn ang="0">
                  <a:pos x="5" y="7"/>
                </a:cxn>
                <a:cxn ang="0">
                  <a:pos x="9" y="13"/>
                </a:cxn>
                <a:cxn ang="0">
                  <a:pos x="14" y="18"/>
                </a:cxn>
                <a:cxn ang="0">
                  <a:pos x="19" y="20"/>
                </a:cxn>
                <a:cxn ang="0">
                  <a:pos x="23" y="23"/>
                </a:cxn>
                <a:cxn ang="0">
                  <a:pos x="28" y="23"/>
                </a:cxn>
                <a:cxn ang="0">
                  <a:pos x="32" y="23"/>
                </a:cxn>
                <a:cxn ang="0">
                  <a:pos x="37" y="20"/>
                </a:cxn>
                <a:cxn ang="0">
                  <a:pos x="42" y="18"/>
                </a:cxn>
                <a:cxn ang="0">
                  <a:pos x="46" y="18"/>
                </a:cxn>
                <a:cxn ang="0">
                  <a:pos x="51" y="18"/>
                </a:cxn>
                <a:cxn ang="0">
                  <a:pos x="55" y="18"/>
                </a:cxn>
                <a:cxn ang="0">
                  <a:pos x="60" y="18"/>
                </a:cxn>
                <a:cxn ang="0">
                  <a:pos x="65" y="18"/>
                </a:cxn>
                <a:cxn ang="0">
                  <a:pos x="69" y="18"/>
                </a:cxn>
                <a:cxn ang="0">
                  <a:pos x="74" y="18"/>
                </a:cxn>
                <a:cxn ang="0">
                  <a:pos x="78" y="16"/>
                </a:cxn>
                <a:cxn ang="0">
                  <a:pos x="83" y="13"/>
                </a:cxn>
                <a:cxn ang="0">
                  <a:pos x="88" y="13"/>
                </a:cxn>
                <a:cxn ang="0">
                  <a:pos x="92" y="13"/>
                </a:cxn>
                <a:cxn ang="0">
                  <a:pos x="97" y="11"/>
                </a:cxn>
                <a:cxn ang="0">
                  <a:pos x="101" y="11"/>
                </a:cxn>
                <a:cxn ang="0">
                  <a:pos x="106" y="11"/>
                </a:cxn>
                <a:cxn ang="0">
                  <a:pos x="111" y="11"/>
                </a:cxn>
                <a:cxn ang="0">
                  <a:pos x="115" y="9"/>
                </a:cxn>
                <a:cxn ang="0">
                  <a:pos x="120" y="7"/>
                </a:cxn>
                <a:cxn ang="0">
                  <a:pos x="124" y="4"/>
                </a:cxn>
                <a:cxn ang="0">
                  <a:pos x="129" y="2"/>
                </a:cxn>
                <a:cxn ang="0">
                  <a:pos x="134" y="0"/>
                </a:cxn>
                <a:cxn ang="0">
                  <a:pos x="138" y="0"/>
                </a:cxn>
                <a:cxn ang="0">
                  <a:pos x="143" y="0"/>
                </a:cxn>
                <a:cxn ang="0">
                  <a:pos x="147" y="0"/>
                </a:cxn>
                <a:cxn ang="0">
                  <a:pos x="152" y="0"/>
                </a:cxn>
                <a:cxn ang="0">
                  <a:pos x="157" y="2"/>
                </a:cxn>
                <a:cxn ang="0">
                  <a:pos x="161" y="4"/>
                </a:cxn>
                <a:cxn ang="0">
                  <a:pos x="166" y="7"/>
                </a:cxn>
                <a:cxn ang="0">
                  <a:pos x="170" y="7"/>
                </a:cxn>
                <a:cxn ang="0">
                  <a:pos x="175" y="9"/>
                </a:cxn>
              </a:cxnLst>
              <a:rect l="0" t="0" r="r" b="b"/>
              <a:pathLst>
                <a:path w="175" h="23">
                  <a:moveTo>
                    <a:pt x="0" y="2"/>
                  </a:moveTo>
                  <a:lnTo>
                    <a:pt x="5" y="7"/>
                  </a:lnTo>
                  <a:lnTo>
                    <a:pt x="2" y="7"/>
                  </a:lnTo>
                  <a:lnTo>
                    <a:pt x="5" y="7"/>
                  </a:lnTo>
                  <a:lnTo>
                    <a:pt x="9" y="11"/>
                  </a:lnTo>
                  <a:lnTo>
                    <a:pt x="9" y="13"/>
                  </a:lnTo>
                  <a:lnTo>
                    <a:pt x="12" y="16"/>
                  </a:lnTo>
                  <a:lnTo>
                    <a:pt x="14" y="18"/>
                  </a:lnTo>
                  <a:lnTo>
                    <a:pt x="16" y="20"/>
                  </a:lnTo>
                  <a:lnTo>
                    <a:pt x="19" y="20"/>
                  </a:lnTo>
                  <a:lnTo>
                    <a:pt x="21" y="23"/>
                  </a:lnTo>
                  <a:lnTo>
                    <a:pt x="23" y="23"/>
                  </a:lnTo>
                  <a:lnTo>
                    <a:pt x="25" y="23"/>
                  </a:lnTo>
                  <a:lnTo>
                    <a:pt x="28" y="23"/>
                  </a:lnTo>
                  <a:lnTo>
                    <a:pt x="30" y="23"/>
                  </a:lnTo>
                  <a:lnTo>
                    <a:pt x="32" y="23"/>
                  </a:lnTo>
                  <a:lnTo>
                    <a:pt x="35" y="20"/>
                  </a:lnTo>
                  <a:lnTo>
                    <a:pt x="37" y="20"/>
                  </a:lnTo>
                  <a:lnTo>
                    <a:pt x="39" y="18"/>
                  </a:lnTo>
                  <a:lnTo>
                    <a:pt x="42" y="18"/>
                  </a:lnTo>
                  <a:lnTo>
                    <a:pt x="44" y="18"/>
                  </a:lnTo>
                  <a:lnTo>
                    <a:pt x="46" y="18"/>
                  </a:lnTo>
                  <a:lnTo>
                    <a:pt x="48" y="18"/>
                  </a:lnTo>
                  <a:lnTo>
                    <a:pt x="51" y="18"/>
                  </a:lnTo>
                  <a:lnTo>
                    <a:pt x="53" y="18"/>
                  </a:lnTo>
                  <a:lnTo>
                    <a:pt x="55" y="18"/>
                  </a:lnTo>
                  <a:lnTo>
                    <a:pt x="58" y="18"/>
                  </a:lnTo>
                  <a:lnTo>
                    <a:pt x="60" y="18"/>
                  </a:lnTo>
                  <a:lnTo>
                    <a:pt x="62" y="18"/>
                  </a:lnTo>
                  <a:lnTo>
                    <a:pt x="65" y="18"/>
                  </a:lnTo>
                  <a:lnTo>
                    <a:pt x="67" y="18"/>
                  </a:lnTo>
                  <a:lnTo>
                    <a:pt x="69" y="18"/>
                  </a:lnTo>
                  <a:lnTo>
                    <a:pt x="71" y="18"/>
                  </a:lnTo>
                  <a:lnTo>
                    <a:pt x="74" y="18"/>
                  </a:lnTo>
                  <a:lnTo>
                    <a:pt x="76" y="16"/>
                  </a:lnTo>
                  <a:lnTo>
                    <a:pt x="78" y="16"/>
                  </a:lnTo>
                  <a:lnTo>
                    <a:pt x="81" y="16"/>
                  </a:lnTo>
                  <a:lnTo>
                    <a:pt x="83" y="13"/>
                  </a:lnTo>
                  <a:lnTo>
                    <a:pt x="85" y="13"/>
                  </a:lnTo>
                  <a:lnTo>
                    <a:pt x="88" y="13"/>
                  </a:lnTo>
                  <a:lnTo>
                    <a:pt x="90" y="13"/>
                  </a:lnTo>
                  <a:lnTo>
                    <a:pt x="92" y="13"/>
                  </a:lnTo>
                  <a:lnTo>
                    <a:pt x="94" y="11"/>
                  </a:lnTo>
                  <a:lnTo>
                    <a:pt x="97" y="11"/>
                  </a:lnTo>
                  <a:lnTo>
                    <a:pt x="99" y="11"/>
                  </a:lnTo>
                  <a:lnTo>
                    <a:pt x="101" y="11"/>
                  </a:lnTo>
                  <a:lnTo>
                    <a:pt x="104" y="11"/>
                  </a:lnTo>
                  <a:lnTo>
                    <a:pt x="106" y="11"/>
                  </a:lnTo>
                  <a:lnTo>
                    <a:pt x="108" y="11"/>
                  </a:lnTo>
                  <a:lnTo>
                    <a:pt x="111" y="11"/>
                  </a:lnTo>
                  <a:lnTo>
                    <a:pt x="113" y="11"/>
                  </a:lnTo>
                  <a:lnTo>
                    <a:pt x="115" y="9"/>
                  </a:lnTo>
                  <a:lnTo>
                    <a:pt x="118" y="9"/>
                  </a:lnTo>
                  <a:lnTo>
                    <a:pt x="120" y="7"/>
                  </a:lnTo>
                  <a:lnTo>
                    <a:pt x="122" y="7"/>
                  </a:lnTo>
                  <a:lnTo>
                    <a:pt x="124" y="4"/>
                  </a:lnTo>
                  <a:lnTo>
                    <a:pt x="127" y="4"/>
                  </a:lnTo>
                  <a:lnTo>
                    <a:pt x="129" y="2"/>
                  </a:lnTo>
                  <a:lnTo>
                    <a:pt x="131" y="2"/>
                  </a:lnTo>
                  <a:lnTo>
                    <a:pt x="134" y="0"/>
                  </a:lnTo>
                  <a:lnTo>
                    <a:pt x="136" y="0"/>
                  </a:lnTo>
                  <a:lnTo>
                    <a:pt x="138" y="0"/>
                  </a:lnTo>
                  <a:lnTo>
                    <a:pt x="141" y="0"/>
                  </a:lnTo>
                  <a:lnTo>
                    <a:pt x="143" y="0"/>
                  </a:lnTo>
                  <a:lnTo>
                    <a:pt x="145" y="0"/>
                  </a:lnTo>
                  <a:lnTo>
                    <a:pt x="147" y="0"/>
                  </a:lnTo>
                  <a:lnTo>
                    <a:pt x="150" y="0"/>
                  </a:lnTo>
                  <a:lnTo>
                    <a:pt x="152" y="0"/>
                  </a:lnTo>
                  <a:lnTo>
                    <a:pt x="154" y="2"/>
                  </a:lnTo>
                  <a:lnTo>
                    <a:pt x="157" y="2"/>
                  </a:lnTo>
                  <a:lnTo>
                    <a:pt x="159" y="4"/>
                  </a:lnTo>
                  <a:lnTo>
                    <a:pt x="161" y="4"/>
                  </a:lnTo>
                  <a:lnTo>
                    <a:pt x="164" y="7"/>
                  </a:lnTo>
                  <a:lnTo>
                    <a:pt x="166" y="7"/>
                  </a:lnTo>
                  <a:lnTo>
                    <a:pt x="168" y="7"/>
                  </a:lnTo>
                  <a:lnTo>
                    <a:pt x="170" y="7"/>
                  </a:lnTo>
                  <a:lnTo>
                    <a:pt x="173" y="9"/>
                  </a:lnTo>
                  <a:lnTo>
                    <a:pt x="175" y="9"/>
                  </a:lnTo>
                </a:path>
              </a:pathLst>
            </a:custGeom>
            <a:noFill/>
            <a:ln w="1270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52" name="Freeform 188"/>
            <p:cNvSpPr>
              <a:spLocks/>
            </p:cNvSpPr>
            <p:nvPr/>
          </p:nvSpPr>
          <p:spPr bwMode="auto">
            <a:xfrm>
              <a:off x="24026810" y="20158487"/>
              <a:ext cx="930276" cy="381000"/>
            </a:xfrm>
            <a:custGeom>
              <a:avLst/>
              <a:gdLst/>
              <a:ahLst/>
              <a:cxnLst>
                <a:cxn ang="0">
                  <a:pos x="5" y="9"/>
                </a:cxn>
                <a:cxn ang="0">
                  <a:pos x="12" y="7"/>
                </a:cxn>
                <a:cxn ang="0">
                  <a:pos x="19" y="4"/>
                </a:cxn>
                <a:cxn ang="0">
                  <a:pos x="26" y="2"/>
                </a:cxn>
                <a:cxn ang="0">
                  <a:pos x="33" y="0"/>
                </a:cxn>
                <a:cxn ang="0">
                  <a:pos x="40" y="0"/>
                </a:cxn>
                <a:cxn ang="0">
                  <a:pos x="46" y="2"/>
                </a:cxn>
                <a:cxn ang="0">
                  <a:pos x="53" y="2"/>
                </a:cxn>
                <a:cxn ang="0">
                  <a:pos x="60" y="4"/>
                </a:cxn>
                <a:cxn ang="0">
                  <a:pos x="67" y="4"/>
                </a:cxn>
                <a:cxn ang="0">
                  <a:pos x="74" y="2"/>
                </a:cxn>
                <a:cxn ang="0">
                  <a:pos x="81" y="2"/>
                </a:cxn>
                <a:cxn ang="0">
                  <a:pos x="88" y="2"/>
                </a:cxn>
                <a:cxn ang="0">
                  <a:pos x="95" y="2"/>
                </a:cxn>
                <a:cxn ang="0">
                  <a:pos x="102" y="2"/>
                </a:cxn>
                <a:cxn ang="0">
                  <a:pos x="109" y="4"/>
                </a:cxn>
                <a:cxn ang="0">
                  <a:pos x="115" y="4"/>
                </a:cxn>
                <a:cxn ang="0">
                  <a:pos x="122" y="7"/>
                </a:cxn>
                <a:cxn ang="0">
                  <a:pos x="129" y="9"/>
                </a:cxn>
                <a:cxn ang="0">
                  <a:pos x="136" y="14"/>
                </a:cxn>
                <a:cxn ang="0">
                  <a:pos x="143" y="21"/>
                </a:cxn>
                <a:cxn ang="0">
                  <a:pos x="150" y="27"/>
                </a:cxn>
                <a:cxn ang="0">
                  <a:pos x="157" y="32"/>
                </a:cxn>
                <a:cxn ang="0">
                  <a:pos x="164" y="34"/>
                </a:cxn>
                <a:cxn ang="0">
                  <a:pos x="171" y="34"/>
                </a:cxn>
                <a:cxn ang="0">
                  <a:pos x="178" y="34"/>
                </a:cxn>
                <a:cxn ang="0">
                  <a:pos x="185" y="37"/>
                </a:cxn>
                <a:cxn ang="0">
                  <a:pos x="191" y="41"/>
                </a:cxn>
                <a:cxn ang="0">
                  <a:pos x="198" y="46"/>
                </a:cxn>
                <a:cxn ang="0">
                  <a:pos x="205" y="46"/>
                </a:cxn>
                <a:cxn ang="0">
                  <a:pos x="212" y="46"/>
                </a:cxn>
                <a:cxn ang="0">
                  <a:pos x="219" y="41"/>
                </a:cxn>
                <a:cxn ang="0">
                  <a:pos x="226" y="37"/>
                </a:cxn>
                <a:cxn ang="0">
                  <a:pos x="233" y="30"/>
                </a:cxn>
                <a:cxn ang="0">
                  <a:pos x="240" y="25"/>
                </a:cxn>
                <a:cxn ang="0">
                  <a:pos x="247" y="21"/>
                </a:cxn>
                <a:cxn ang="0">
                  <a:pos x="254" y="21"/>
                </a:cxn>
                <a:cxn ang="0">
                  <a:pos x="260" y="23"/>
                </a:cxn>
                <a:cxn ang="0">
                  <a:pos x="270" y="30"/>
                </a:cxn>
                <a:cxn ang="0">
                  <a:pos x="274" y="37"/>
                </a:cxn>
                <a:cxn ang="0">
                  <a:pos x="281" y="46"/>
                </a:cxn>
                <a:cxn ang="0">
                  <a:pos x="288" y="55"/>
                </a:cxn>
              </a:cxnLst>
              <a:rect l="0" t="0" r="r" b="b"/>
              <a:pathLst>
                <a:path w="293" h="60">
                  <a:moveTo>
                    <a:pt x="0" y="11"/>
                  </a:moveTo>
                  <a:lnTo>
                    <a:pt x="3" y="11"/>
                  </a:lnTo>
                  <a:lnTo>
                    <a:pt x="5" y="9"/>
                  </a:lnTo>
                  <a:lnTo>
                    <a:pt x="7" y="9"/>
                  </a:lnTo>
                  <a:lnTo>
                    <a:pt x="10" y="9"/>
                  </a:lnTo>
                  <a:lnTo>
                    <a:pt x="12" y="7"/>
                  </a:lnTo>
                  <a:lnTo>
                    <a:pt x="14" y="7"/>
                  </a:lnTo>
                  <a:lnTo>
                    <a:pt x="16" y="4"/>
                  </a:lnTo>
                  <a:lnTo>
                    <a:pt x="19" y="4"/>
                  </a:lnTo>
                  <a:lnTo>
                    <a:pt x="21" y="2"/>
                  </a:lnTo>
                  <a:lnTo>
                    <a:pt x="23" y="2"/>
                  </a:lnTo>
                  <a:lnTo>
                    <a:pt x="26" y="2"/>
                  </a:lnTo>
                  <a:lnTo>
                    <a:pt x="28" y="0"/>
                  </a:lnTo>
                  <a:lnTo>
                    <a:pt x="30" y="0"/>
                  </a:lnTo>
                  <a:lnTo>
                    <a:pt x="33" y="0"/>
                  </a:lnTo>
                  <a:lnTo>
                    <a:pt x="35" y="0"/>
                  </a:lnTo>
                  <a:lnTo>
                    <a:pt x="37" y="0"/>
                  </a:lnTo>
                  <a:lnTo>
                    <a:pt x="40" y="0"/>
                  </a:lnTo>
                  <a:lnTo>
                    <a:pt x="42" y="0"/>
                  </a:lnTo>
                  <a:lnTo>
                    <a:pt x="44" y="2"/>
                  </a:lnTo>
                  <a:lnTo>
                    <a:pt x="46" y="2"/>
                  </a:lnTo>
                  <a:lnTo>
                    <a:pt x="49" y="2"/>
                  </a:lnTo>
                  <a:lnTo>
                    <a:pt x="51" y="2"/>
                  </a:lnTo>
                  <a:lnTo>
                    <a:pt x="53" y="2"/>
                  </a:lnTo>
                  <a:lnTo>
                    <a:pt x="56" y="2"/>
                  </a:lnTo>
                  <a:lnTo>
                    <a:pt x="58" y="4"/>
                  </a:lnTo>
                  <a:lnTo>
                    <a:pt x="60" y="4"/>
                  </a:lnTo>
                  <a:lnTo>
                    <a:pt x="63" y="4"/>
                  </a:lnTo>
                  <a:lnTo>
                    <a:pt x="65" y="4"/>
                  </a:lnTo>
                  <a:lnTo>
                    <a:pt x="67" y="4"/>
                  </a:lnTo>
                  <a:lnTo>
                    <a:pt x="69" y="4"/>
                  </a:lnTo>
                  <a:lnTo>
                    <a:pt x="72" y="2"/>
                  </a:lnTo>
                  <a:lnTo>
                    <a:pt x="74" y="2"/>
                  </a:lnTo>
                  <a:lnTo>
                    <a:pt x="76" y="2"/>
                  </a:lnTo>
                  <a:lnTo>
                    <a:pt x="79" y="2"/>
                  </a:lnTo>
                  <a:lnTo>
                    <a:pt x="81" y="2"/>
                  </a:lnTo>
                  <a:lnTo>
                    <a:pt x="83" y="2"/>
                  </a:lnTo>
                  <a:lnTo>
                    <a:pt x="86" y="2"/>
                  </a:lnTo>
                  <a:lnTo>
                    <a:pt x="88" y="2"/>
                  </a:lnTo>
                  <a:lnTo>
                    <a:pt x="90" y="2"/>
                  </a:lnTo>
                  <a:lnTo>
                    <a:pt x="92" y="2"/>
                  </a:lnTo>
                  <a:lnTo>
                    <a:pt x="95" y="2"/>
                  </a:lnTo>
                  <a:lnTo>
                    <a:pt x="97" y="2"/>
                  </a:lnTo>
                  <a:lnTo>
                    <a:pt x="99" y="2"/>
                  </a:lnTo>
                  <a:lnTo>
                    <a:pt x="102" y="2"/>
                  </a:lnTo>
                  <a:lnTo>
                    <a:pt x="104" y="4"/>
                  </a:lnTo>
                  <a:lnTo>
                    <a:pt x="106" y="4"/>
                  </a:lnTo>
                  <a:lnTo>
                    <a:pt x="109" y="4"/>
                  </a:lnTo>
                  <a:lnTo>
                    <a:pt x="111" y="4"/>
                  </a:lnTo>
                  <a:lnTo>
                    <a:pt x="113" y="4"/>
                  </a:lnTo>
                  <a:lnTo>
                    <a:pt x="115" y="4"/>
                  </a:lnTo>
                  <a:lnTo>
                    <a:pt x="118" y="4"/>
                  </a:lnTo>
                  <a:lnTo>
                    <a:pt x="120" y="7"/>
                  </a:lnTo>
                  <a:lnTo>
                    <a:pt x="122" y="7"/>
                  </a:lnTo>
                  <a:lnTo>
                    <a:pt x="125" y="7"/>
                  </a:lnTo>
                  <a:lnTo>
                    <a:pt x="127" y="7"/>
                  </a:lnTo>
                  <a:lnTo>
                    <a:pt x="129" y="9"/>
                  </a:lnTo>
                  <a:lnTo>
                    <a:pt x="132" y="9"/>
                  </a:lnTo>
                  <a:lnTo>
                    <a:pt x="134" y="11"/>
                  </a:lnTo>
                  <a:lnTo>
                    <a:pt x="136" y="14"/>
                  </a:lnTo>
                  <a:lnTo>
                    <a:pt x="138" y="16"/>
                  </a:lnTo>
                  <a:lnTo>
                    <a:pt x="141" y="18"/>
                  </a:lnTo>
                  <a:lnTo>
                    <a:pt x="143" y="21"/>
                  </a:lnTo>
                  <a:lnTo>
                    <a:pt x="145" y="23"/>
                  </a:lnTo>
                  <a:lnTo>
                    <a:pt x="148" y="25"/>
                  </a:lnTo>
                  <a:lnTo>
                    <a:pt x="150" y="27"/>
                  </a:lnTo>
                  <a:lnTo>
                    <a:pt x="152" y="30"/>
                  </a:lnTo>
                  <a:lnTo>
                    <a:pt x="155" y="32"/>
                  </a:lnTo>
                  <a:lnTo>
                    <a:pt x="157" y="32"/>
                  </a:lnTo>
                  <a:lnTo>
                    <a:pt x="159" y="32"/>
                  </a:lnTo>
                  <a:lnTo>
                    <a:pt x="162" y="34"/>
                  </a:lnTo>
                  <a:lnTo>
                    <a:pt x="164" y="34"/>
                  </a:lnTo>
                  <a:lnTo>
                    <a:pt x="166" y="34"/>
                  </a:lnTo>
                  <a:lnTo>
                    <a:pt x="168" y="34"/>
                  </a:lnTo>
                  <a:lnTo>
                    <a:pt x="171" y="34"/>
                  </a:lnTo>
                  <a:lnTo>
                    <a:pt x="173" y="34"/>
                  </a:lnTo>
                  <a:lnTo>
                    <a:pt x="175" y="34"/>
                  </a:lnTo>
                  <a:lnTo>
                    <a:pt x="178" y="34"/>
                  </a:lnTo>
                  <a:lnTo>
                    <a:pt x="180" y="34"/>
                  </a:lnTo>
                  <a:lnTo>
                    <a:pt x="182" y="34"/>
                  </a:lnTo>
                  <a:lnTo>
                    <a:pt x="185" y="37"/>
                  </a:lnTo>
                  <a:lnTo>
                    <a:pt x="187" y="39"/>
                  </a:lnTo>
                  <a:lnTo>
                    <a:pt x="189" y="39"/>
                  </a:lnTo>
                  <a:lnTo>
                    <a:pt x="191" y="41"/>
                  </a:lnTo>
                  <a:lnTo>
                    <a:pt x="194" y="44"/>
                  </a:lnTo>
                  <a:lnTo>
                    <a:pt x="196" y="44"/>
                  </a:lnTo>
                  <a:lnTo>
                    <a:pt x="198" y="46"/>
                  </a:lnTo>
                  <a:lnTo>
                    <a:pt x="201" y="46"/>
                  </a:lnTo>
                  <a:lnTo>
                    <a:pt x="203" y="46"/>
                  </a:lnTo>
                  <a:lnTo>
                    <a:pt x="205" y="46"/>
                  </a:lnTo>
                  <a:lnTo>
                    <a:pt x="208" y="46"/>
                  </a:lnTo>
                  <a:lnTo>
                    <a:pt x="210" y="46"/>
                  </a:lnTo>
                  <a:lnTo>
                    <a:pt x="212" y="46"/>
                  </a:lnTo>
                  <a:lnTo>
                    <a:pt x="214" y="44"/>
                  </a:lnTo>
                  <a:lnTo>
                    <a:pt x="217" y="44"/>
                  </a:lnTo>
                  <a:lnTo>
                    <a:pt x="219" y="41"/>
                  </a:lnTo>
                  <a:lnTo>
                    <a:pt x="221" y="39"/>
                  </a:lnTo>
                  <a:lnTo>
                    <a:pt x="224" y="37"/>
                  </a:lnTo>
                  <a:lnTo>
                    <a:pt x="226" y="37"/>
                  </a:lnTo>
                  <a:lnTo>
                    <a:pt x="228" y="34"/>
                  </a:lnTo>
                  <a:lnTo>
                    <a:pt x="231" y="32"/>
                  </a:lnTo>
                  <a:lnTo>
                    <a:pt x="233" y="30"/>
                  </a:lnTo>
                  <a:lnTo>
                    <a:pt x="235" y="27"/>
                  </a:lnTo>
                  <a:lnTo>
                    <a:pt x="237" y="27"/>
                  </a:lnTo>
                  <a:lnTo>
                    <a:pt x="240" y="25"/>
                  </a:lnTo>
                  <a:lnTo>
                    <a:pt x="242" y="23"/>
                  </a:lnTo>
                  <a:lnTo>
                    <a:pt x="244" y="23"/>
                  </a:lnTo>
                  <a:lnTo>
                    <a:pt x="247" y="21"/>
                  </a:lnTo>
                  <a:lnTo>
                    <a:pt x="249" y="21"/>
                  </a:lnTo>
                  <a:lnTo>
                    <a:pt x="251" y="21"/>
                  </a:lnTo>
                  <a:lnTo>
                    <a:pt x="254" y="21"/>
                  </a:lnTo>
                  <a:lnTo>
                    <a:pt x="256" y="21"/>
                  </a:lnTo>
                  <a:lnTo>
                    <a:pt x="258" y="21"/>
                  </a:lnTo>
                  <a:lnTo>
                    <a:pt x="260" y="23"/>
                  </a:lnTo>
                  <a:lnTo>
                    <a:pt x="263" y="25"/>
                  </a:lnTo>
                  <a:lnTo>
                    <a:pt x="265" y="25"/>
                  </a:lnTo>
                  <a:lnTo>
                    <a:pt x="270" y="30"/>
                  </a:lnTo>
                  <a:lnTo>
                    <a:pt x="270" y="32"/>
                  </a:lnTo>
                  <a:lnTo>
                    <a:pt x="272" y="34"/>
                  </a:lnTo>
                  <a:lnTo>
                    <a:pt x="274" y="37"/>
                  </a:lnTo>
                  <a:lnTo>
                    <a:pt x="279" y="41"/>
                  </a:lnTo>
                  <a:lnTo>
                    <a:pt x="279" y="44"/>
                  </a:lnTo>
                  <a:lnTo>
                    <a:pt x="281" y="46"/>
                  </a:lnTo>
                  <a:lnTo>
                    <a:pt x="284" y="48"/>
                  </a:lnTo>
                  <a:lnTo>
                    <a:pt x="288" y="53"/>
                  </a:lnTo>
                  <a:lnTo>
                    <a:pt x="288" y="55"/>
                  </a:lnTo>
                  <a:lnTo>
                    <a:pt x="290" y="57"/>
                  </a:lnTo>
                  <a:lnTo>
                    <a:pt x="293" y="60"/>
                  </a:lnTo>
                </a:path>
              </a:pathLst>
            </a:cu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53" name="Freeform 189"/>
            <p:cNvSpPr>
              <a:spLocks/>
            </p:cNvSpPr>
            <p:nvPr/>
          </p:nvSpPr>
          <p:spPr bwMode="auto">
            <a:xfrm>
              <a:off x="24957084" y="20475987"/>
              <a:ext cx="539750" cy="107952"/>
            </a:xfrm>
            <a:custGeom>
              <a:avLst/>
              <a:gdLst/>
              <a:ahLst/>
              <a:cxnLst>
                <a:cxn ang="0">
                  <a:pos x="2" y="10"/>
                </a:cxn>
                <a:cxn ang="0">
                  <a:pos x="7" y="14"/>
                </a:cxn>
                <a:cxn ang="0">
                  <a:pos x="11" y="17"/>
                </a:cxn>
                <a:cxn ang="0">
                  <a:pos x="16" y="17"/>
                </a:cxn>
                <a:cxn ang="0">
                  <a:pos x="20" y="17"/>
                </a:cxn>
                <a:cxn ang="0">
                  <a:pos x="25" y="14"/>
                </a:cxn>
                <a:cxn ang="0">
                  <a:pos x="30" y="14"/>
                </a:cxn>
                <a:cxn ang="0">
                  <a:pos x="34" y="12"/>
                </a:cxn>
                <a:cxn ang="0">
                  <a:pos x="39" y="10"/>
                </a:cxn>
                <a:cxn ang="0">
                  <a:pos x="43" y="10"/>
                </a:cxn>
                <a:cxn ang="0">
                  <a:pos x="48" y="10"/>
                </a:cxn>
                <a:cxn ang="0">
                  <a:pos x="53" y="10"/>
                </a:cxn>
                <a:cxn ang="0">
                  <a:pos x="57" y="10"/>
                </a:cxn>
                <a:cxn ang="0">
                  <a:pos x="62" y="10"/>
                </a:cxn>
                <a:cxn ang="0">
                  <a:pos x="66" y="7"/>
                </a:cxn>
                <a:cxn ang="0">
                  <a:pos x="71" y="5"/>
                </a:cxn>
                <a:cxn ang="0">
                  <a:pos x="76" y="5"/>
                </a:cxn>
                <a:cxn ang="0">
                  <a:pos x="80" y="3"/>
                </a:cxn>
                <a:cxn ang="0">
                  <a:pos x="85" y="0"/>
                </a:cxn>
                <a:cxn ang="0">
                  <a:pos x="89" y="3"/>
                </a:cxn>
                <a:cxn ang="0">
                  <a:pos x="94" y="3"/>
                </a:cxn>
                <a:cxn ang="0">
                  <a:pos x="99" y="5"/>
                </a:cxn>
                <a:cxn ang="0">
                  <a:pos x="103" y="5"/>
                </a:cxn>
                <a:cxn ang="0">
                  <a:pos x="108" y="5"/>
                </a:cxn>
                <a:cxn ang="0">
                  <a:pos x="113" y="5"/>
                </a:cxn>
                <a:cxn ang="0">
                  <a:pos x="117" y="5"/>
                </a:cxn>
                <a:cxn ang="0">
                  <a:pos x="122" y="3"/>
                </a:cxn>
                <a:cxn ang="0">
                  <a:pos x="126" y="3"/>
                </a:cxn>
                <a:cxn ang="0">
                  <a:pos x="131" y="3"/>
                </a:cxn>
                <a:cxn ang="0">
                  <a:pos x="136" y="3"/>
                </a:cxn>
                <a:cxn ang="0">
                  <a:pos x="140" y="3"/>
                </a:cxn>
                <a:cxn ang="0">
                  <a:pos x="145" y="5"/>
                </a:cxn>
                <a:cxn ang="0">
                  <a:pos x="149" y="5"/>
                </a:cxn>
                <a:cxn ang="0">
                  <a:pos x="154" y="3"/>
                </a:cxn>
                <a:cxn ang="0">
                  <a:pos x="159" y="3"/>
                </a:cxn>
                <a:cxn ang="0">
                  <a:pos x="163" y="3"/>
                </a:cxn>
                <a:cxn ang="0">
                  <a:pos x="168" y="0"/>
                </a:cxn>
              </a:cxnLst>
              <a:rect l="0" t="0" r="r" b="b"/>
              <a:pathLst>
                <a:path w="170" h="17">
                  <a:moveTo>
                    <a:pt x="0" y="10"/>
                  </a:moveTo>
                  <a:lnTo>
                    <a:pt x="2" y="10"/>
                  </a:lnTo>
                  <a:lnTo>
                    <a:pt x="4" y="12"/>
                  </a:lnTo>
                  <a:lnTo>
                    <a:pt x="7" y="14"/>
                  </a:lnTo>
                  <a:lnTo>
                    <a:pt x="9" y="14"/>
                  </a:lnTo>
                  <a:lnTo>
                    <a:pt x="11" y="17"/>
                  </a:lnTo>
                  <a:lnTo>
                    <a:pt x="14" y="17"/>
                  </a:lnTo>
                  <a:lnTo>
                    <a:pt x="16" y="17"/>
                  </a:lnTo>
                  <a:lnTo>
                    <a:pt x="18" y="17"/>
                  </a:lnTo>
                  <a:lnTo>
                    <a:pt x="20" y="17"/>
                  </a:lnTo>
                  <a:lnTo>
                    <a:pt x="23" y="17"/>
                  </a:lnTo>
                  <a:lnTo>
                    <a:pt x="25" y="14"/>
                  </a:lnTo>
                  <a:lnTo>
                    <a:pt x="27" y="14"/>
                  </a:lnTo>
                  <a:lnTo>
                    <a:pt x="30" y="14"/>
                  </a:lnTo>
                  <a:lnTo>
                    <a:pt x="32" y="12"/>
                  </a:lnTo>
                  <a:lnTo>
                    <a:pt x="34" y="12"/>
                  </a:lnTo>
                  <a:lnTo>
                    <a:pt x="37" y="12"/>
                  </a:lnTo>
                  <a:lnTo>
                    <a:pt x="39" y="10"/>
                  </a:lnTo>
                  <a:lnTo>
                    <a:pt x="41" y="10"/>
                  </a:lnTo>
                  <a:lnTo>
                    <a:pt x="43" y="10"/>
                  </a:lnTo>
                  <a:lnTo>
                    <a:pt x="46" y="10"/>
                  </a:lnTo>
                  <a:lnTo>
                    <a:pt x="48" y="10"/>
                  </a:lnTo>
                  <a:lnTo>
                    <a:pt x="50" y="10"/>
                  </a:lnTo>
                  <a:lnTo>
                    <a:pt x="53" y="10"/>
                  </a:lnTo>
                  <a:lnTo>
                    <a:pt x="55" y="10"/>
                  </a:lnTo>
                  <a:lnTo>
                    <a:pt x="57" y="10"/>
                  </a:lnTo>
                  <a:lnTo>
                    <a:pt x="60" y="10"/>
                  </a:lnTo>
                  <a:lnTo>
                    <a:pt x="62" y="10"/>
                  </a:lnTo>
                  <a:lnTo>
                    <a:pt x="64" y="10"/>
                  </a:lnTo>
                  <a:lnTo>
                    <a:pt x="66" y="7"/>
                  </a:lnTo>
                  <a:lnTo>
                    <a:pt x="69" y="7"/>
                  </a:lnTo>
                  <a:lnTo>
                    <a:pt x="71" y="5"/>
                  </a:lnTo>
                  <a:lnTo>
                    <a:pt x="73" y="5"/>
                  </a:lnTo>
                  <a:lnTo>
                    <a:pt x="76" y="5"/>
                  </a:lnTo>
                  <a:lnTo>
                    <a:pt x="78" y="3"/>
                  </a:lnTo>
                  <a:lnTo>
                    <a:pt x="80" y="3"/>
                  </a:lnTo>
                  <a:lnTo>
                    <a:pt x="83" y="3"/>
                  </a:lnTo>
                  <a:lnTo>
                    <a:pt x="85" y="0"/>
                  </a:lnTo>
                  <a:lnTo>
                    <a:pt x="87" y="0"/>
                  </a:lnTo>
                  <a:lnTo>
                    <a:pt x="89" y="3"/>
                  </a:lnTo>
                  <a:lnTo>
                    <a:pt x="92" y="3"/>
                  </a:lnTo>
                  <a:lnTo>
                    <a:pt x="94" y="3"/>
                  </a:lnTo>
                  <a:lnTo>
                    <a:pt x="96" y="3"/>
                  </a:lnTo>
                  <a:lnTo>
                    <a:pt x="99" y="5"/>
                  </a:lnTo>
                  <a:lnTo>
                    <a:pt x="101" y="5"/>
                  </a:lnTo>
                  <a:lnTo>
                    <a:pt x="103" y="5"/>
                  </a:lnTo>
                  <a:lnTo>
                    <a:pt x="106" y="5"/>
                  </a:lnTo>
                  <a:lnTo>
                    <a:pt x="108" y="5"/>
                  </a:lnTo>
                  <a:lnTo>
                    <a:pt x="110" y="5"/>
                  </a:lnTo>
                  <a:lnTo>
                    <a:pt x="113" y="5"/>
                  </a:lnTo>
                  <a:lnTo>
                    <a:pt x="115" y="5"/>
                  </a:lnTo>
                  <a:lnTo>
                    <a:pt x="117" y="5"/>
                  </a:lnTo>
                  <a:lnTo>
                    <a:pt x="119" y="3"/>
                  </a:lnTo>
                  <a:lnTo>
                    <a:pt x="122" y="3"/>
                  </a:lnTo>
                  <a:lnTo>
                    <a:pt x="124" y="3"/>
                  </a:lnTo>
                  <a:lnTo>
                    <a:pt x="126" y="3"/>
                  </a:lnTo>
                  <a:lnTo>
                    <a:pt x="129" y="3"/>
                  </a:lnTo>
                  <a:lnTo>
                    <a:pt x="131" y="3"/>
                  </a:lnTo>
                  <a:lnTo>
                    <a:pt x="133" y="3"/>
                  </a:lnTo>
                  <a:lnTo>
                    <a:pt x="136" y="3"/>
                  </a:lnTo>
                  <a:lnTo>
                    <a:pt x="138" y="3"/>
                  </a:lnTo>
                  <a:lnTo>
                    <a:pt x="140" y="3"/>
                  </a:lnTo>
                  <a:lnTo>
                    <a:pt x="142" y="3"/>
                  </a:lnTo>
                  <a:lnTo>
                    <a:pt x="145" y="5"/>
                  </a:lnTo>
                  <a:lnTo>
                    <a:pt x="147" y="5"/>
                  </a:lnTo>
                  <a:lnTo>
                    <a:pt x="149" y="5"/>
                  </a:lnTo>
                  <a:lnTo>
                    <a:pt x="152" y="5"/>
                  </a:lnTo>
                  <a:lnTo>
                    <a:pt x="154" y="3"/>
                  </a:lnTo>
                  <a:lnTo>
                    <a:pt x="156" y="3"/>
                  </a:lnTo>
                  <a:lnTo>
                    <a:pt x="159" y="3"/>
                  </a:lnTo>
                  <a:lnTo>
                    <a:pt x="161" y="3"/>
                  </a:lnTo>
                  <a:lnTo>
                    <a:pt x="163" y="3"/>
                  </a:lnTo>
                  <a:lnTo>
                    <a:pt x="165" y="0"/>
                  </a:lnTo>
                  <a:lnTo>
                    <a:pt x="168" y="0"/>
                  </a:lnTo>
                  <a:lnTo>
                    <a:pt x="170" y="0"/>
                  </a:lnTo>
                </a:path>
              </a:pathLst>
            </a:cu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54" name="Line 192"/>
            <p:cNvSpPr>
              <a:spLocks noChangeShapeType="1"/>
            </p:cNvSpPr>
            <p:nvPr/>
          </p:nvSpPr>
          <p:spPr bwMode="auto">
            <a:xfrm>
              <a:off x="24290334" y="20101339"/>
              <a:ext cx="3176" cy="1587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55" name="Freeform 195"/>
            <p:cNvSpPr>
              <a:spLocks/>
            </p:cNvSpPr>
            <p:nvPr/>
          </p:nvSpPr>
          <p:spPr bwMode="auto">
            <a:xfrm>
              <a:off x="24026810" y="20069587"/>
              <a:ext cx="930276" cy="279400"/>
            </a:xfrm>
            <a:custGeom>
              <a:avLst/>
              <a:gdLst/>
              <a:ahLst/>
              <a:cxnLst>
                <a:cxn ang="0">
                  <a:pos x="5" y="21"/>
                </a:cxn>
                <a:cxn ang="0">
                  <a:pos x="12" y="18"/>
                </a:cxn>
                <a:cxn ang="0">
                  <a:pos x="19" y="18"/>
                </a:cxn>
                <a:cxn ang="0">
                  <a:pos x="26" y="18"/>
                </a:cxn>
                <a:cxn ang="0">
                  <a:pos x="33" y="18"/>
                </a:cxn>
                <a:cxn ang="0">
                  <a:pos x="40" y="21"/>
                </a:cxn>
                <a:cxn ang="0">
                  <a:pos x="46" y="21"/>
                </a:cxn>
                <a:cxn ang="0">
                  <a:pos x="53" y="18"/>
                </a:cxn>
                <a:cxn ang="0">
                  <a:pos x="60" y="14"/>
                </a:cxn>
                <a:cxn ang="0">
                  <a:pos x="67" y="11"/>
                </a:cxn>
                <a:cxn ang="0">
                  <a:pos x="74" y="9"/>
                </a:cxn>
                <a:cxn ang="0">
                  <a:pos x="81" y="11"/>
                </a:cxn>
                <a:cxn ang="0">
                  <a:pos x="88" y="11"/>
                </a:cxn>
                <a:cxn ang="0">
                  <a:pos x="95" y="14"/>
                </a:cxn>
                <a:cxn ang="0">
                  <a:pos x="102" y="11"/>
                </a:cxn>
                <a:cxn ang="0">
                  <a:pos x="109" y="9"/>
                </a:cxn>
                <a:cxn ang="0">
                  <a:pos x="115" y="5"/>
                </a:cxn>
                <a:cxn ang="0">
                  <a:pos x="122" y="0"/>
                </a:cxn>
                <a:cxn ang="0">
                  <a:pos x="129" y="2"/>
                </a:cxn>
                <a:cxn ang="0">
                  <a:pos x="136" y="9"/>
                </a:cxn>
                <a:cxn ang="0">
                  <a:pos x="143" y="21"/>
                </a:cxn>
                <a:cxn ang="0">
                  <a:pos x="150" y="28"/>
                </a:cxn>
                <a:cxn ang="0">
                  <a:pos x="157" y="32"/>
                </a:cxn>
                <a:cxn ang="0">
                  <a:pos x="164" y="32"/>
                </a:cxn>
                <a:cxn ang="0">
                  <a:pos x="171" y="30"/>
                </a:cxn>
                <a:cxn ang="0">
                  <a:pos x="178" y="30"/>
                </a:cxn>
                <a:cxn ang="0">
                  <a:pos x="185" y="35"/>
                </a:cxn>
                <a:cxn ang="0">
                  <a:pos x="191" y="39"/>
                </a:cxn>
                <a:cxn ang="0">
                  <a:pos x="198" y="44"/>
                </a:cxn>
                <a:cxn ang="0">
                  <a:pos x="205" y="41"/>
                </a:cxn>
                <a:cxn ang="0">
                  <a:pos x="212" y="39"/>
                </a:cxn>
                <a:cxn ang="0">
                  <a:pos x="219" y="32"/>
                </a:cxn>
                <a:cxn ang="0">
                  <a:pos x="226" y="25"/>
                </a:cxn>
                <a:cxn ang="0">
                  <a:pos x="233" y="18"/>
                </a:cxn>
                <a:cxn ang="0">
                  <a:pos x="240" y="11"/>
                </a:cxn>
                <a:cxn ang="0">
                  <a:pos x="247" y="5"/>
                </a:cxn>
                <a:cxn ang="0">
                  <a:pos x="254" y="0"/>
                </a:cxn>
                <a:cxn ang="0">
                  <a:pos x="260" y="0"/>
                </a:cxn>
                <a:cxn ang="0">
                  <a:pos x="267" y="0"/>
                </a:cxn>
                <a:cxn ang="0">
                  <a:pos x="274" y="5"/>
                </a:cxn>
                <a:cxn ang="0">
                  <a:pos x="281" y="14"/>
                </a:cxn>
                <a:cxn ang="0">
                  <a:pos x="288" y="21"/>
                </a:cxn>
              </a:cxnLst>
              <a:rect l="0" t="0" r="r" b="b"/>
              <a:pathLst>
                <a:path w="293" h="44">
                  <a:moveTo>
                    <a:pt x="0" y="21"/>
                  </a:moveTo>
                  <a:lnTo>
                    <a:pt x="3" y="21"/>
                  </a:lnTo>
                  <a:lnTo>
                    <a:pt x="5" y="21"/>
                  </a:lnTo>
                  <a:lnTo>
                    <a:pt x="7" y="21"/>
                  </a:lnTo>
                  <a:lnTo>
                    <a:pt x="10" y="18"/>
                  </a:lnTo>
                  <a:lnTo>
                    <a:pt x="12" y="18"/>
                  </a:lnTo>
                  <a:lnTo>
                    <a:pt x="14" y="18"/>
                  </a:lnTo>
                  <a:lnTo>
                    <a:pt x="16" y="18"/>
                  </a:lnTo>
                  <a:lnTo>
                    <a:pt x="19" y="18"/>
                  </a:lnTo>
                  <a:lnTo>
                    <a:pt x="21" y="18"/>
                  </a:lnTo>
                  <a:lnTo>
                    <a:pt x="23" y="18"/>
                  </a:lnTo>
                  <a:lnTo>
                    <a:pt x="26" y="18"/>
                  </a:lnTo>
                  <a:lnTo>
                    <a:pt x="28" y="18"/>
                  </a:lnTo>
                  <a:lnTo>
                    <a:pt x="30" y="18"/>
                  </a:lnTo>
                  <a:lnTo>
                    <a:pt x="33" y="18"/>
                  </a:lnTo>
                  <a:lnTo>
                    <a:pt x="35" y="21"/>
                  </a:lnTo>
                  <a:lnTo>
                    <a:pt x="37" y="21"/>
                  </a:lnTo>
                  <a:lnTo>
                    <a:pt x="40" y="21"/>
                  </a:lnTo>
                  <a:lnTo>
                    <a:pt x="42" y="21"/>
                  </a:lnTo>
                  <a:lnTo>
                    <a:pt x="44" y="21"/>
                  </a:lnTo>
                  <a:lnTo>
                    <a:pt x="46" y="21"/>
                  </a:lnTo>
                  <a:lnTo>
                    <a:pt x="49" y="21"/>
                  </a:lnTo>
                  <a:lnTo>
                    <a:pt x="51" y="18"/>
                  </a:lnTo>
                  <a:lnTo>
                    <a:pt x="53" y="18"/>
                  </a:lnTo>
                  <a:lnTo>
                    <a:pt x="56" y="16"/>
                  </a:lnTo>
                  <a:lnTo>
                    <a:pt x="58" y="16"/>
                  </a:lnTo>
                  <a:lnTo>
                    <a:pt x="60" y="14"/>
                  </a:lnTo>
                  <a:lnTo>
                    <a:pt x="63" y="14"/>
                  </a:lnTo>
                  <a:lnTo>
                    <a:pt x="65" y="11"/>
                  </a:lnTo>
                  <a:lnTo>
                    <a:pt x="67" y="11"/>
                  </a:lnTo>
                  <a:lnTo>
                    <a:pt x="69" y="11"/>
                  </a:lnTo>
                  <a:lnTo>
                    <a:pt x="72" y="11"/>
                  </a:lnTo>
                  <a:lnTo>
                    <a:pt x="74" y="9"/>
                  </a:lnTo>
                  <a:lnTo>
                    <a:pt x="76" y="9"/>
                  </a:lnTo>
                  <a:lnTo>
                    <a:pt x="79" y="11"/>
                  </a:lnTo>
                  <a:lnTo>
                    <a:pt x="81" y="11"/>
                  </a:lnTo>
                  <a:lnTo>
                    <a:pt x="83" y="11"/>
                  </a:lnTo>
                  <a:lnTo>
                    <a:pt x="86" y="11"/>
                  </a:lnTo>
                  <a:lnTo>
                    <a:pt x="88" y="11"/>
                  </a:lnTo>
                  <a:lnTo>
                    <a:pt x="90" y="14"/>
                  </a:lnTo>
                  <a:lnTo>
                    <a:pt x="92" y="14"/>
                  </a:lnTo>
                  <a:lnTo>
                    <a:pt x="95" y="14"/>
                  </a:lnTo>
                  <a:lnTo>
                    <a:pt x="97" y="14"/>
                  </a:lnTo>
                  <a:lnTo>
                    <a:pt x="99" y="14"/>
                  </a:lnTo>
                  <a:lnTo>
                    <a:pt x="102" y="11"/>
                  </a:lnTo>
                  <a:lnTo>
                    <a:pt x="104" y="11"/>
                  </a:lnTo>
                  <a:lnTo>
                    <a:pt x="106" y="9"/>
                  </a:lnTo>
                  <a:lnTo>
                    <a:pt x="109" y="9"/>
                  </a:lnTo>
                  <a:lnTo>
                    <a:pt x="111" y="7"/>
                  </a:lnTo>
                  <a:lnTo>
                    <a:pt x="113" y="5"/>
                  </a:lnTo>
                  <a:lnTo>
                    <a:pt x="115" y="5"/>
                  </a:lnTo>
                  <a:lnTo>
                    <a:pt x="118" y="2"/>
                  </a:lnTo>
                  <a:lnTo>
                    <a:pt x="120" y="2"/>
                  </a:lnTo>
                  <a:lnTo>
                    <a:pt x="122" y="0"/>
                  </a:lnTo>
                  <a:lnTo>
                    <a:pt x="125" y="0"/>
                  </a:lnTo>
                  <a:lnTo>
                    <a:pt x="127" y="0"/>
                  </a:lnTo>
                  <a:lnTo>
                    <a:pt x="129" y="2"/>
                  </a:lnTo>
                  <a:lnTo>
                    <a:pt x="132" y="5"/>
                  </a:lnTo>
                  <a:lnTo>
                    <a:pt x="134" y="7"/>
                  </a:lnTo>
                  <a:lnTo>
                    <a:pt x="136" y="9"/>
                  </a:lnTo>
                  <a:lnTo>
                    <a:pt x="138" y="11"/>
                  </a:lnTo>
                  <a:lnTo>
                    <a:pt x="143" y="16"/>
                  </a:lnTo>
                  <a:lnTo>
                    <a:pt x="143" y="21"/>
                  </a:lnTo>
                  <a:lnTo>
                    <a:pt x="145" y="23"/>
                  </a:lnTo>
                  <a:lnTo>
                    <a:pt x="148" y="25"/>
                  </a:lnTo>
                  <a:lnTo>
                    <a:pt x="150" y="28"/>
                  </a:lnTo>
                  <a:lnTo>
                    <a:pt x="152" y="30"/>
                  </a:lnTo>
                  <a:lnTo>
                    <a:pt x="155" y="32"/>
                  </a:lnTo>
                  <a:lnTo>
                    <a:pt x="157" y="32"/>
                  </a:lnTo>
                  <a:lnTo>
                    <a:pt x="159" y="32"/>
                  </a:lnTo>
                  <a:lnTo>
                    <a:pt x="162" y="32"/>
                  </a:lnTo>
                  <a:lnTo>
                    <a:pt x="164" y="32"/>
                  </a:lnTo>
                  <a:lnTo>
                    <a:pt x="166" y="30"/>
                  </a:lnTo>
                  <a:lnTo>
                    <a:pt x="168" y="30"/>
                  </a:lnTo>
                  <a:lnTo>
                    <a:pt x="171" y="30"/>
                  </a:lnTo>
                  <a:lnTo>
                    <a:pt x="173" y="30"/>
                  </a:lnTo>
                  <a:lnTo>
                    <a:pt x="175" y="30"/>
                  </a:lnTo>
                  <a:lnTo>
                    <a:pt x="178" y="30"/>
                  </a:lnTo>
                  <a:lnTo>
                    <a:pt x="180" y="30"/>
                  </a:lnTo>
                  <a:lnTo>
                    <a:pt x="182" y="32"/>
                  </a:lnTo>
                  <a:lnTo>
                    <a:pt x="185" y="35"/>
                  </a:lnTo>
                  <a:lnTo>
                    <a:pt x="187" y="37"/>
                  </a:lnTo>
                  <a:lnTo>
                    <a:pt x="189" y="39"/>
                  </a:lnTo>
                  <a:lnTo>
                    <a:pt x="191" y="39"/>
                  </a:lnTo>
                  <a:lnTo>
                    <a:pt x="194" y="41"/>
                  </a:lnTo>
                  <a:lnTo>
                    <a:pt x="196" y="44"/>
                  </a:lnTo>
                  <a:lnTo>
                    <a:pt x="198" y="44"/>
                  </a:lnTo>
                  <a:lnTo>
                    <a:pt x="201" y="44"/>
                  </a:lnTo>
                  <a:lnTo>
                    <a:pt x="203" y="44"/>
                  </a:lnTo>
                  <a:lnTo>
                    <a:pt x="205" y="41"/>
                  </a:lnTo>
                  <a:lnTo>
                    <a:pt x="208" y="41"/>
                  </a:lnTo>
                  <a:lnTo>
                    <a:pt x="210" y="39"/>
                  </a:lnTo>
                  <a:lnTo>
                    <a:pt x="212" y="39"/>
                  </a:lnTo>
                  <a:lnTo>
                    <a:pt x="214" y="37"/>
                  </a:lnTo>
                  <a:lnTo>
                    <a:pt x="217" y="35"/>
                  </a:lnTo>
                  <a:lnTo>
                    <a:pt x="219" y="32"/>
                  </a:lnTo>
                  <a:lnTo>
                    <a:pt x="221" y="30"/>
                  </a:lnTo>
                  <a:lnTo>
                    <a:pt x="224" y="28"/>
                  </a:lnTo>
                  <a:lnTo>
                    <a:pt x="226" y="25"/>
                  </a:lnTo>
                  <a:lnTo>
                    <a:pt x="228" y="23"/>
                  </a:lnTo>
                  <a:lnTo>
                    <a:pt x="231" y="21"/>
                  </a:lnTo>
                  <a:lnTo>
                    <a:pt x="233" y="18"/>
                  </a:lnTo>
                  <a:lnTo>
                    <a:pt x="235" y="16"/>
                  </a:lnTo>
                  <a:lnTo>
                    <a:pt x="237" y="14"/>
                  </a:lnTo>
                  <a:lnTo>
                    <a:pt x="240" y="11"/>
                  </a:lnTo>
                  <a:lnTo>
                    <a:pt x="242" y="9"/>
                  </a:lnTo>
                  <a:lnTo>
                    <a:pt x="244" y="7"/>
                  </a:lnTo>
                  <a:lnTo>
                    <a:pt x="247" y="5"/>
                  </a:lnTo>
                  <a:lnTo>
                    <a:pt x="249" y="2"/>
                  </a:lnTo>
                  <a:lnTo>
                    <a:pt x="251" y="2"/>
                  </a:lnTo>
                  <a:lnTo>
                    <a:pt x="254" y="0"/>
                  </a:lnTo>
                  <a:lnTo>
                    <a:pt x="256" y="0"/>
                  </a:lnTo>
                  <a:lnTo>
                    <a:pt x="258" y="0"/>
                  </a:lnTo>
                  <a:lnTo>
                    <a:pt x="260" y="0"/>
                  </a:lnTo>
                  <a:lnTo>
                    <a:pt x="263" y="0"/>
                  </a:lnTo>
                  <a:lnTo>
                    <a:pt x="265" y="0"/>
                  </a:lnTo>
                  <a:lnTo>
                    <a:pt x="267" y="0"/>
                  </a:lnTo>
                  <a:lnTo>
                    <a:pt x="270" y="2"/>
                  </a:lnTo>
                  <a:lnTo>
                    <a:pt x="272" y="5"/>
                  </a:lnTo>
                  <a:lnTo>
                    <a:pt x="274" y="5"/>
                  </a:lnTo>
                  <a:lnTo>
                    <a:pt x="277" y="7"/>
                  </a:lnTo>
                  <a:lnTo>
                    <a:pt x="281" y="11"/>
                  </a:lnTo>
                  <a:lnTo>
                    <a:pt x="281" y="14"/>
                  </a:lnTo>
                  <a:lnTo>
                    <a:pt x="284" y="14"/>
                  </a:lnTo>
                  <a:lnTo>
                    <a:pt x="288" y="18"/>
                  </a:lnTo>
                  <a:lnTo>
                    <a:pt x="288" y="21"/>
                  </a:lnTo>
                  <a:lnTo>
                    <a:pt x="290" y="23"/>
                  </a:lnTo>
                  <a:lnTo>
                    <a:pt x="293" y="25"/>
                  </a:lnTo>
                </a:path>
              </a:pathLst>
            </a:custGeom>
            <a:noFill/>
            <a:ln w="12700" cap="flat">
              <a:solidFill>
                <a:srgbClr val="C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56" name="Freeform 196"/>
            <p:cNvSpPr>
              <a:spLocks/>
            </p:cNvSpPr>
            <p:nvPr/>
          </p:nvSpPr>
          <p:spPr bwMode="auto">
            <a:xfrm>
              <a:off x="24957084" y="20228339"/>
              <a:ext cx="539750" cy="146052"/>
            </a:xfrm>
            <a:custGeom>
              <a:avLst/>
              <a:gdLst/>
              <a:ahLst/>
              <a:cxnLst>
                <a:cxn ang="0">
                  <a:pos x="2" y="3"/>
                </a:cxn>
                <a:cxn ang="0">
                  <a:pos x="7" y="10"/>
                </a:cxn>
                <a:cxn ang="0">
                  <a:pos x="11" y="14"/>
                </a:cxn>
                <a:cxn ang="0">
                  <a:pos x="16" y="16"/>
                </a:cxn>
                <a:cxn ang="0">
                  <a:pos x="20" y="19"/>
                </a:cxn>
                <a:cxn ang="0">
                  <a:pos x="25" y="19"/>
                </a:cxn>
                <a:cxn ang="0">
                  <a:pos x="30" y="19"/>
                </a:cxn>
                <a:cxn ang="0">
                  <a:pos x="34" y="16"/>
                </a:cxn>
                <a:cxn ang="0">
                  <a:pos x="39" y="16"/>
                </a:cxn>
                <a:cxn ang="0">
                  <a:pos x="43" y="19"/>
                </a:cxn>
                <a:cxn ang="0">
                  <a:pos x="48" y="19"/>
                </a:cxn>
                <a:cxn ang="0">
                  <a:pos x="53" y="21"/>
                </a:cxn>
                <a:cxn ang="0">
                  <a:pos x="57" y="23"/>
                </a:cxn>
                <a:cxn ang="0">
                  <a:pos x="62" y="23"/>
                </a:cxn>
                <a:cxn ang="0">
                  <a:pos x="66" y="23"/>
                </a:cxn>
                <a:cxn ang="0">
                  <a:pos x="71" y="23"/>
                </a:cxn>
                <a:cxn ang="0">
                  <a:pos x="76" y="21"/>
                </a:cxn>
                <a:cxn ang="0">
                  <a:pos x="80" y="19"/>
                </a:cxn>
                <a:cxn ang="0">
                  <a:pos x="85" y="19"/>
                </a:cxn>
                <a:cxn ang="0">
                  <a:pos x="89" y="16"/>
                </a:cxn>
                <a:cxn ang="0">
                  <a:pos x="94" y="16"/>
                </a:cxn>
                <a:cxn ang="0">
                  <a:pos x="99" y="16"/>
                </a:cxn>
                <a:cxn ang="0">
                  <a:pos x="103" y="16"/>
                </a:cxn>
                <a:cxn ang="0">
                  <a:pos x="108" y="14"/>
                </a:cxn>
                <a:cxn ang="0">
                  <a:pos x="113" y="14"/>
                </a:cxn>
                <a:cxn ang="0">
                  <a:pos x="117" y="12"/>
                </a:cxn>
                <a:cxn ang="0">
                  <a:pos x="122" y="12"/>
                </a:cxn>
                <a:cxn ang="0">
                  <a:pos x="126" y="12"/>
                </a:cxn>
                <a:cxn ang="0">
                  <a:pos x="131" y="10"/>
                </a:cxn>
                <a:cxn ang="0">
                  <a:pos x="136" y="10"/>
                </a:cxn>
                <a:cxn ang="0">
                  <a:pos x="140" y="12"/>
                </a:cxn>
                <a:cxn ang="0">
                  <a:pos x="145" y="12"/>
                </a:cxn>
                <a:cxn ang="0">
                  <a:pos x="149" y="14"/>
                </a:cxn>
                <a:cxn ang="0">
                  <a:pos x="154" y="16"/>
                </a:cxn>
                <a:cxn ang="0">
                  <a:pos x="159" y="16"/>
                </a:cxn>
                <a:cxn ang="0">
                  <a:pos x="163" y="19"/>
                </a:cxn>
                <a:cxn ang="0">
                  <a:pos x="168" y="19"/>
                </a:cxn>
              </a:cxnLst>
              <a:rect l="0" t="0" r="r" b="b"/>
              <a:pathLst>
                <a:path w="170" h="23">
                  <a:moveTo>
                    <a:pt x="0" y="0"/>
                  </a:moveTo>
                  <a:lnTo>
                    <a:pt x="2" y="3"/>
                  </a:lnTo>
                  <a:lnTo>
                    <a:pt x="7" y="7"/>
                  </a:lnTo>
                  <a:lnTo>
                    <a:pt x="7" y="10"/>
                  </a:lnTo>
                  <a:lnTo>
                    <a:pt x="9" y="12"/>
                  </a:lnTo>
                  <a:lnTo>
                    <a:pt x="11" y="14"/>
                  </a:lnTo>
                  <a:lnTo>
                    <a:pt x="14" y="14"/>
                  </a:lnTo>
                  <a:lnTo>
                    <a:pt x="16" y="16"/>
                  </a:lnTo>
                  <a:lnTo>
                    <a:pt x="18" y="16"/>
                  </a:lnTo>
                  <a:lnTo>
                    <a:pt x="20" y="19"/>
                  </a:lnTo>
                  <a:lnTo>
                    <a:pt x="23" y="19"/>
                  </a:lnTo>
                  <a:lnTo>
                    <a:pt x="25" y="19"/>
                  </a:lnTo>
                  <a:lnTo>
                    <a:pt x="27" y="19"/>
                  </a:lnTo>
                  <a:lnTo>
                    <a:pt x="30" y="19"/>
                  </a:lnTo>
                  <a:lnTo>
                    <a:pt x="32" y="19"/>
                  </a:lnTo>
                  <a:lnTo>
                    <a:pt x="34" y="16"/>
                  </a:lnTo>
                  <a:lnTo>
                    <a:pt x="37" y="16"/>
                  </a:lnTo>
                  <a:lnTo>
                    <a:pt x="39" y="16"/>
                  </a:lnTo>
                  <a:lnTo>
                    <a:pt x="41" y="19"/>
                  </a:lnTo>
                  <a:lnTo>
                    <a:pt x="43" y="19"/>
                  </a:lnTo>
                  <a:lnTo>
                    <a:pt x="46" y="19"/>
                  </a:lnTo>
                  <a:lnTo>
                    <a:pt x="48" y="19"/>
                  </a:lnTo>
                  <a:lnTo>
                    <a:pt x="50" y="21"/>
                  </a:lnTo>
                  <a:lnTo>
                    <a:pt x="53" y="21"/>
                  </a:lnTo>
                  <a:lnTo>
                    <a:pt x="55" y="21"/>
                  </a:lnTo>
                  <a:lnTo>
                    <a:pt x="57" y="23"/>
                  </a:lnTo>
                  <a:lnTo>
                    <a:pt x="60" y="23"/>
                  </a:lnTo>
                  <a:lnTo>
                    <a:pt x="62" y="23"/>
                  </a:lnTo>
                  <a:lnTo>
                    <a:pt x="64" y="23"/>
                  </a:lnTo>
                  <a:lnTo>
                    <a:pt x="66" y="23"/>
                  </a:lnTo>
                  <a:lnTo>
                    <a:pt x="69" y="23"/>
                  </a:lnTo>
                  <a:lnTo>
                    <a:pt x="71" y="23"/>
                  </a:lnTo>
                  <a:lnTo>
                    <a:pt x="73" y="23"/>
                  </a:lnTo>
                  <a:lnTo>
                    <a:pt x="76" y="21"/>
                  </a:lnTo>
                  <a:lnTo>
                    <a:pt x="78" y="21"/>
                  </a:lnTo>
                  <a:lnTo>
                    <a:pt x="80" y="19"/>
                  </a:lnTo>
                  <a:lnTo>
                    <a:pt x="83" y="19"/>
                  </a:lnTo>
                  <a:lnTo>
                    <a:pt x="85" y="19"/>
                  </a:lnTo>
                  <a:lnTo>
                    <a:pt x="87" y="16"/>
                  </a:lnTo>
                  <a:lnTo>
                    <a:pt x="89" y="16"/>
                  </a:lnTo>
                  <a:lnTo>
                    <a:pt x="92" y="16"/>
                  </a:lnTo>
                  <a:lnTo>
                    <a:pt x="94" y="16"/>
                  </a:lnTo>
                  <a:lnTo>
                    <a:pt x="96" y="16"/>
                  </a:lnTo>
                  <a:lnTo>
                    <a:pt x="99" y="16"/>
                  </a:lnTo>
                  <a:lnTo>
                    <a:pt x="101" y="16"/>
                  </a:lnTo>
                  <a:lnTo>
                    <a:pt x="103" y="16"/>
                  </a:lnTo>
                  <a:lnTo>
                    <a:pt x="106" y="14"/>
                  </a:lnTo>
                  <a:lnTo>
                    <a:pt x="108" y="14"/>
                  </a:lnTo>
                  <a:lnTo>
                    <a:pt x="110" y="14"/>
                  </a:lnTo>
                  <a:lnTo>
                    <a:pt x="113" y="14"/>
                  </a:lnTo>
                  <a:lnTo>
                    <a:pt x="115" y="14"/>
                  </a:lnTo>
                  <a:lnTo>
                    <a:pt x="117" y="12"/>
                  </a:lnTo>
                  <a:lnTo>
                    <a:pt x="119" y="12"/>
                  </a:lnTo>
                  <a:lnTo>
                    <a:pt x="122" y="12"/>
                  </a:lnTo>
                  <a:lnTo>
                    <a:pt x="124" y="12"/>
                  </a:lnTo>
                  <a:lnTo>
                    <a:pt x="126" y="12"/>
                  </a:lnTo>
                  <a:lnTo>
                    <a:pt x="129" y="10"/>
                  </a:lnTo>
                  <a:lnTo>
                    <a:pt x="131" y="10"/>
                  </a:lnTo>
                  <a:lnTo>
                    <a:pt x="133" y="10"/>
                  </a:lnTo>
                  <a:lnTo>
                    <a:pt x="136" y="10"/>
                  </a:lnTo>
                  <a:lnTo>
                    <a:pt x="138" y="10"/>
                  </a:lnTo>
                  <a:lnTo>
                    <a:pt x="140" y="12"/>
                  </a:lnTo>
                  <a:lnTo>
                    <a:pt x="142" y="12"/>
                  </a:lnTo>
                  <a:lnTo>
                    <a:pt x="145" y="12"/>
                  </a:lnTo>
                  <a:lnTo>
                    <a:pt x="147" y="14"/>
                  </a:lnTo>
                  <a:lnTo>
                    <a:pt x="149" y="14"/>
                  </a:lnTo>
                  <a:lnTo>
                    <a:pt x="152" y="14"/>
                  </a:lnTo>
                  <a:lnTo>
                    <a:pt x="154" y="16"/>
                  </a:lnTo>
                  <a:lnTo>
                    <a:pt x="156" y="16"/>
                  </a:lnTo>
                  <a:lnTo>
                    <a:pt x="159" y="16"/>
                  </a:lnTo>
                  <a:lnTo>
                    <a:pt x="161" y="16"/>
                  </a:lnTo>
                  <a:lnTo>
                    <a:pt x="163" y="19"/>
                  </a:lnTo>
                  <a:lnTo>
                    <a:pt x="165" y="19"/>
                  </a:lnTo>
                  <a:lnTo>
                    <a:pt x="168" y="19"/>
                  </a:lnTo>
                  <a:lnTo>
                    <a:pt x="170" y="19"/>
                  </a:lnTo>
                </a:path>
              </a:pathLst>
            </a:custGeom>
            <a:noFill/>
            <a:ln w="12700" cap="flat">
              <a:solidFill>
                <a:srgbClr val="C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grpSp>
          <p:nvGrpSpPr>
            <p:cNvPr id="657" name="Group 656"/>
            <p:cNvGrpSpPr/>
            <p:nvPr/>
          </p:nvGrpSpPr>
          <p:grpSpPr>
            <a:xfrm>
              <a:off x="22426534" y="16359515"/>
              <a:ext cx="64834" cy="4300542"/>
              <a:chOff x="3164701" y="659606"/>
              <a:chExt cx="32417" cy="2150271"/>
            </a:xfrm>
          </p:grpSpPr>
          <p:sp>
            <p:nvSpPr>
              <p:cNvPr id="669" name="Line 497"/>
              <p:cNvSpPr>
                <a:spLocks noChangeShapeType="1"/>
              </p:cNvSpPr>
              <p:nvPr/>
            </p:nvSpPr>
            <p:spPr bwMode="auto">
              <a:xfrm>
                <a:off x="3164701" y="659606"/>
                <a:ext cx="32417" cy="1"/>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70" name="Line 497"/>
              <p:cNvSpPr>
                <a:spLocks noChangeShapeType="1"/>
              </p:cNvSpPr>
              <p:nvPr/>
            </p:nvSpPr>
            <p:spPr bwMode="auto">
              <a:xfrm>
                <a:off x="3164701" y="1140621"/>
                <a:ext cx="32417" cy="1"/>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71" name="Line 497"/>
              <p:cNvSpPr>
                <a:spLocks noChangeShapeType="1"/>
              </p:cNvSpPr>
              <p:nvPr/>
            </p:nvSpPr>
            <p:spPr bwMode="auto">
              <a:xfrm>
                <a:off x="3164701" y="1493043"/>
                <a:ext cx="32417" cy="1"/>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72" name="Line 497"/>
              <p:cNvSpPr>
                <a:spLocks noChangeShapeType="1"/>
              </p:cNvSpPr>
              <p:nvPr/>
            </p:nvSpPr>
            <p:spPr bwMode="auto">
              <a:xfrm>
                <a:off x="3164701" y="1976439"/>
                <a:ext cx="32417" cy="1"/>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73" name="Line 497"/>
              <p:cNvSpPr>
                <a:spLocks noChangeShapeType="1"/>
              </p:cNvSpPr>
              <p:nvPr/>
            </p:nvSpPr>
            <p:spPr bwMode="auto">
              <a:xfrm>
                <a:off x="3164701" y="2328861"/>
                <a:ext cx="32417" cy="1"/>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74" name="Line 497"/>
              <p:cNvSpPr>
                <a:spLocks noChangeShapeType="1"/>
              </p:cNvSpPr>
              <p:nvPr/>
            </p:nvSpPr>
            <p:spPr bwMode="auto">
              <a:xfrm>
                <a:off x="3164701" y="2809876"/>
                <a:ext cx="32417" cy="1"/>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grpSp>
        <p:grpSp>
          <p:nvGrpSpPr>
            <p:cNvPr id="658" name="Group 657"/>
            <p:cNvGrpSpPr/>
            <p:nvPr/>
          </p:nvGrpSpPr>
          <p:grpSpPr>
            <a:xfrm>
              <a:off x="24255330" y="16354753"/>
              <a:ext cx="64834" cy="4300542"/>
              <a:chOff x="3164701" y="659606"/>
              <a:chExt cx="32417" cy="2150271"/>
            </a:xfrm>
          </p:grpSpPr>
          <p:sp>
            <p:nvSpPr>
              <p:cNvPr id="663" name="Line 497"/>
              <p:cNvSpPr>
                <a:spLocks noChangeShapeType="1"/>
              </p:cNvSpPr>
              <p:nvPr/>
            </p:nvSpPr>
            <p:spPr bwMode="auto">
              <a:xfrm>
                <a:off x="3164701" y="659606"/>
                <a:ext cx="32417" cy="1"/>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64" name="Line 497"/>
              <p:cNvSpPr>
                <a:spLocks noChangeShapeType="1"/>
              </p:cNvSpPr>
              <p:nvPr/>
            </p:nvSpPr>
            <p:spPr bwMode="auto">
              <a:xfrm>
                <a:off x="3164701" y="1143002"/>
                <a:ext cx="32417" cy="1"/>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65" name="Line 497"/>
              <p:cNvSpPr>
                <a:spLocks noChangeShapeType="1"/>
              </p:cNvSpPr>
              <p:nvPr/>
            </p:nvSpPr>
            <p:spPr bwMode="auto">
              <a:xfrm>
                <a:off x="3164701" y="1493043"/>
                <a:ext cx="32417" cy="1"/>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66" name="Line 497"/>
              <p:cNvSpPr>
                <a:spLocks noChangeShapeType="1"/>
              </p:cNvSpPr>
              <p:nvPr/>
            </p:nvSpPr>
            <p:spPr bwMode="auto">
              <a:xfrm>
                <a:off x="3164701" y="1978820"/>
                <a:ext cx="32417" cy="1"/>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67" name="Line 497"/>
              <p:cNvSpPr>
                <a:spLocks noChangeShapeType="1"/>
              </p:cNvSpPr>
              <p:nvPr/>
            </p:nvSpPr>
            <p:spPr bwMode="auto">
              <a:xfrm>
                <a:off x="3164701" y="2328861"/>
                <a:ext cx="32417" cy="1"/>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68" name="Line 497"/>
              <p:cNvSpPr>
                <a:spLocks noChangeShapeType="1"/>
              </p:cNvSpPr>
              <p:nvPr/>
            </p:nvSpPr>
            <p:spPr bwMode="auto">
              <a:xfrm>
                <a:off x="3164701" y="2809876"/>
                <a:ext cx="32417" cy="1"/>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grpSp>
        <p:sp>
          <p:nvSpPr>
            <p:cNvPr id="659" name="Freeform 98"/>
            <p:cNvSpPr>
              <a:spLocks/>
            </p:cNvSpPr>
            <p:nvPr/>
          </p:nvSpPr>
          <p:spPr bwMode="auto">
            <a:xfrm>
              <a:off x="22202514" y="18351897"/>
              <a:ext cx="869950" cy="457200"/>
            </a:xfrm>
            <a:custGeom>
              <a:avLst/>
              <a:gdLst/>
              <a:ahLst/>
              <a:cxnLst>
                <a:cxn ang="0">
                  <a:pos x="5" y="33"/>
                </a:cxn>
                <a:cxn ang="0">
                  <a:pos x="12" y="30"/>
                </a:cxn>
                <a:cxn ang="0">
                  <a:pos x="19" y="26"/>
                </a:cxn>
                <a:cxn ang="0">
                  <a:pos x="26" y="23"/>
                </a:cxn>
                <a:cxn ang="0">
                  <a:pos x="32" y="21"/>
                </a:cxn>
                <a:cxn ang="0">
                  <a:pos x="39" y="23"/>
                </a:cxn>
                <a:cxn ang="0">
                  <a:pos x="46" y="23"/>
                </a:cxn>
                <a:cxn ang="0">
                  <a:pos x="53" y="26"/>
                </a:cxn>
                <a:cxn ang="0">
                  <a:pos x="60" y="26"/>
                </a:cxn>
                <a:cxn ang="0">
                  <a:pos x="67" y="23"/>
                </a:cxn>
                <a:cxn ang="0">
                  <a:pos x="74" y="21"/>
                </a:cxn>
                <a:cxn ang="0">
                  <a:pos x="81" y="16"/>
                </a:cxn>
                <a:cxn ang="0">
                  <a:pos x="88" y="12"/>
                </a:cxn>
                <a:cxn ang="0">
                  <a:pos x="95" y="9"/>
                </a:cxn>
                <a:cxn ang="0">
                  <a:pos x="101" y="9"/>
                </a:cxn>
                <a:cxn ang="0">
                  <a:pos x="108" y="12"/>
                </a:cxn>
                <a:cxn ang="0">
                  <a:pos x="115" y="14"/>
                </a:cxn>
                <a:cxn ang="0">
                  <a:pos x="122" y="14"/>
                </a:cxn>
                <a:cxn ang="0">
                  <a:pos x="129" y="9"/>
                </a:cxn>
                <a:cxn ang="0">
                  <a:pos x="136" y="5"/>
                </a:cxn>
                <a:cxn ang="0">
                  <a:pos x="143" y="0"/>
                </a:cxn>
                <a:cxn ang="0">
                  <a:pos x="152" y="7"/>
                </a:cxn>
                <a:cxn ang="0">
                  <a:pos x="157" y="16"/>
                </a:cxn>
                <a:cxn ang="0">
                  <a:pos x="159" y="30"/>
                </a:cxn>
                <a:cxn ang="0">
                  <a:pos x="164" y="39"/>
                </a:cxn>
                <a:cxn ang="0">
                  <a:pos x="166" y="49"/>
                </a:cxn>
                <a:cxn ang="0">
                  <a:pos x="171" y="58"/>
                </a:cxn>
                <a:cxn ang="0">
                  <a:pos x="177" y="69"/>
                </a:cxn>
                <a:cxn ang="0">
                  <a:pos x="182" y="72"/>
                </a:cxn>
                <a:cxn ang="0">
                  <a:pos x="191" y="65"/>
                </a:cxn>
                <a:cxn ang="0">
                  <a:pos x="196" y="56"/>
                </a:cxn>
                <a:cxn ang="0">
                  <a:pos x="200" y="49"/>
                </a:cxn>
                <a:cxn ang="0">
                  <a:pos x="210" y="37"/>
                </a:cxn>
                <a:cxn ang="0">
                  <a:pos x="214" y="30"/>
                </a:cxn>
                <a:cxn ang="0">
                  <a:pos x="221" y="23"/>
                </a:cxn>
                <a:cxn ang="0">
                  <a:pos x="228" y="19"/>
                </a:cxn>
                <a:cxn ang="0">
                  <a:pos x="235" y="12"/>
                </a:cxn>
                <a:cxn ang="0">
                  <a:pos x="242" y="9"/>
                </a:cxn>
                <a:cxn ang="0">
                  <a:pos x="249" y="9"/>
                </a:cxn>
                <a:cxn ang="0">
                  <a:pos x="256" y="12"/>
                </a:cxn>
                <a:cxn ang="0">
                  <a:pos x="263" y="16"/>
                </a:cxn>
                <a:cxn ang="0">
                  <a:pos x="270" y="23"/>
                </a:cxn>
              </a:cxnLst>
              <a:rect l="0" t="0" r="r" b="b"/>
              <a:pathLst>
                <a:path w="274" h="72">
                  <a:moveTo>
                    <a:pt x="0" y="33"/>
                  </a:moveTo>
                  <a:lnTo>
                    <a:pt x="2" y="33"/>
                  </a:lnTo>
                  <a:lnTo>
                    <a:pt x="5" y="33"/>
                  </a:lnTo>
                  <a:lnTo>
                    <a:pt x="7" y="33"/>
                  </a:lnTo>
                  <a:lnTo>
                    <a:pt x="9" y="30"/>
                  </a:lnTo>
                  <a:lnTo>
                    <a:pt x="12" y="30"/>
                  </a:lnTo>
                  <a:lnTo>
                    <a:pt x="14" y="28"/>
                  </a:lnTo>
                  <a:lnTo>
                    <a:pt x="16" y="26"/>
                  </a:lnTo>
                  <a:lnTo>
                    <a:pt x="19" y="26"/>
                  </a:lnTo>
                  <a:lnTo>
                    <a:pt x="21" y="23"/>
                  </a:lnTo>
                  <a:lnTo>
                    <a:pt x="23" y="23"/>
                  </a:lnTo>
                  <a:lnTo>
                    <a:pt x="26" y="23"/>
                  </a:lnTo>
                  <a:lnTo>
                    <a:pt x="28" y="21"/>
                  </a:lnTo>
                  <a:lnTo>
                    <a:pt x="30" y="21"/>
                  </a:lnTo>
                  <a:lnTo>
                    <a:pt x="32" y="21"/>
                  </a:lnTo>
                  <a:lnTo>
                    <a:pt x="35" y="21"/>
                  </a:lnTo>
                  <a:lnTo>
                    <a:pt x="37" y="21"/>
                  </a:lnTo>
                  <a:lnTo>
                    <a:pt x="39" y="23"/>
                  </a:lnTo>
                  <a:lnTo>
                    <a:pt x="42" y="23"/>
                  </a:lnTo>
                  <a:lnTo>
                    <a:pt x="44" y="23"/>
                  </a:lnTo>
                  <a:lnTo>
                    <a:pt x="46" y="23"/>
                  </a:lnTo>
                  <a:lnTo>
                    <a:pt x="49" y="26"/>
                  </a:lnTo>
                  <a:lnTo>
                    <a:pt x="51" y="26"/>
                  </a:lnTo>
                  <a:lnTo>
                    <a:pt x="53" y="26"/>
                  </a:lnTo>
                  <a:lnTo>
                    <a:pt x="55" y="26"/>
                  </a:lnTo>
                  <a:lnTo>
                    <a:pt x="58" y="26"/>
                  </a:lnTo>
                  <a:lnTo>
                    <a:pt x="60" y="26"/>
                  </a:lnTo>
                  <a:lnTo>
                    <a:pt x="62" y="26"/>
                  </a:lnTo>
                  <a:lnTo>
                    <a:pt x="65" y="23"/>
                  </a:lnTo>
                  <a:lnTo>
                    <a:pt x="67" y="23"/>
                  </a:lnTo>
                  <a:lnTo>
                    <a:pt x="69" y="23"/>
                  </a:lnTo>
                  <a:lnTo>
                    <a:pt x="72" y="21"/>
                  </a:lnTo>
                  <a:lnTo>
                    <a:pt x="74" y="21"/>
                  </a:lnTo>
                  <a:lnTo>
                    <a:pt x="76" y="19"/>
                  </a:lnTo>
                  <a:lnTo>
                    <a:pt x="78" y="19"/>
                  </a:lnTo>
                  <a:lnTo>
                    <a:pt x="81" y="16"/>
                  </a:lnTo>
                  <a:lnTo>
                    <a:pt x="83" y="14"/>
                  </a:lnTo>
                  <a:lnTo>
                    <a:pt x="85" y="14"/>
                  </a:lnTo>
                  <a:lnTo>
                    <a:pt x="88" y="12"/>
                  </a:lnTo>
                  <a:lnTo>
                    <a:pt x="90" y="12"/>
                  </a:lnTo>
                  <a:lnTo>
                    <a:pt x="92" y="12"/>
                  </a:lnTo>
                  <a:lnTo>
                    <a:pt x="95" y="9"/>
                  </a:lnTo>
                  <a:lnTo>
                    <a:pt x="97" y="9"/>
                  </a:lnTo>
                  <a:lnTo>
                    <a:pt x="99" y="9"/>
                  </a:lnTo>
                  <a:lnTo>
                    <a:pt x="101" y="9"/>
                  </a:lnTo>
                  <a:lnTo>
                    <a:pt x="104" y="12"/>
                  </a:lnTo>
                  <a:lnTo>
                    <a:pt x="106" y="12"/>
                  </a:lnTo>
                  <a:lnTo>
                    <a:pt x="108" y="12"/>
                  </a:lnTo>
                  <a:lnTo>
                    <a:pt x="111" y="14"/>
                  </a:lnTo>
                  <a:lnTo>
                    <a:pt x="113" y="14"/>
                  </a:lnTo>
                  <a:lnTo>
                    <a:pt x="115" y="14"/>
                  </a:lnTo>
                  <a:lnTo>
                    <a:pt x="118" y="16"/>
                  </a:lnTo>
                  <a:lnTo>
                    <a:pt x="120" y="16"/>
                  </a:lnTo>
                  <a:lnTo>
                    <a:pt x="122" y="14"/>
                  </a:lnTo>
                  <a:lnTo>
                    <a:pt x="125" y="14"/>
                  </a:lnTo>
                  <a:lnTo>
                    <a:pt x="127" y="12"/>
                  </a:lnTo>
                  <a:lnTo>
                    <a:pt x="129" y="9"/>
                  </a:lnTo>
                  <a:lnTo>
                    <a:pt x="131" y="7"/>
                  </a:lnTo>
                  <a:lnTo>
                    <a:pt x="134" y="5"/>
                  </a:lnTo>
                  <a:lnTo>
                    <a:pt x="136" y="5"/>
                  </a:lnTo>
                  <a:lnTo>
                    <a:pt x="138" y="3"/>
                  </a:lnTo>
                  <a:lnTo>
                    <a:pt x="141" y="0"/>
                  </a:lnTo>
                  <a:lnTo>
                    <a:pt x="143" y="0"/>
                  </a:lnTo>
                  <a:lnTo>
                    <a:pt x="145" y="0"/>
                  </a:lnTo>
                  <a:lnTo>
                    <a:pt x="148" y="3"/>
                  </a:lnTo>
                  <a:lnTo>
                    <a:pt x="152" y="7"/>
                  </a:lnTo>
                  <a:lnTo>
                    <a:pt x="152" y="12"/>
                  </a:lnTo>
                  <a:lnTo>
                    <a:pt x="154" y="14"/>
                  </a:lnTo>
                  <a:lnTo>
                    <a:pt x="157" y="16"/>
                  </a:lnTo>
                  <a:lnTo>
                    <a:pt x="157" y="21"/>
                  </a:lnTo>
                  <a:lnTo>
                    <a:pt x="159" y="23"/>
                  </a:lnTo>
                  <a:lnTo>
                    <a:pt x="159" y="30"/>
                  </a:lnTo>
                  <a:lnTo>
                    <a:pt x="161" y="33"/>
                  </a:lnTo>
                  <a:lnTo>
                    <a:pt x="161" y="37"/>
                  </a:lnTo>
                  <a:lnTo>
                    <a:pt x="164" y="39"/>
                  </a:lnTo>
                  <a:lnTo>
                    <a:pt x="164" y="42"/>
                  </a:lnTo>
                  <a:lnTo>
                    <a:pt x="166" y="44"/>
                  </a:lnTo>
                  <a:lnTo>
                    <a:pt x="166" y="49"/>
                  </a:lnTo>
                  <a:lnTo>
                    <a:pt x="168" y="53"/>
                  </a:lnTo>
                  <a:lnTo>
                    <a:pt x="168" y="56"/>
                  </a:lnTo>
                  <a:lnTo>
                    <a:pt x="171" y="58"/>
                  </a:lnTo>
                  <a:lnTo>
                    <a:pt x="171" y="62"/>
                  </a:lnTo>
                  <a:lnTo>
                    <a:pt x="173" y="65"/>
                  </a:lnTo>
                  <a:lnTo>
                    <a:pt x="177" y="69"/>
                  </a:lnTo>
                  <a:lnTo>
                    <a:pt x="177" y="72"/>
                  </a:lnTo>
                  <a:lnTo>
                    <a:pt x="180" y="72"/>
                  </a:lnTo>
                  <a:lnTo>
                    <a:pt x="182" y="72"/>
                  </a:lnTo>
                  <a:lnTo>
                    <a:pt x="184" y="72"/>
                  </a:lnTo>
                  <a:lnTo>
                    <a:pt x="187" y="69"/>
                  </a:lnTo>
                  <a:lnTo>
                    <a:pt x="191" y="65"/>
                  </a:lnTo>
                  <a:lnTo>
                    <a:pt x="191" y="62"/>
                  </a:lnTo>
                  <a:lnTo>
                    <a:pt x="196" y="58"/>
                  </a:lnTo>
                  <a:lnTo>
                    <a:pt x="196" y="56"/>
                  </a:lnTo>
                  <a:lnTo>
                    <a:pt x="198" y="53"/>
                  </a:lnTo>
                  <a:lnTo>
                    <a:pt x="198" y="51"/>
                  </a:lnTo>
                  <a:lnTo>
                    <a:pt x="200" y="49"/>
                  </a:lnTo>
                  <a:lnTo>
                    <a:pt x="205" y="44"/>
                  </a:lnTo>
                  <a:lnTo>
                    <a:pt x="205" y="42"/>
                  </a:lnTo>
                  <a:lnTo>
                    <a:pt x="210" y="37"/>
                  </a:lnTo>
                  <a:lnTo>
                    <a:pt x="210" y="35"/>
                  </a:lnTo>
                  <a:lnTo>
                    <a:pt x="212" y="33"/>
                  </a:lnTo>
                  <a:lnTo>
                    <a:pt x="214" y="30"/>
                  </a:lnTo>
                  <a:lnTo>
                    <a:pt x="217" y="28"/>
                  </a:lnTo>
                  <a:lnTo>
                    <a:pt x="219" y="26"/>
                  </a:lnTo>
                  <a:lnTo>
                    <a:pt x="221" y="23"/>
                  </a:lnTo>
                  <a:lnTo>
                    <a:pt x="223" y="21"/>
                  </a:lnTo>
                  <a:lnTo>
                    <a:pt x="226" y="19"/>
                  </a:lnTo>
                  <a:lnTo>
                    <a:pt x="228" y="19"/>
                  </a:lnTo>
                  <a:lnTo>
                    <a:pt x="230" y="16"/>
                  </a:lnTo>
                  <a:lnTo>
                    <a:pt x="233" y="14"/>
                  </a:lnTo>
                  <a:lnTo>
                    <a:pt x="235" y="12"/>
                  </a:lnTo>
                  <a:lnTo>
                    <a:pt x="237" y="12"/>
                  </a:lnTo>
                  <a:lnTo>
                    <a:pt x="240" y="9"/>
                  </a:lnTo>
                  <a:lnTo>
                    <a:pt x="242" y="9"/>
                  </a:lnTo>
                  <a:lnTo>
                    <a:pt x="244" y="9"/>
                  </a:lnTo>
                  <a:lnTo>
                    <a:pt x="247" y="9"/>
                  </a:lnTo>
                  <a:lnTo>
                    <a:pt x="249" y="9"/>
                  </a:lnTo>
                  <a:lnTo>
                    <a:pt x="251" y="9"/>
                  </a:lnTo>
                  <a:lnTo>
                    <a:pt x="253" y="12"/>
                  </a:lnTo>
                  <a:lnTo>
                    <a:pt x="256" y="12"/>
                  </a:lnTo>
                  <a:lnTo>
                    <a:pt x="258" y="14"/>
                  </a:lnTo>
                  <a:lnTo>
                    <a:pt x="260" y="16"/>
                  </a:lnTo>
                  <a:lnTo>
                    <a:pt x="263" y="16"/>
                  </a:lnTo>
                  <a:lnTo>
                    <a:pt x="265" y="19"/>
                  </a:lnTo>
                  <a:lnTo>
                    <a:pt x="267" y="21"/>
                  </a:lnTo>
                  <a:lnTo>
                    <a:pt x="270" y="23"/>
                  </a:lnTo>
                  <a:lnTo>
                    <a:pt x="272" y="26"/>
                  </a:lnTo>
                  <a:lnTo>
                    <a:pt x="274" y="26"/>
                  </a:lnTo>
                </a:path>
              </a:pathLst>
            </a:cu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60" name="Freeform 152"/>
            <p:cNvSpPr>
              <a:spLocks/>
            </p:cNvSpPr>
            <p:nvPr/>
          </p:nvSpPr>
          <p:spPr bwMode="auto">
            <a:xfrm>
              <a:off x="22202462" y="20114041"/>
              <a:ext cx="930276" cy="292100"/>
            </a:xfrm>
            <a:custGeom>
              <a:avLst/>
              <a:gdLst/>
              <a:ahLst/>
              <a:cxnLst>
                <a:cxn ang="0">
                  <a:pos x="5" y="16"/>
                </a:cxn>
                <a:cxn ang="0">
                  <a:pos x="12" y="11"/>
                </a:cxn>
                <a:cxn ang="0">
                  <a:pos x="19" y="9"/>
                </a:cxn>
                <a:cxn ang="0">
                  <a:pos x="26" y="7"/>
                </a:cxn>
                <a:cxn ang="0">
                  <a:pos x="32" y="7"/>
                </a:cxn>
                <a:cxn ang="0">
                  <a:pos x="39" y="9"/>
                </a:cxn>
                <a:cxn ang="0">
                  <a:pos x="46" y="11"/>
                </a:cxn>
                <a:cxn ang="0">
                  <a:pos x="53" y="14"/>
                </a:cxn>
                <a:cxn ang="0">
                  <a:pos x="60" y="14"/>
                </a:cxn>
                <a:cxn ang="0">
                  <a:pos x="67" y="11"/>
                </a:cxn>
                <a:cxn ang="0">
                  <a:pos x="74" y="9"/>
                </a:cxn>
                <a:cxn ang="0">
                  <a:pos x="81" y="7"/>
                </a:cxn>
                <a:cxn ang="0">
                  <a:pos x="88" y="7"/>
                </a:cxn>
                <a:cxn ang="0">
                  <a:pos x="95" y="4"/>
                </a:cxn>
                <a:cxn ang="0">
                  <a:pos x="101" y="2"/>
                </a:cxn>
                <a:cxn ang="0">
                  <a:pos x="108" y="0"/>
                </a:cxn>
                <a:cxn ang="0">
                  <a:pos x="115" y="0"/>
                </a:cxn>
                <a:cxn ang="0">
                  <a:pos x="122" y="0"/>
                </a:cxn>
                <a:cxn ang="0">
                  <a:pos x="129" y="4"/>
                </a:cxn>
                <a:cxn ang="0">
                  <a:pos x="136" y="7"/>
                </a:cxn>
                <a:cxn ang="0">
                  <a:pos x="143" y="9"/>
                </a:cxn>
                <a:cxn ang="0">
                  <a:pos x="150" y="9"/>
                </a:cxn>
                <a:cxn ang="0">
                  <a:pos x="157" y="11"/>
                </a:cxn>
                <a:cxn ang="0">
                  <a:pos x="164" y="16"/>
                </a:cxn>
                <a:cxn ang="0">
                  <a:pos x="171" y="23"/>
                </a:cxn>
                <a:cxn ang="0">
                  <a:pos x="180" y="32"/>
                </a:cxn>
                <a:cxn ang="0">
                  <a:pos x="184" y="39"/>
                </a:cxn>
                <a:cxn ang="0">
                  <a:pos x="191" y="44"/>
                </a:cxn>
                <a:cxn ang="0">
                  <a:pos x="198" y="44"/>
                </a:cxn>
                <a:cxn ang="0">
                  <a:pos x="205" y="39"/>
                </a:cxn>
                <a:cxn ang="0">
                  <a:pos x="212" y="34"/>
                </a:cxn>
                <a:cxn ang="0">
                  <a:pos x="219" y="28"/>
                </a:cxn>
                <a:cxn ang="0">
                  <a:pos x="226" y="23"/>
                </a:cxn>
                <a:cxn ang="0">
                  <a:pos x="233" y="21"/>
                </a:cxn>
                <a:cxn ang="0">
                  <a:pos x="240" y="21"/>
                </a:cxn>
                <a:cxn ang="0">
                  <a:pos x="247" y="18"/>
                </a:cxn>
                <a:cxn ang="0">
                  <a:pos x="253" y="18"/>
                </a:cxn>
                <a:cxn ang="0">
                  <a:pos x="260" y="21"/>
                </a:cxn>
                <a:cxn ang="0">
                  <a:pos x="267" y="23"/>
                </a:cxn>
                <a:cxn ang="0">
                  <a:pos x="274" y="28"/>
                </a:cxn>
                <a:cxn ang="0">
                  <a:pos x="281" y="34"/>
                </a:cxn>
                <a:cxn ang="0">
                  <a:pos x="288" y="41"/>
                </a:cxn>
              </a:cxnLst>
              <a:rect l="0" t="0" r="r" b="b"/>
              <a:pathLst>
                <a:path w="293" h="46">
                  <a:moveTo>
                    <a:pt x="0" y="16"/>
                  </a:moveTo>
                  <a:lnTo>
                    <a:pt x="2" y="16"/>
                  </a:lnTo>
                  <a:lnTo>
                    <a:pt x="5" y="16"/>
                  </a:lnTo>
                  <a:lnTo>
                    <a:pt x="7" y="14"/>
                  </a:lnTo>
                  <a:lnTo>
                    <a:pt x="9" y="14"/>
                  </a:lnTo>
                  <a:lnTo>
                    <a:pt x="12" y="11"/>
                  </a:lnTo>
                  <a:lnTo>
                    <a:pt x="14" y="11"/>
                  </a:lnTo>
                  <a:lnTo>
                    <a:pt x="16" y="9"/>
                  </a:lnTo>
                  <a:lnTo>
                    <a:pt x="19" y="9"/>
                  </a:lnTo>
                  <a:lnTo>
                    <a:pt x="21" y="7"/>
                  </a:lnTo>
                  <a:lnTo>
                    <a:pt x="23" y="7"/>
                  </a:lnTo>
                  <a:lnTo>
                    <a:pt x="26" y="7"/>
                  </a:lnTo>
                  <a:lnTo>
                    <a:pt x="28" y="4"/>
                  </a:lnTo>
                  <a:lnTo>
                    <a:pt x="30" y="7"/>
                  </a:lnTo>
                  <a:lnTo>
                    <a:pt x="32" y="7"/>
                  </a:lnTo>
                  <a:lnTo>
                    <a:pt x="35" y="7"/>
                  </a:lnTo>
                  <a:lnTo>
                    <a:pt x="37" y="7"/>
                  </a:lnTo>
                  <a:lnTo>
                    <a:pt x="39" y="9"/>
                  </a:lnTo>
                  <a:lnTo>
                    <a:pt x="42" y="9"/>
                  </a:lnTo>
                  <a:lnTo>
                    <a:pt x="44" y="11"/>
                  </a:lnTo>
                  <a:lnTo>
                    <a:pt x="46" y="11"/>
                  </a:lnTo>
                  <a:lnTo>
                    <a:pt x="49" y="14"/>
                  </a:lnTo>
                  <a:lnTo>
                    <a:pt x="51" y="14"/>
                  </a:lnTo>
                  <a:lnTo>
                    <a:pt x="53" y="14"/>
                  </a:lnTo>
                  <a:lnTo>
                    <a:pt x="55" y="14"/>
                  </a:lnTo>
                  <a:lnTo>
                    <a:pt x="58" y="14"/>
                  </a:lnTo>
                  <a:lnTo>
                    <a:pt x="60" y="14"/>
                  </a:lnTo>
                  <a:lnTo>
                    <a:pt x="62" y="11"/>
                  </a:lnTo>
                  <a:lnTo>
                    <a:pt x="65" y="11"/>
                  </a:lnTo>
                  <a:lnTo>
                    <a:pt x="67" y="11"/>
                  </a:lnTo>
                  <a:lnTo>
                    <a:pt x="69" y="9"/>
                  </a:lnTo>
                  <a:lnTo>
                    <a:pt x="72" y="9"/>
                  </a:lnTo>
                  <a:lnTo>
                    <a:pt x="74" y="9"/>
                  </a:lnTo>
                  <a:lnTo>
                    <a:pt x="76" y="9"/>
                  </a:lnTo>
                  <a:lnTo>
                    <a:pt x="78" y="7"/>
                  </a:lnTo>
                  <a:lnTo>
                    <a:pt x="81" y="7"/>
                  </a:lnTo>
                  <a:lnTo>
                    <a:pt x="83" y="7"/>
                  </a:lnTo>
                  <a:lnTo>
                    <a:pt x="85" y="7"/>
                  </a:lnTo>
                  <a:lnTo>
                    <a:pt x="88" y="7"/>
                  </a:lnTo>
                  <a:lnTo>
                    <a:pt x="90" y="7"/>
                  </a:lnTo>
                  <a:lnTo>
                    <a:pt x="92" y="4"/>
                  </a:lnTo>
                  <a:lnTo>
                    <a:pt x="95" y="4"/>
                  </a:lnTo>
                  <a:lnTo>
                    <a:pt x="97" y="4"/>
                  </a:lnTo>
                  <a:lnTo>
                    <a:pt x="99" y="4"/>
                  </a:lnTo>
                  <a:lnTo>
                    <a:pt x="101" y="2"/>
                  </a:lnTo>
                  <a:lnTo>
                    <a:pt x="104" y="2"/>
                  </a:lnTo>
                  <a:lnTo>
                    <a:pt x="106" y="0"/>
                  </a:lnTo>
                  <a:lnTo>
                    <a:pt x="108" y="0"/>
                  </a:lnTo>
                  <a:lnTo>
                    <a:pt x="111" y="0"/>
                  </a:lnTo>
                  <a:lnTo>
                    <a:pt x="113" y="0"/>
                  </a:lnTo>
                  <a:lnTo>
                    <a:pt x="115" y="0"/>
                  </a:lnTo>
                  <a:lnTo>
                    <a:pt x="118" y="0"/>
                  </a:lnTo>
                  <a:lnTo>
                    <a:pt x="120" y="0"/>
                  </a:lnTo>
                  <a:lnTo>
                    <a:pt x="122" y="0"/>
                  </a:lnTo>
                  <a:lnTo>
                    <a:pt x="125" y="2"/>
                  </a:lnTo>
                  <a:lnTo>
                    <a:pt x="127" y="2"/>
                  </a:lnTo>
                  <a:lnTo>
                    <a:pt x="129" y="4"/>
                  </a:lnTo>
                  <a:lnTo>
                    <a:pt x="131" y="4"/>
                  </a:lnTo>
                  <a:lnTo>
                    <a:pt x="134" y="7"/>
                  </a:lnTo>
                  <a:lnTo>
                    <a:pt x="136" y="7"/>
                  </a:lnTo>
                  <a:lnTo>
                    <a:pt x="138" y="9"/>
                  </a:lnTo>
                  <a:lnTo>
                    <a:pt x="141" y="9"/>
                  </a:lnTo>
                  <a:lnTo>
                    <a:pt x="143" y="9"/>
                  </a:lnTo>
                  <a:lnTo>
                    <a:pt x="145" y="9"/>
                  </a:lnTo>
                  <a:lnTo>
                    <a:pt x="148" y="9"/>
                  </a:lnTo>
                  <a:lnTo>
                    <a:pt x="150" y="9"/>
                  </a:lnTo>
                  <a:lnTo>
                    <a:pt x="152" y="11"/>
                  </a:lnTo>
                  <a:lnTo>
                    <a:pt x="154" y="11"/>
                  </a:lnTo>
                  <a:lnTo>
                    <a:pt x="157" y="11"/>
                  </a:lnTo>
                  <a:lnTo>
                    <a:pt x="159" y="11"/>
                  </a:lnTo>
                  <a:lnTo>
                    <a:pt x="161" y="14"/>
                  </a:lnTo>
                  <a:lnTo>
                    <a:pt x="164" y="16"/>
                  </a:lnTo>
                  <a:lnTo>
                    <a:pt x="166" y="18"/>
                  </a:lnTo>
                  <a:lnTo>
                    <a:pt x="168" y="21"/>
                  </a:lnTo>
                  <a:lnTo>
                    <a:pt x="171" y="23"/>
                  </a:lnTo>
                  <a:lnTo>
                    <a:pt x="173" y="25"/>
                  </a:lnTo>
                  <a:lnTo>
                    <a:pt x="175" y="28"/>
                  </a:lnTo>
                  <a:lnTo>
                    <a:pt x="180" y="32"/>
                  </a:lnTo>
                  <a:lnTo>
                    <a:pt x="180" y="34"/>
                  </a:lnTo>
                  <a:lnTo>
                    <a:pt x="182" y="37"/>
                  </a:lnTo>
                  <a:lnTo>
                    <a:pt x="184" y="39"/>
                  </a:lnTo>
                  <a:lnTo>
                    <a:pt x="187" y="41"/>
                  </a:lnTo>
                  <a:lnTo>
                    <a:pt x="189" y="44"/>
                  </a:lnTo>
                  <a:lnTo>
                    <a:pt x="191" y="44"/>
                  </a:lnTo>
                  <a:lnTo>
                    <a:pt x="194" y="44"/>
                  </a:lnTo>
                  <a:lnTo>
                    <a:pt x="196" y="44"/>
                  </a:lnTo>
                  <a:lnTo>
                    <a:pt x="198" y="44"/>
                  </a:lnTo>
                  <a:lnTo>
                    <a:pt x="200" y="44"/>
                  </a:lnTo>
                  <a:lnTo>
                    <a:pt x="203" y="41"/>
                  </a:lnTo>
                  <a:lnTo>
                    <a:pt x="205" y="39"/>
                  </a:lnTo>
                  <a:lnTo>
                    <a:pt x="207" y="37"/>
                  </a:lnTo>
                  <a:lnTo>
                    <a:pt x="210" y="37"/>
                  </a:lnTo>
                  <a:lnTo>
                    <a:pt x="212" y="34"/>
                  </a:lnTo>
                  <a:lnTo>
                    <a:pt x="214" y="32"/>
                  </a:lnTo>
                  <a:lnTo>
                    <a:pt x="217" y="30"/>
                  </a:lnTo>
                  <a:lnTo>
                    <a:pt x="219" y="28"/>
                  </a:lnTo>
                  <a:lnTo>
                    <a:pt x="221" y="25"/>
                  </a:lnTo>
                  <a:lnTo>
                    <a:pt x="223" y="25"/>
                  </a:lnTo>
                  <a:lnTo>
                    <a:pt x="226" y="23"/>
                  </a:lnTo>
                  <a:lnTo>
                    <a:pt x="228" y="23"/>
                  </a:lnTo>
                  <a:lnTo>
                    <a:pt x="230" y="23"/>
                  </a:lnTo>
                  <a:lnTo>
                    <a:pt x="233" y="21"/>
                  </a:lnTo>
                  <a:lnTo>
                    <a:pt x="235" y="21"/>
                  </a:lnTo>
                  <a:lnTo>
                    <a:pt x="237" y="21"/>
                  </a:lnTo>
                  <a:lnTo>
                    <a:pt x="240" y="21"/>
                  </a:lnTo>
                  <a:lnTo>
                    <a:pt x="242" y="18"/>
                  </a:lnTo>
                  <a:lnTo>
                    <a:pt x="244" y="18"/>
                  </a:lnTo>
                  <a:lnTo>
                    <a:pt x="247" y="18"/>
                  </a:lnTo>
                  <a:lnTo>
                    <a:pt x="249" y="18"/>
                  </a:lnTo>
                  <a:lnTo>
                    <a:pt x="251" y="18"/>
                  </a:lnTo>
                  <a:lnTo>
                    <a:pt x="253" y="18"/>
                  </a:lnTo>
                  <a:lnTo>
                    <a:pt x="256" y="18"/>
                  </a:lnTo>
                  <a:lnTo>
                    <a:pt x="258" y="21"/>
                  </a:lnTo>
                  <a:lnTo>
                    <a:pt x="260" y="21"/>
                  </a:lnTo>
                  <a:lnTo>
                    <a:pt x="263" y="21"/>
                  </a:lnTo>
                  <a:lnTo>
                    <a:pt x="265" y="23"/>
                  </a:lnTo>
                  <a:lnTo>
                    <a:pt x="267" y="23"/>
                  </a:lnTo>
                  <a:lnTo>
                    <a:pt x="270" y="25"/>
                  </a:lnTo>
                  <a:lnTo>
                    <a:pt x="272" y="25"/>
                  </a:lnTo>
                  <a:lnTo>
                    <a:pt x="274" y="28"/>
                  </a:lnTo>
                  <a:lnTo>
                    <a:pt x="276" y="30"/>
                  </a:lnTo>
                  <a:lnTo>
                    <a:pt x="279" y="32"/>
                  </a:lnTo>
                  <a:lnTo>
                    <a:pt x="281" y="34"/>
                  </a:lnTo>
                  <a:lnTo>
                    <a:pt x="283" y="34"/>
                  </a:lnTo>
                  <a:lnTo>
                    <a:pt x="288" y="39"/>
                  </a:lnTo>
                  <a:lnTo>
                    <a:pt x="288" y="41"/>
                  </a:lnTo>
                  <a:lnTo>
                    <a:pt x="290" y="44"/>
                  </a:lnTo>
                  <a:lnTo>
                    <a:pt x="293" y="46"/>
                  </a:lnTo>
                </a:path>
              </a:pathLst>
            </a:cu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61" name="Freeform 87"/>
            <p:cNvSpPr>
              <a:spLocks/>
            </p:cNvSpPr>
            <p:nvPr/>
          </p:nvSpPr>
          <p:spPr bwMode="auto">
            <a:xfrm>
              <a:off x="24026784" y="16659749"/>
              <a:ext cx="819150" cy="527052"/>
            </a:xfrm>
            <a:custGeom>
              <a:avLst/>
              <a:gdLst/>
              <a:ahLst/>
              <a:cxnLst>
                <a:cxn ang="0">
                  <a:pos x="5" y="34"/>
                </a:cxn>
                <a:cxn ang="0">
                  <a:pos x="12" y="32"/>
                </a:cxn>
                <a:cxn ang="0">
                  <a:pos x="19" y="30"/>
                </a:cxn>
                <a:cxn ang="0">
                  <a:pos x="26" y="30"/>
                </a:cxn>
                <a:cxn ang="0">
                  <a:pos x="33" y="30"/>
                </a:cxn>
                <a:cxn ang="0">
                  <a:pos x="40" y="32"/>
                </a:cxn>
                <a:cxn ang="0">
                  <a:pos x="46" y="30"/>
                </a:cxn>
                <a:cxn ang="0">
                  <a:pos x="53" y="27"/>
                </a:cxn>
                <a:cxn ang="0">
                  <a:pos x="60" y="23"/>
                </a:cxn>
                <a:cxn ang="0">
                  <a:pos x="67" y="21"/>
                </a:cxn>
                <a:cxn ang="0">
                  <a:pos x="74" y="21"/>
                </a:cxn>
                <a:cxn ang="0">
                  <a:pos x="81" y="21"/>
                </a:cxn>
                <a:cxn ang="0">
                  <a:pos x="88" y="21"/>
                </a:cxn>
                <a:cxn ang="0">
                  <a:pos x="95" y="21"/>
                </a:cxn>
                <a:cxn ang="0">
                  <a:pos x="102" y="21"/>
                </a:cxn>
                <a:cxn ang="0">
                  <a:pos x="109" y="21"/>
                </a:cxn>
                <a:cxn ang="0">
                  <a:pos x="115" y="23"/>
                </a:cxn>
                <a:cxn ang="0">
                  <a:pos x="122" y="18"/>
                </a:cxn>
                <a:cxn ang="0">
                  <a:pos x="129" y="11"/>
                </a:cxn>
                <a:cxn ang="0">
                  <a:pos x="136" y="2"/>
                </a:cxn>
                <a:cxn ang="0">
                  <a:pos x="145" y="0"/>
                </a:cxn>
                <a:cxn ang="0">
                  <a:pos x="150" y="4"/>
                </a:cxn>
                <a:cxn ang="0">
                  <a:pos x="152" y="16"/>
                </a:cxn>
                <a:cxn ang="0">
                  <a:pos x="157" y="23"/>
                </a:cxn>
                <a:cxn ang="0">
                  <a:pos x="159" y="39"/>
                </a:cxn>
                <a:cxn ang="0">
                  <a:pos x="164" y="51"/>
                </a:cxn>
                <a:cxn ang="0">
                  <a:pos x="166" y="62"/>
                </a:cxn>
                <a:cxn ang="0">
                  <a:pos x="171" y="74"/>
                </a:cxn>
                <a:cxn ang="0">
                  <a:pos x="175" y="80"/>
                </a:cxn>
                <a:cxn ang="0">
                  <a:pos x="182" y="78"/>
                </a:cxn>
                <a:cxn ang="0">
                  <a:pos x="189" y="67"/>
                </a:cxn>
                <a:cxn ang="0">
                  <a:pos x="191" y="60"/>
                </a:cxn>
                <a:cxn ang="0">
                  <a:pos x="196" y="53"/>
                </a:cxn>
                <a:cxn ang="0">
                  <a:pos x="201" y="41"/>
                </a:cxn>
                <a:cxn ang="0">
                  <a:pos x="205" y="34"/>
                </a:cxn>
                <a:cxn ang="0">
                  <a:pos x="212" y="32"/>
                </a:cxn>
                <a:cxn ang="0">
                  <a:pos x="219" y="30"/>
                </a:cxn>
                <a:cxn ang="0">
                  <a:pos x="226" y="25"/>
                </a:cxn>
                <a:cxn ang="0">
                  <a:pos x="233" y="18"/>
                </a:cxn>
                <a:cxn ang="0">
                  <a:pos x="240" y="11"/>
                </a:cxn>
                <a:cxn ang="0">
                  <a:pos x="247" y="7"/>
                </a:cxn>
                <a:cxn ang="0">
                  <a:pos x="254" y="4"/>
                </a:cxn>
              </a:cxnLst>
              <a:rect l="0" t="0" r="r" b="b"/>
              <a:pathLst>
                <a:path w="258" h="83">
                  <a:moveTo>
                    <a:pt x="0" y="37"/>
                  </a:moveTo>
                  <a:lnTo>
                    <a:pt x="3" y="37"/>
                  </a:lnTo>
                  <a:lnTo>
                    <a:pt x="5" y="34"/>
                  </a:lnTo>
                  <a:lnTo>
                    <a:pt x="7" y="34"/>
                  </a:lnTo>
                  <a:lnTo>
                    <a:pt x="10" y="32"/>
                  </a:lnTo>
                  <a:lnTo>
                    <a:pt x="12" y="32"/>
                  </a:lnTo>
                  <a:lnTo>
                    <a:pt x="14" y="30"/>
                  </a:lnTo>
                  <a:lnTo>
                    <a:pt x="16" y="30"/>
                  </a:lnTo>
                  <a:lnTo>
                    <a:pt x="19" y="30"/>
                  </a:lnTo>
                  <a:lnTo>
                    <a:pt x="21" y="30"/>
                  </a:lnTo>
                  <a:lnTo>
                    <a:pt x="23" y="30"/>
                  </a:lnTo>
                  <a:lnTo>
                    <a:pt x="26" y="30"/>
                  </a:lnTo>
                  <a:lnTo>
                    <a:pt x="28" y="30"/>
                  </a:lnTo>
                  <a:lnTo>
                    <a:pt x="30" y="30"/>
                  </a:lnTo>
                  <a:lnTo>
                    <a:pt x="33" y="30"/>
                  </a:lnTo>
                  <a:lnTo>
                    <a:pt x="35" y="30"/>
                  </a:lnTo>
                  <a:lnTo>
                    <a:pt x="37" y="32"/>
                  </a:lnTo>
                  <a:lnTo>
                    <a:pt x="40" y="32"/>
                  </a:lnTo>
                  <a:lnTo>
                    <a:pt x="42" y="32"/>
                  </a:lnTo>
                  <a:lnTo>
                    <a:pt x="44" y="32"/>
                  </a:lnTo>
                  <a:lnTo>
                    <a:pt x="46" y="30"/>
                  </a:lnTo>
                  <a:lnTo>
                    <a:pt x="49" y="30"/>
                  </a:lnTo>
                  <a:lnTo>
                    <a:pt x="51" y="27"/>
                  </a:lnTo>
                  <a:lnTo>
                    <a:pt x="53" y="27"/>
                  </a:lnTo>
                  <a:lnTo>
                    <a:pt x="56" y="25"/>
                  </a:lnTo>
                  <a:lnTo>
                    <a:pt x="58" y="25"/>
                  </a:lnTo>
                  <a:lnTo>
                    <a:pt x="60" y="23"/>
                  </a:lnTo>
                  <a:lnTo>
                    <a:pt x="63" y="23"/>
                  </a:lnTo>
                  <a:lnTo>
                    <a:pt x="65" y="23"/>
                  </a:lnTo>
                  <a:lnTo>
                    <a:pt x="67" y="21"/>
                  </a:lnTo>
                  <a:lnTo>
                    <a:pt x="69" y="21"/>
                  </a:lnTo>
                  <a:lnTo>
                    <a:pt x="72" y="21"/>
                  </a:lnTo>
                  <a:lnTo>
                    <a:pt x="74" y="21"/>
                  </a:lnTo>
                  <a:lnTo>
                    <a:pt x="76" y="21"/>
                  </a:lnTo>
                  <a:lnTo>
                    <a:pt x="79" y="21"/>
                  </a:lnTo>
                  <a:lnTo>
                    <a:pt x="81" y="21"/>
                  </a:lnTo>
                  <a:lnTo>
                    <a:pt x="83" y="21"/>
                  </a:lnTo>
                  <a:lnTo>
                    <a:pt x="86" y="21"/>
                  </a:lnTo>
                  <a:lnTo>
                    <a:pt x="88" y="21"/>
                  </a:lnTo>
                  <a:lnTo>
                    <a:pt x="90" y="21"/>
                  </a:lnTo>
                  <a:lnTo>
                    <a:pt x="92" y="21"/>
                  </a:lnTo>
                  <a:lnTo>
                    <a:pt x="95" y="21"/>
                  </a:lnTo>
                  <a:lnTo>
                    <a:pt x="97" y="21"/>
                  </a:lnTo>
                  <a:lnTo>
                    <a:pt x="99" y="21"/>
                  </a:lnTo>
                  <a:lnTo>
                    <a:pt x="102" y="21"/>
                  </a:lnTo>
                  <a:lnTo>
                    <a:pt x="104" y="21"/>
                  </a:lnTo>
                  <a:lnTo>
                    <a:pt x="106" y="21"/>
                  </a:lnTo>
                  <a:lnTo>
                    <a:pt x="109" y="21"/>
                  </a:lnTo>
                  <a:lnTo>
                    <a:pt x="111" y="23"/>
                  </a:lnTo>
                  <a:lnTo>
                    <a:pt x="113" y="23"/>
                  </a:lnTo>
                  <a:lnTo>
                    <a:pt x="115" y="23"/>
                  </a:lnTo>
                  <a:lnTo>
                    <a:pt x="118" y="23"/>
                  </a:lnTo>
                  <a:lnTo>
                    <a:pt x="120" y="21"/>
                  </a:lnTo>
                  <a:lnTo>
                    <a:pt x="122" y="18"/>
                  </a:lnTo>
                  <a:lnTo>
                    <a:pt x="125" y="16"/>
                  </a:lnTo>
                  <a:lnTo>
                    <a:pt x="127" y="14"/>
                  </a:lnTo>
                  <a:lnTo>
                    <a:pt x="129" y="11"/>
                  </a:lnTo>
                  <a:lnTo>
                    <a:pt x="134" y="7"/>
                  </a:lnTo>
                  <a:lnTo>
                    <a:pt x="134" y="4"/>
                  </a:lnTo>
                  <a:lnTo>
                    <a:pt x="136" y="2"/>
                  </a:lnTo>
                  <a:lnTo>
                    <a:pt x="138" y="0"/>
                  </a:lnTo>
                  <a:lnTo>
                    <a:pt x="141" y="0"/>
                  </a:lnTo>
                  <a:lnTo>
                    <a:pt x="145" y="0"/>
                  </a:lnTo>
                  <a:lnTo>
                    <a:pt x="143" y="0"/>
                  </a:lnTo>
                  <a:lnTo>
                    <a:pt x="145" y="0"/>
                  </a:lnTo>
                  <a:lnTo>
                    <a:pt x="150" y="4"/>
                  </a:lnTo>
                  <a:lnTo>
                    <a:pt x="150" y="9"/>
                  </a:lnTo>
                  <a:lnTo>
                    <a:pt x="152" y="11"/>
                  </a:lnTo>
                  <a:lnTo>
                    <a:pt x="152" y="16"/>
                  </a:lnTo>
                  <a:lnTo>
                    <a:pt x="155" y="18"/>
                  </a:lnTo>
                  <a:lnTo>
                    <a:pt x="155" y="21"/>
                  </a:lnTo>
                  <a:lnTo>
                    <a:pt x="157" y="23"/>
                  </a:lnTo>
                  <a:lnTo>
                    <a:pt x="157" y="30"/>
                  </a:lnTo>
                  <a:lnTo>
                    <a:pt x="159" y="32"/>
                  </a:lnTo>
                  <a:lnTo>
                    <a:pt x="159" y="39"/>
                  </a:lnTo>
                  <a:lnTo>
                    <a:pt x="162" y="41"/>
                  </a:lnTo>
                  <a:lnTo>
                    <a:pt x="162" y="48"/>
                  </a:lnTo>
                  <a:lnTo>
                    <a:pt x="164" y="51"/>
                  </a:lnTo>
                  <a:lnTo>
                    <a:pt x="164" y="55"/>
                  </a:lnTo>
                  <a:lnTo>
                    <a:pt x="166" y="57"/>
                  </a:lnTo>
                  <a:lnTo>
                    <a:pt x="166" y="62"/>
                  </a:lnTo>
                  <a:lnTo>
                    <a:pt x="168" y="67"/>
                  </a:lnTo>
                  <a:lnTo>
                    <a:pt x="168" y="71"/>
                  </a:lnTo>
                  <a:lnTo>
                    <a:pt x="171" y="74"/>
                  </a:lnTo>
                  <a:lnTo>
                    <a:pt x="171" y="76"/>
                  </a:lnTo>
                  <a:lnTo>
                    <a:pt x="173" y="78"/>
                  </a:lnTo>
                  <a:lnTo>
                    <a:pt x="175" y="80"/>
                  </a:lnTo>
                  <a:lnTo>
                    <a:pt x="178" y="83"/>
                  </a:lnTo>
                  <a:lnTo>
                    <a:pt x="180" y="80"/>
                  </a:lnTo>
                  <a:lnTo>
                    <a:pt x="182" y="78"/>
                  </a:lnTo>
                  <a:lnTo>
                    <a:pt x="187" y="74"/>
                  </a:lnTo>
                  <a:lnTo>
                    <a:pt x="187" y="69"/>
                  </a:lnTo>
                  <a:lnTo>
                    <a:pt x="189" y="67"/>
                  </a:lnTo>
                  <a:lnTo>
                    <a:pt x="189" y="64"/>
                  </a:lnTo>
                  <a:lnTo>
                    <a:pt x="191" y="62"/>
                  </a:lnTo>
                  <a:lnTo>
                    <a:pt x="191" y="60"/>
                  </a:lnTo>
                  <a:lnTo>
                    <a:pt x="194" y="57"/>
                  </a:lnTo>
                  <a:lnTo>
                    <a:pt x="194" y="55"/>
                  </a:lnTo>
                  <a:lnTo>
                    <a:pt x="196" y="53"/>
                  </a:lnTo>
                  <a:lnTo>
                    <a:pt x="196" y="48"/>
                  </a:lnTo>
                  <a:lnTo>
                    <a:pt x="201" y="44"/>
                  </a:lnTo>
                  <a:lnTo>
                    <a:pt x="201" y="41"/>
                  </a:lnTo>
                  <a:lnTo>
                    <a:pt x="203" y="39"/>
                  </a:lnTo>
                  <a:lnTo>
                    <a:pt x="208" y="34"/>
                  </a:lnTo>
                  <a:lnTo>
                    <a:pt x="205" y="34"/>
                  </a:lnTo>
                  <a:lnTo>
                    <a:pt x="208" y="34"/>
                  </a:lnTo>
                  <a:lnTo>
                    <a:pt x="210" y="32"/>
                  </a:lnTo>
                  <a:lnTo>
                    <a:pt x="212" y="32"/>
                  </a:lnTo>
                  <a:lnTo>
                    <a:pt x="214" y="30"/>
                  </a:lnTo>
                  <a:lnTo>
                    <a:pt x="217" y="30"/>
                  </a:lnTo>
                  <a:lnTo>
                    <a:pt x="219" y="30"/>
                  </a:lnTo>
                  <a:lnTo>
                    <a:pt x="221" y="27"/>
                  </a:lnTo>
                  <a:lnTo>
                    <a:pt x="224" y="27"/>
                  </a:lnTo>
                  <a:lnTo>
                    <a:pt x="226" y="25"/>
                  </a:lnTo>
                  <a:lnTo>
                    <a:pt x="228" y="23"/>
                  </a:lnTo>
                  <a:lnTo>
                    <a:pt x="231" y="21"/>
                  </a:lnTo>
                  <a:lnTo>
                    <a:pt x="233" y="18"/>
                  </a:lnTo>
                  <a:lnTo>
                    <a:pt x="235" y="16"/>
                  </a:lnTo>
                  <a:lnTo>
                    <a:pt x="237" y="14"/>
                  </a:lnTo>
                  <a:lnTo>
                    <a:pt x="240" y="11"/>
                  </a:lnTo>
                  <a:lnTo>
                    <a:pt x="242" y="9"/>
                  </a:lnTo>
                  <a:lnTo>
                    <a:pt x="244" y="7"/>
                  </a:lnTo>
                  <a:lnTo>
                    <a:pt x="247" y="7"/>
                  </a:lnTo>
                  <a:lnTo>
                    <a:pt x="249" y="4"/>
                  </a:lnTo>
                  <a:lnTo>
                    <a:pt x="251" y="4"/>
                  </a:lnTo>
                  <a:lnTo>
                    <a:pt x="254" y="4"/>
                  </a:lnTo>
                  <a:lnTo>
                    <a:pt x="256" y="4"/>
                  </a:lnTo>
                  <a:lnTo>
                    <a:pt x="258" y="7"/>
                  </a:lnTo>
                </a:path>
              </a:pathLst>
            </a:custGeom>
            <a:noFill/>
            <a:ln w="12700" cap="flat">
              <a:solidFill>
                <a:srgbClr val="C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62" name="Freeform 44"/>
            <p:cNvSpPr>
              <a:spLocks/>
            </p:cNvSpPr>
            <p:nvPr/>
          </p:nvSpPr>
          <p:spPr bwMode="auto">
            <a:xfrm>
              <a:off x="22202512" y="16615299"/>
              <a:ext cx="762000" cy="584200"/>
            </a:xfrm>
            <a:custGeom>
              <a:avLst/>
              <a:gdLst/>
              <a:ahLst/>
              <a:cxnLst>
                <a:cxn ang="0">
                  <a:pos x="5" y="37"/>
                </a:cxn>
                <a:cxn ang="0">
                  <a:pos x="12" y="34"/>
                </a:cxn>
                <a:cxn ang="0">
                  <a:pos x="19" y="34"/>
                </a:cxn>
                <a:cxn ang="0">
                  <a:pos x="26" y="32"/>
                </a:cxn>
                <a:cxn ang="0">
                  <a:pos x="32" y="32"/>
                </a:cxn>
                <a:cxn ang="0">
                  <a:pos x="39" y="34"/>
                </a:cxn>
                <a:cxn ang="0">
                  <a:pos x="46" y="34"/>
                </a:cxn>
                <a:cxn ang="0">
                  <a:pos x="53" y="37"/>
                </a:cxn>
                <a:cxn ang="0">
                  <a:pos x="60" y="39"/>
                </a:cxn>
                <a:cxn ang="0">
                  <a:pos x="67" y="39"/>
                </a:cxn>
                <a:cxn ang="0">
                  <a:pos x="74" y="37"/>
                </a:cxn>
                <a:cxn ang="0">
                  <a:pos x="81" y="32"/>
                </a:cxn>
                <a:cxn ang="0">
                  <a:pos x="88" y="25"/>
                </a:cxn>
                <a:cxn ang="0">
                  <a:pos x="95" y="21"/>
                </a:cxn>
                <a:cxn ang="0">
                  <a:pos x="101" y="23"/>
                </a:cxn>
                <a:cxn ang="0">
                  <a:pos x="108" y="28"/>
                </a:cxn>
                <a:cxn ang="0">
                  <a:pos x="115" y="34"/>
                </a:cxn>
                <a:cxn ang="0">
                  <a:pos x="122" y="32"/>
                </a:cxn>
                <a:cxn ang="0">
                  <a:pos x="129" y="25"/>
                </a:cxn>
                <a:cxn ang="0">
                  <a:pos x="134" y="16"/>
                </a:cxn>
                <a:cxn ang="0">
                  <a:pos x="138" y="9"/>
                </a:cxn>
                <a:cxn ang="0">
                  <a:pos x="143" y="0"/>
                </a:cxn>
                <a:cxn ang="0">
                  <a:pos x="150" y="5"/>
                </a:cxn>
                <a:cxn ang="0">
                  <a:pos x="154" y="14"/>
                </a:cxn>
                <a:cxn ang="0">
                  <a:pos x="157" y="25"/>
                </a:cxn>
                <a:cxn ang="0">
                  <a:pos x="161" y="39"/>
                </a:cxn>
                <a:cxn ang="0">
                  <a:pos x="164" y="53"/>
                </a:cxn>
                <a:cxn ang="0">
                  <a:pos x="168" y="67"/>
                </a:cxn>
                <a:cxn ang="0">
                  <a:pos x="171" y="81"/>
                </a:cxn>
                <a:cxn ang="0">
                  <a:pos x="175" y="87"/>
                </a:cxn>
                <a:cxn ang="0">
                  <a:pos x="180" y="92"/>
                </a:cxn>
                <a:cxn ang="0">
                  <a:pos x="187" y="83"/>
                </a:cxn>
                <a:cxn ang="0">
                  <a:pos x="191" y="74"/>
                </a:cxn>
                <a:cxn ang="0">
                  <a:pos x="194" y="64"/>
                </a:cxn>
                <a:cxn ang="0">
                  <a:pos x="198" y="55"/>
                </a:cxn>
                <a:cxn ang="0">
                  <a:pos x="200" y="48"/>
                </a:cxn>
                <a:cxn ang="0">
                  <a:pos x="205" y="41"/>
                </a:cxn>
                <a:cxn ang="0">
                  <a:pos x="207" y="34"/>
                </a:cxn>
                <a:cxn ang="0">
                  <a:pos x="214" y="30"/>
                </a:cxn>
                <a:cxn ang="0">
                  <a:pos x="221" y="25"/>
                </a:cxn>
                <a:cxn ang="0">
                  <a:pos x="228" y="23"/>
                </a:cxn>
                <a:cxn ang="0">
                  <a:pos x="235" y="18"/>
                </a:cxn>
              </a:cxnLst>
              <a:rect l="0" t="0" r="r" b="b"/>
              <a:pathLst>
                <a:path w="240" h="92">
                  <a:moveTo>
                    <a:pt x="0" y="37"/>
                  </a:moveTo>
                  <a:lnTo>
                    <a:pt x="2" y="37"/>
                  </a:lnTo>
                  <a:lnTo>
                    <a:pt x="5" y="37"/>
                  </a:lnTo>
                  <a:lnTo>
                    <a:pt x="7" y="37"/>
                  </a:lnTo>
                  <a:lnTo>
                    <a:pt x="9" y="34"/>
                  </a:lnTo>
                  <a:lnTo>
                    <a:pt x="12" y="34"/>
                  </a:lnTo>
                  <a:lnTo>
                    <a:pt x="14" y="34"/>
                  </a:lnTo>
                  <a:lnTo>
                    <a:pt x="16" y="34"/>
                  </a:lnTo>
                  <a:lnTo>
                    <a:pt x="19" y="34"/>
                  </a:lnTo>
                  <a:lnTo>
                    <a:pt x="21" y="34"/>
                  </a:lnTo>
                  <a:lnTo>
                    <a:pt x="23" y="32"/>
                  </a:lnTo>
                  <a:lnTo>
                    <a:pt x="26" y="32"/>
                  </a:lnTo>
                  <a:lnTo>
                    <a:pt x="28" y="32"/>
                  </a:lnTo>
                  <a:lnTo>
                    <a:pt x="30" y="32"/>
                  </a:lnTo>
                  <a:lnTo>
                    <a:pt x="32" y="32"/>
                  </a:lnTo>
                  <a:lnTo>
                    <a:pt x="35" y="32"/>
                  </a:lnTo>
                  <a:lnTo>
                    <a:pt x="37" y="34"/>
                  </a:lnTo>
                  <a:lnTo>
                    <a:pt x="39" y="34"/>
                  </a:lnTo>
                  <a:lnTo>
                    <a:pt x="42" y="34"/>
                  </a:lnTo>
                  <a:lnTo>
                    <a:pt x="44" y="34"/>
                  </a:lnTo>
                  <a:lnTo>
                    <a:pt x="46" y="34"/>
                  </a:lnTo>
                  <a:lnTo>
                    <a:pt x="49" y="34"/>
                  </a:lnTo>
                  <a:lnTo>
                    <a:pt x="51" y="37"/>
                  </a:lnTo>
                  <a:lnTo>
                    <a:pt x="53" y="37"/>
                  </a:lnTo>
                  <a:lnTo>
                    <a:pt x="55" y="37"/>
                  </a:lnTo>
                  <a:lnTo>
                    <a:pt x="58" y="39"/>
                  </a:lnTo>
                  <a:lnTo>
                    <a:pt x="60" y="39"/>
                  </a:lnTo>
                  <a:lnTo>
                    <a:pt x="62" y="39"/>
                  </a:lnTo>
                  <a:lnTo>
                    <a:pt x="65" y="39"/>
                  </a:lnTo>
                  <a:lnTo>
                    <a:pt x="67" y="39"/>
                  </a:lnTo>
                  <a:lnTo>
                    <a:pt x="69" y="39"/>
                  </a:lnTo>
                  <a:lnTo>
                    <a:pt x="72" y="39"/>
                  </a:lnTo>
                  <a:lnTo>
                    <a:pt x="74" y="37"/>
                  </a:lnTo>
                  <a:lnTo>
                    <a:pt x="76" y="34"/>
                  </a:lnTo>
                  <a:lnTo>
                    <a:pt x="78" y="32"/>
                  </a:lnTo>
                  <a:lnTo>
                    <a:pt x="81" y="32"/>
                  </a:lnTo>
                  <a:lnTo>
                    <a:pt x="83" y="30"/>
                  </a:lnTo>
                  <a:lnTo>
                    <a:pt x="85" y="28"/>
                  </a:lnTo>
                  <a:lnTo>
                    <a:pt x="88" y="25"/>
                  </a:lnTo>
                  <a:lnTo>
                    <a:pt x="90" y="23"/>
                  </a:lnTo>
                  <a:lnTo>
                    <a:pt x="92" y="23"/>
                  </a:lnTo>
                  <a:lnTo>
                    <a:pt x="95" y="21"/>
                  </a:lnTo>
                  <a:lnTo>
                    <a:pt x="97" y="21"/>
                  </a:lnTo>
                  <a:lnTo>
                    <a:pt x="99" y="21"/>
                  </a:lnTo>
                  <a:lnTo>
                    <a:pt x="101" y="23"/>
                  </a:lnTo>
                  <a:lnTo>
                    <a:pt x="104" y="25"/>
                  </a:lnTo>
                  <a:lnTo>
                    <a:pt x="106" y="28"/>
                  </a:lnTo>
                  <a:lnTo>
                    <a:pt x="108" y="28"/>
                  </a:lnTo>
                  <a:lnTo>
                    <a:pt x="111" y="30"/>
                  </a:lnTo>
                  <a:lnTo>
                    <a:pt x="113" y="32"/>
                  </a:lnTo>
                  <a:lnTo>
                    <a:pt x="115" y="34"/>
                  </a:lnTo>
                  <a:lnTo>
                    <a:pt x="118" y="34"/>
                  </a:lnTo>
                  <a:lnTo>
                    <a:pt x="120" y="34"/>
                  </a:lnTo>
                  <a:lnTo>
                    <a:pt x="122" y="32"/>
                  </a:lnTo>
                  <a:lnTo>
                    <a:pt x="125" y="30"/>
                  </a:lnTo>
                  <a:lnTo>
                    <a:pt x="127" y="28"/>
                  </a:lnTo>
                  <a:lnTo>
                    <a:pt x="129" y="25"/>
                  </a:lnTo>
                  <a:lnTo>
                    <a:pt x="131" y="23"/>
                  </a:lnTo>
                  <a:lnTo>
                    <a:pt x="131" y="18"/>
                  </a:lnTo>
                  <a:lnTo>
                    <a:pt x="134" y="16"/>
                  </a:lnTo>
                  <a:lnTo>
                    <a:pt x="134" y="14"/>
                  </a:lnTo>
                  <a:lnTo>
                    <a:pt x="136" y="11"/>
                  </a:lnTo>
                  <a:lnTo>
                    <a:pt x="138" y="9"/>
                  </a:lnTo>
                  <a:lnTo>
                    <a:pt x="138" y="7"/>
                  </a:lnTo>
                  <a:lnTo>
                    <a:pt x="143" y="2"/>
                  </a:lnTo>
                  <a:lnTo>
                    <a:pt x="143" y="0"/>
                  </a:lnTo>
                  <a:lnTo>
                    <a:pt x="145" y="0"/>
                  </a:lnTo>
                  <a:lnTo>
                    <a:pt x="148" y="2"/>
                  </a:lnTo>
                  <a:lnTo>
                    <a:pt x="150" y="5"/>
                  </a:lnTo>
                  <a:lnTo>
                    <a:pt x="152" y="7"/>
                  </a:lnTo>
                  <a:lnTo>
                    <a:pt x="152" y="11"/>
                  </a:lnTo>
                  <a:lnTo>
                    <a:pt x="154" y="14"/>
                  </a:lnTo>
                  <a:lnTo>
                    <a:pt x="154" y="16"/>
                  </a:lnTo>
                  <a:lnTo>
                    <a:pt x="157" y="18"/>
                  </a:lnTo>
                  <a:lnTo>
                    <a:pt x="157" y="25"/>
                  </a:lnTo>
                  <a:lnTo>
                    <a:pt x="159" y="28"/>
                  </a:lnTo>
                  <a:lnTo>
                    <a:pt x="159" y="34"/>
                  </a:lnTo>
                  <a:lnTo>
                    <a:pt x="161" y="39"/>
                  </a:lnTo>
                  <a:lnTo>
                    <a:pt x="161" y="46"/>
                  </a:lnTo>
                  <a:lnTo>
                    <a:pt x="164" y="51"/>
                  </a:lnTo>
                  <a:lnTo>
                    <a:pt x="164" y="53"/>
                  </a:lnTo>
                  <a:lnTo>
                    <a:pt x="166" y="58"/>
                  </a:lnTo>
                  <a:lnTo>
                    <a:pt x="166" y="64"/>
                  </a:lnTo>
                  <a:lnTo>
                    <a:pt x="168" y="67"/>
                  </a:lnTo>
                  <a:lnTo>
                    <a:pt x="168" y="74"/>
                  </a:lnTo>
                  <a:lnTo>
                    <a:pt x="171" y="76"/>
                  </a:lnTo>
                  <a:lnTo>
                    <a:pt x="171" y="81"/>
                  </a:lnTo>
                  <a:lnTo>
                    <a:pt x="173" y="83"/>
                  </a:lnTo>
                  <a:lnTo>
                    <a:pt x="173" y="85"/>
                  </a:lnTo>
                  <a:lnTo>
                    <a:pt x="175" y="87"/>
                  </a:lnTo>
                  <a:lnTo>
                    <a:pt x="175" y="90"/>
                  </a:lnTo>
                  <a:lnTo>
                    <a:pt x="177" y="92"/>
                  </a:lnTo>
                  <a:lnTo>
                    <a:pt x="180" y="92"/>
                  </a:lnTo>
                  <a:lnTo>
                    <a:pt x="182" y="92"/>
                  </a:lnTo>
                  <a:lnTo>
                    <a:pt x="187" y="87"/>
                  </a:lnTo>
                  <a:lnTo>
                    <a:pt x="187" y="83"/>
                  </a:lnTo>
                  <a:lnTo>
                    <a:pt x="189" y="81"/>
                  </a:lnTo>
                  <a:lnTo>
                    <a:pt x="189" y="76"/>
                  </a:lnTo>
                  <a:lnTo>
                    <a:pt x="191" y="74"/>
                  </a:lnTo>
                  <a:lnTo>
                    <a:pt x="191" y="71"/>
                  </a:lnTo>
                  <a:lnTo>
                    <a:pt x="194" y="69"/>
                  </a:lnTo>
                  <a:lnTo>
                    <a:pt x="194" y="64"/>
                  </a:lnTo>
                  <a:lnTo>
                    <a:pt x="196" y="62"/>
                  </a:lnTo>
                  <a:lnTo>
                    <a:pt x="196" y="58"/>
                  </a:lnTo>
                  <a:lnTo>
                    <a:pt x="198" y="55"/>
                  </a:lnTo>
                  <a:lnTo>
                    <a:pt x="198" y="53"/>
                  </a:lnTo>
                  <a:lnTo>
                    <a:pt x="200" y="51"/>
                  </a:lnTo>
                  <a:lnTo>
                    <a:pt x="200" y="48"/>
                  </a:lnTo>
                  <a:lnTo>
                    <a:pt x="203" y="46"/>
                  </a:lnTo>
                  <a:lnTo>
                    <a:pt x="203" y="44"/>
                  </a:lnTo>
                  <a:lnTo>
                    <a:pt x="205" y="41"/>
                  </a:lnTo>
                  <a:lnTo>
                    <a:pt x="205" y="39"/>
                  </a:lnTo>
                  <a:lnTo>
                    <a:pt x="210" y="34"/>
                  </a:lnTo>
                  <a:lnTo>
                    <a:pt x="207" y="34"/>
                  </a:lnTo>
                  <a:lnTo>
                    <a:pt x="210" y="34"/>
                  </a:lnTo>
                  <a:lnTo>
                    <a:pt x="212" y="32"/>
                  </a:lnTo>
                  <a:lnTo>
                    <a:pt x="214" y="30"/>
                  </a:lnTo>
                  <a:lnTo>
                    <a:pt x="217" y="28"/>
                  </a:lnTo>
                  <a:lnTo>
                    <a:pt x="219" y="28"/>
                  </a:lnTo>
                  <a:lnTo>
                    <a:pt x="221" y="25"/>
                  </a:lnTo>
                  <a:lnTo>
                    <a:pt x="223" y="25"/>
                  </a:lnTo>
                  <a:lnTo>
                    <a:pt x="226" y="25"/>
                  </a:lnTo>
                  <a:lnTo>
                    <a:pt x="228" y="23"/>
                  </a:lnTo>
                  <a:lnTo>
                    <a:pt x="230" y="23"/>
                  </a:lnTo>
                  <a:lnTo>
                    <a:pt x="233" y="21"/>
                  </a:lnTo>
                  <a:lnTo>
                    <a:pt x="235" y="18"/>
                  </a:lnTo>
                  <a:lnTo>
                    <a:pt x="237" y="18"/>
                  </a:lnTo>
                  <a:lnTo>
                    <a:pt x="240" y="18"/>
                  </a:lnTo>
                </a:path>
              </a:pathLst>
            </a:cu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grpSp>
      <p:grpSp>
        <p:nvGrpSpPr>
          <p:cNvPr id="683" name="Group 682"/>
          <p:cNvGrpSpPr/>
          <p:nvPr/>
        </p:nvGrpSpPr>
        <p:grpSpPr>
          <a:xfrm>
            <a:off x="16553624" y="16107444"/>
            <a:ext cx="4545924" cy="6837600"/>
            <a:chOff x="123203" y="562303"/>
            <a:chExt cx="3409443" cy="4558400"/>
          </a:xfrm>
        </p:grpSpPr>
        <p:sp>
          <p:nvSpPr>
            <p:cNvPr id="684" name="Rectangle 651"/>
            <p:cNvSpPr>
              <a:spLocks noChangeArrowheads="1"/>
            </p:cNvSpPr>
            <p:nvPr/>
          </p:nvSpPr>
          <p:spPr bwMode="auto">
            <a:xfrm>
              <a:off x="123203" y="4077129"/>
              <a:ext cx="695884" cy="143629"/>
            </a:xfrm>
            <a:prstGeom prst="rect">
              <a:avLst/>
            </a:prstGeom>
            <a:noFill/>
            <a:ln w="12700">
              <a:noFill/>
              <a:miter lim="800000"/>
              <a:headEnd/>
              <a:tailEnd/>
            </a:ln>
          </p:spPr>
          <p:txBody>
            <a:bodyPr vert="horz" wrap="square" lIns="0" tIns="0" rIns="0" bIns="0" numCol="1" anchor="t" anchorCtr="0" compatLnSpc="1">
              <a:prstTxWarp prst="textNoShape">
                <a:avLst/>
              </a:prstTxWarp>
              <a:spAutoFit/>
            </a:bodyPr>
            <a:lstStyle/>
            <a:p>
              <a:pPr defTabSz="2560320" fontAlgn="base">
                <a:spcBef>
                  <a:spcPct val="0"/>
                </a:spcBef>
                <a:spcAft>
                  <a:spcPct val="0"/>
                </a:spcAft>
              </a:pPr>
              <a:r>
                <a:rPr lang="en-US" sz="1400" dirty="0">
                  <a:solidFill>
                    <a:srgbClr val="000000"/>
                  </a:solidFill>
                  <a:latin typeface="Arial" pitchFamily="34" charset="0"/>
                  <a:cs typeface="Arial" pitchFamily="34" charset="0"/>
                </a:rPr>
                <a:t>-5 </a:t>
              </a:r>
              <a:r>
                <a:rPr lang="en-US" sz="1400" dirty="0">
                  <a:solidFill>
                    <a:srgbClr val="000000"/>
                  </a:solidFill>
                  <a:latin typeface="Arial"/>
                  <a:cs typeface="Arial"/>
                </a:rPr>
                <a:t>µ</a:t>
              </a:r>
              <a:r>
                <a:rPr lang="en-US" sz="1400" dirty="0">
                  <a:solidFill>
                    <a:srgbClr val="000000"/>
                  </a:solidFill>
                  <a:latin typeface="Arial" pitchFamily="34" charset="0"/>
                  <a:cs typeface="Arial" pitchFamily="34" charset="0"/>
                </a:rPr>
                <a:t>V</a:t>
              </a:r>
              <a:endParaRPr lang="en-US" sz="1400" dirty="0">
                <a:latin typeface="Arial" pitchFamily="34" charset="0"/>
                <a:cs typeface="Arial" pitchFamily="34" charset="0"/>
              </a:endParaRPr>
            </a:p>
          </p:txBody>
        </p:sp>
        <p:sp>
          <p:nvSpPr>
            <p:cNvPr id="685" name="Rectangle 657"/>
            <p:cNvSpPr>
              <a:spLocks noChangeArrowheads="1"/>
            </p:cNvSpPr>
            <p:nvPr/>
          </p:nvSpPr>
          <p:spPr bwMode="auto">
            <a:xfrm>
              <a:off x="924843" y="4681557"/>
              <a:ext cx="223619" cy="143629"/>
            </a:xfrm>
            <a:prstGeom prst="rect">
              <a:avLst/>
            </a:prstGeom>
            <a:noFill/>
            <a:ln w="12700">
              <a:noFill/>
              <a:miter lim="800000"/>
              <a:headEnd/>
              <a:tailEnd/>
            </a:ln>
          </p:spPr>
          <p:txBody>
            <a:bodyPr vert="horz" wrap="none" lIns="0" tIns="0" rIns="0" bIns="0" numCol="1" anchor="t" anchorCtr="0" compatLnSpc="1">
              <a:prstTxWarp prst="textNoShape">
                <a:avLst/>
              </a:prstTxWarp>
              <a:spAutoFit/>
            </a:bodyPr>
            <a:lstStyle/>
            <a:p>
              <a:pPr defTabSz="2560320" fontAlgn="base">
                <a:spcBef>
                  <a:spcPct val="0"/>
                </a:spcBef>
                <a:spcAft>
                  <a:spcPct val="0"/>
                </a:spcAft>
              </a:pPr>
              <a:r>
                <a:rPr lang="en-US" sz="1400" dirty="0">
                  <a:solidFill>
                    <a:srgbClr val="000000"/>
                  </a:solidFill>
                  <a:latin typeface="Arial" pitchFamily="34" charset="0"/>
                  <a:cs typeface="Arial" pitchFamily="34" charset="0"/>
                </a:rPr>
                <a:t>400</a:t>
              </a:r>
              <a:endParaRPr lang="en-US" sz="1400" dirty="0">
                <a:latin typeface="Arial" pitchFamily="34" charset="0"/>
                <a:cs typeface="Arial" pitchFamily="34" charset="0"/>
              </a:endParaRPr>
            </a:p>
          </p:txBody>
        </p:sp>
        <p:sp>
          <p:nvSpPr>
            <p:cNvPr id="686" name="Rectangle 660"/>
            <p:cNvSpPr>
              <a:spLocks noChangeArrowheads="1"/>
            </p:cNvSpPr>
            <p:nvPr/>
          </p:nvSpPr>
          <p:spPr bwMode="auto">
            <a:xfrm>
              <a:off x="1412111" y="4681557"/>
              <a:ext cx="440024" cy="143629"/>
            </a:xfrm>
            <a:prstGeom prst="rect">
              <a:avLst/>
            </a:prstGeom>
            <a:noFill/>
            <a:ln w="12700">
              <a:noFill/>
              <a:miter lim="800000"/>
              <a:headEnd/>
              <a:tailEnd/>
            </a:ln>
          </p:spPr>
          <p:txBody>
            <a:bodyPr vert="horz" wrap="none" lIns="0" tIns="0" rIns="0" bIns="0" numCol="1" anchor="t" anchorCtr="0" compatLnSpc="1">
              <a:prstTxWarp prst="textNoShape">
                <a:avLst/>
              </a:prstTxWarp>
              <a:spAutoFit/>
            </a:bodyPr>
            <a:lstStyle/>
            <a:p>
              <a:pPr defTabSz="2560320" fontAlgn="base">
                <a:spcBef>
                  <a:spcPct val="0"/>
                </a:spcBef>
                <a:spcAft>
                  <a:spcPct val="0"/>
                </a:spcAft>
              </a:pPr>
              <a:r>
                <a:rPr lang="en-US" sz="1400" dirty="0">
                  <a:solidFill>
                    <a:srgbClr val="000000"/>
                  </a:solidFill>
                  <a:latin typeface="Arial" pitchFamily="34" charset="0"/>
                  <a:cs typeface="Arial" pitchFamily="34" charset="0"/>
                </a:rPr>
                <a:t>800 ms</a:t>
              </a:r>
              <a:endParaRPr lang="en-US" sz="1400" dirty="0">
                <a:latin typeface="Arial" pitchFamily="34" charset="0"/>
                <a:cs typeface="Arial" pitchFamily="34" charset="0"/>
              </a:endParaRPr>
            </a:p>
          </p:txBody>
        </p:sp>
        <p:grpSp>
          <p:nvGrpSpPr>
            <p:cNvPr id="687" name="Group 686"/>
            <p:cNvGrpSpPr/>
            <p:nvPr/>
          </p:nvGrpSpPr>
          <p:grpSpPr>
            <a:xfrm>
              <a:off x="233820" y="562303"/>
              <a:ext cx="3298826" cy="4558400"/>
              <a:chOff x="17655804" y="16107103"/>
              <a:chExt cx="3298826" cy="4558400"/>
            </a:xfrm>
          </p:grpSpPr>
          <p:sp>
            <p:nvSpPr>
              <p:cNvPr id="688" name="Freeform 44"/>
              <p:cNvSpPr>
                <a:spLocks/>
              </p:cNvSpPr>
              <p:nvPr/>
            </p:nvSpPr>
            <p:spPr bwMode="auto">
              <a:xfrm>
                <a:off x="17655804" y="16684955"/>
                <a:ext cx="723900" cy="749300"/>
              </a:xfrm>
              <a:custGeom>
                <a:avLst/>
                <a:gdLst/>
                <a:ahLst/>
                <a:cxnLst>
                  <a:cxn ang="0">
                    <a:pos x="5" y="17"/>
                  </a:cxn>
                  <a:cxn ang="0">
                    <a:pos x="12" y="17"/>
                  </a:cxn>
                  <a:cxn ang="0">
                    <a:pos x="19" y="19"/>
                  </a:cxn>
                  <a:cxn ang="0">
                    <a:pos x="26" y="21"/>
                  </a:cxn>
                  <a:cxn ang="0">
                    <a:pos x="32" y="23"/>
                  </a:cxn>
                  <a:cxn ang="0">
                    <a:pos x="39" y="26"/>
                  </a:cxn>
                  <a:cxn ang="0">
                    <a:pos x="46" y="23"/>
                  </a:cxn>
                  <a:cxn ang="0">
                    <a:pos x="53" y="23"/>
                  </a:cxn>
                  <a:cxn ang="0">
                    <a:pos x="60" y="26"/>
                  </a:cxn>
                  <a:cxn ang="0">
                    <a:pos x="67" y="33"/>
                  </a:cxn>
                  <a:cxn ang="0">
                    <a:pos x="74" y="40"/>
                  </a:cxn>
                  <a:cxn ang="0">
                    <a:pos x="81" y="47"/>
                  </a:cxn>
                  <a:cxn ang="0">
                    <a:pos x="88" y="51"/>
                  </a:cxn>
                  <a:cxn ang="0">
                    <a:pos x="95" y="51"/>
                  </a:cxn>
                  <a:cxn ang="0">
                    <a:pos x="101" y="51"/>
                  </a:cxn>
                  <a:cxn ang="0">
                    <a:pos x="108" y="49"/>
                  </a:cxn>
                  <a:cxn ang="0">
                    <a:pos x="118" y="40"/>
                  </a:cxn>
                  <a:cxn ang="0">
                    <a:pos x="122" y="33"/>
                  </a:cxn>
                  <a:cxn ang="0">
                    <a:pos x="125" y="23"/>
                  </a:cxn>
                  <a:cxn ang="0">
                    <a:pos x="129" y="14"/>
                  </a:cxn>
                  <a:cxn ang="0">
                    <a:pos x="136" y="3"/>
                  </a:cxn>
                  <a:cxn ang="0">
                    <a:pos x="143" y="3"/>
                  </a:cxn>
                  <a:cxn ang="0">
                    <a:pos x="148" y="10"/>
                  </a:cxn>
                  <a:cxn ang="0">
                    <a:pos x="152" y="21"/>
                  </a:cxn>
                  <a:cxn ang="0">
                    <a:pos x="154" y="35"/>
                  </a:cxn>
                  <a:cxn ang="0">
                    <a:pos x="159" y="49"/>
                  </a:cxn>
                  <a:cxn ang="0">
                    <a:pos x="161" y="70"/>
                  </a:cxn>
                  <a:cxn ang="0">
                    <a:pos x="166" y="81"/>
                  </a:cxn>
                  <a:cxn ang="0">
                    <a:pos x="168" y="100"/>
                  </a:cxn>
                  <a:cxn ang="0">
                    <a:pos x="173" y="109"/>
                  </a:cxn>
                  <a:cxn ang="0">
                    <a:pos x="175" y="116"/>
                  </a:cxn>
                  <a:cxn ang="0">
                    <a:pos x="180" y="118"/>
                  </a:cxn>
                  <a:cxn ang="0">
                    <a:pos x="187" y="113"/>
                  </a:cxn>
                  <a:cxn ang="0">
                    <a:pos x="189" y="104"/>
                  </a:cxn>
                  <a:cxn ang="0">
                    <a:pos x="194" y="97"/>
                  </a:cxn>
                  <a:cxn ang="0">
                    <a:pos x="196" y="86"/>
                  </a:cxn>
                  <a:cxn ang="0">
                    <a:pos x="200" y="76"/>
                  </a:cxn>
                  <a:cxn ang="0">
                    <a:pos x="203" y="67"/>
                  </a:cxn>
                  <a:cxn ang="0">
                    <a:pos x="207" y="58"/>
                  </a:cxn>
                  <a:cxn ang="0">
                    <a:pos x="212" y="51"/>
                  </a:cxn>
                  <a:cxn ang="0">
                    <a:pos x="217" y="42"/>
                  </a:cxn>
                  <a:cxn ang="0">
                    <a:pos x="226" y="33"/>
                  </a:cxn>
                </a:cxnLst>
                <a:rect l="0" t="0" r="r" b="b"/>
                <a:pathLst>
                  <a:path w="228" h="118">
                    <a:moveTo>
                      <a:pt x="0" y="14"/>
                    </a:moveTo>
                    <a:lnTo>
                      <a:pt x="2" y="14"/>
                    </a:lnTo>
                    <a:lnTo>
                      <a:pt x="5" y="17"/>
                    </a:lnTo>
                    <a:lnTo>
                      <a:pt x="7" y="17"/>
                    </a:lnTo>
                    <a:lnTo>
                      <a:pt x="9" y="17"/>
                    </a:lnTo>
                    <a:lnTo>
                      <a:pt x="12" y="17"/>
                    </a:lnTo>
                    <a:lnTo>
                      <a:pt x="14" y="17"/>
                    </a:lnTo>
                    <a:lnTo>
                      <a:pt x="16" y="19"/>
                    </a:lnTo>
                    <a:lnTo>
                      <a:pt x="19" y="19"/>
                    </a:lnTo>
                    <a:lnTo>
                      <a:pt x="21" y="21"/>
                    </a:lnTo>
                    <a:lnTo>
                      <a:pt x="23" y="21"/>
                    </a:lnTo>
                    <a:lnTo>
                      <a:pt x="26" y="21"/>
                    </a:lnTo>
                    <a:lnTo>
                      <a:pt x="28" y="23"/>
                    </a:lnTo>
                    <a:lnTo>
                      <a:pt x="30" y="23"/>
                    </a:lnTo>
                    <a:lnTo>
                      <a:pt x="32" y="23"/>
                    </a:lnTo>
                    <a:lnTo>
                      <a:pt x="35" y="26"/>
                    </a:lnTo>
                    <a:lnTo>
                      <a:pt x="37" y="26"/>
                    </a:lnTo>
                    <a:lnTo>
                      <a:pt x="39" y="26"/>
                    </a:lnTo>
                    <a:lnTo>
                      <a:pt x="42" y="23"/>
                    </a:lnTo>
                    <a:lnTo>
                      <a:pt x="44" y="23"/>
                    </a:lnTo>
                    <a:lnTo>
                      <a:pt x="46" y="23"/>
                    </a:lnTo>
                    <a:lnTo>
                      <a:pt x="49" y="23"/>
                    </a:lnTo>
                    <a:lnTo>
                      <a:pt x="51" y="23"/>
                    </a:lnTo>
                    <a:lnTo>
                      <a:pt x="53" y="23"/>
                    </a:lnTo>
                    <a:lnTo>
                      <a:pt x="55" y="23"/>
                    </a:lnTo>
                    <a:lnTo>
                      <a:pt x="58" y="26"/>
                    </a:lnTo>
                    <a:lnTo>
                      <a:pt x="60" y="26"/>
                    </a:lnTo>
                    <a:lnTo>
                      <a:pt x="62" y="28"/>
                    </a:lnTo>
                    <a:lnTo>
                      <a:pt x="65" y="30"/>
                    </a:lnTo>
                    <a:lnTo>
                      <a:pt x="67" y="33"/>
                    </a:lnTo>
                    <a:lnTo>
                      <a:pt x="69" y="35"/>
                    </a:lnTo>
                    <a:lnTo>
                      <a:pt x="72" y="37"/>
                    </a:lnTo>
                    <a:lnTo>
                      <a:pt x="74" y="40"/>
                    </a:lnTo>
                    <a:lnTo>
                      <a:pt x="76" y="42"/>
                    </a:lnTo>
                    <a:lnTo>
                      <a:pt x="78" y="44"/>
                    </a:lnTo>
                    <a:lnTo>
                      <a:pt x="81" y="47"/>
                    </a:lnTo>
                    <a:lnTo>
                      <a:pt x="83" y="47"/>
                    </a:lnTo>
                    <a:lnTo>
                      <a:pt x="85" y="49"/>
                    </a:lnTo>
                    <a:lnTo>
                      <a:pt x="88" y="51"/>
                    </a:lnTo>
                    <a:lnTo>
                      <a:pt x="90" y="51"/>
                    </a:lnTo>
                    <a:lnTo>
                      <a:pt x="92" y="51"/>
                    </a:lnTo>
                    <a:lnTo>
                      <a:pt x="95" y="51"/>
                    </a:lnTo>
                    <a:lnTo>
                      <a:pt x="97" y="51"/>
                    </a:lnTo>
                    <a:lnTo>
                      <a:pt x="99" y="51"/>
                    </a:lnTo>
                    <a:lnTo>
                      <a:pt x="101" y="51"/>
                    </a:lnTo>
                    <a:lnTo>
                      <a:pt x="104" y="51"/>
                    </a:lnTo>
                    <a:lnTo>
                      <a:pt x="106" y="49"/>
                    </a:lnTo>
                    <a:lnTo>
                      <a:pt x="108" y="49"/>
                    </a:lnTo>
                    <a:lnTo>
                      <a:pt x="111" y="47"/>
                    </a:lnTo>
                    <a:lnTo>
                      <a:pt x="113" y="44"/>
                    </a:lnTo>
                    <a:lnTo>
                      <a:pt x="118" y="40"/>
                    </a:lnTo>
                    <a:lnTo>
                      <a:pt x="118" y="37"/>
                    </a:lnTo>
                    <a:lnTo>
                      <a:pt x="120" y="35"/>
                    </a:lnTo>
                    <a:lnTo>
                      <a:pt x="122" y="33"/>
                    </a:lnTo>
                    <a:lnTo>
                      <a:pt x="122" y="28"/>
                    </a:lnTo>
                    <a:lnTo>
                      <a:pt x="125" y="26"/>
                    </a:lnTo>
                    <a:lnTo>
                      <a:pt x="125" y="23"/>
                    </a:lnTo>
                    <a:lnTo>
                      <a:pt x="127" y="21"/>
                    </a:lnTo>
                    <a:lnTo>
                      <a:pt x="129" y="19"/>
                    </a:lnTo>
                    <a:lnTo>
                      <a:pt x="129" y="14"/>
                    </a:lnTo>
                    <a:lnTo>
                      <a:pt x="134" y="10"/>
                    </a:lnTo>
                    <a:lnTo>
                      <a:pt x="134" y="5"/>
                    </a:lnTo>
                    <a:lnTo>
                      <a:pt x="136" y="3"/>
                    </a:lnTo>
                    <a:lnTo>
                      <a:pt x="138" y="3"/>
                    </a:lnTo>
                    <a:lnTo>
                      <a:pt x="141" y="0"/>
                    </a:lnTo>
                    <a:lnTo>
                      <a:pt x="143" y="3"/>
                    </a:lnTo>
                    <a:lnTo>
                      <a:pt x="145" y="5"/>
                    </a:lnTo>
                    <a:lnTo>
                      <a:pt x="148" y="7"/>
                    </a:lnTo>
                    <a:lnTo>
                      <a:pt x="148" y="10"/>
                    </a:lnTo>
                    <a:lnTo>
                      <a:pt x="150" y="12"/>
                    </a:lnTo>
                    <a:lnTo>
                      <a:pt x="150" y="19"/>
                    </a:lnTo>
                    <a:lnTo>
                      <a:pt x="152" y="21"/>
                    </a:lnTo>
                    <a:lnTo>
                      <a:pt x="152" y="28"/>
                    </a:lnTo>
                    <a:lnTo>
                      <a:pt x="154" y="30"/>
                    </a:lnTo>
                    <a:lnTo>
                      <a:pt x="154" y="35"/>
                    </a:lnTo>
                    <a:lnTo>
                      <a:pt x="157" y="37"/>
                    </a:lnTo>
                    <a:lnTo>
                      <a:pt x="157" y="44"/>
                    </a:lnTo>
                    <a:lnTo>
                      <a:pt x="159" y="49"/>
                    </a:lnTo>
                    <a:lnTo>
                      <a:pt x="159" y="58"/>
                    </a:lnTo>
                    <a:lnTo>
                      <a:pt x="161" y="63"/>
                    </a:lnTo>
                    <a:lnTo>
                      <a:pt x="161" y="70"/>
                    </a:lnTo>
                    <a:lnTo>
                      <a:pt x="164" y="74"/>
                    </a:lnTo>
                    <a:lnTo>
                      <a:pt x="164" y="79"/>
                    </a:lnTo>
                    <a:lnTo>
                      <a:pt x="166" y="81"/>
                    </a:lnTo>
                    <a:lnTo>
                      <a:pt x="166" y="88"/>
                    </a:lnTo>
                    <a:lnTo>
                      <a:pt x="168" y="93"/>
                    </a:lnTo>
                    <a:lnTo>
                      <a:pt x="168" y="100"/>
                    </a:lnTo>
                    <a:lnTo>
                      <a:pt x="171" y="102"/>
                    </a:lnTo>
                    <a:lnTo>
                      <a:pt x="171" y="106"/>
                    </a:lnTo>
                    <a:lnTo>
                      <a:pt x="173" y="109"/>
                    </a:lnTo>
                    <a:lnTo>
                      <a:pt x="173" y="111"/>
                    </a:lnTo>
                    <a:lnTo>
                      <a:pt x="175" y="113"/>
                    </a:lnTo>
                    <a:lnTo>
                      <a:pt x="175" y="116"/>
                    </a:lnTo>
                    <a:lnTo>
                      <a:pt x="177" y="118"/>
                    </a:lnTo>
                    <a:lnTo>
                      <a:pt x="182" y="118"/>
                    </a:lnTo>
                    <a:lnTo>
                      <a:pt x="180" y="118"/>
                    </a:lnTo>
                    <a:lnTo>
                      <a:pt x="182" y="118"/>
                    </a:lnTo>
                    <a:lnTo>
                      <a:pt x="184" y="116"/>
                    </a:lnTo>
                    <a:lnTo>
                      <a:pt x="187" y="113"/>
                    </a:lnTo>
                    <a:lnTo>
                      <a:pt x="187" y="111"/>
                    </a:lnTo>
                    <a:lnTo>
                      <a:pt x="189" y="109"/>
                    </a:lnTo>
                    <a:lnTo>
                      <a:pt x="189" y="104"/>
                    </a:lnTo>
                    <a:lnTo>
                      <a:pt x="191" y="102"/>
                    </a:lnTo>
                    <a:lnTo>
                      <a:pt x="191" y="100"/>
                    </a:lnTo>
                    <a:lnTo>
                      <a:pt x="194" y="97"/>
                    </a:lnTo>
                    <a:lnTo>
                      <a:pt x="194" y="93"/>
                    </a:lnTo>
                    <a:lnTo>
                      <a:pt x="196" y="90"/>
                    </a:lnTo>
                    <a:lnTo>
                      <a:pt x="196" y="86"/>
                    </a:lnTo>
                    <a:lnTo>
                      <a:pt x="198" y="83"/>
                    </a:lnTo>
                    <a:lnTo>
                      <a:pt x="198" y="79"/>
                    </a:lnTo>
                    <a:lnTo>
                      <a:pt x="200" y="76"/>
                    </a:lnTo>
                    <a:lnTo>
                      <a:pt x="200" y="74"/>
                    </a:lnTo>
                    <a:lnTo>
                      <a:pt x="203" y="72"/>
                    </a:lnTo>
                    <a:lnTo>
                      <a:pt x="203" y="67"/>
                    </a:lnTo>
                    <a:lnTo>
                      <a:pt x="205" y="65"/>
                    </a:lnTo>
                    <a:lnTo>
                      <a:pt x="205" y="60"/>
                    </a:lnTo>
                    <a:lnTo>
                      <a:pt x="207" y="58"/>
                    </a:lnTo>
                    <a:lnTo>
                      <a:pt x="207" y="56"/>
                    </a:lnTo>
                    <a:lnTo>
                      <a:pt x="210" y="53"/>
                    </a:lnTo>
                    <a:lnTo>
                      <a:pt x="212" y="51"/>
                    </a:lnTo>
                    <a:lnTo>
                      <a:pt x="212" y="49"/>
                    </a:lnTo>
                    <a:lnTo>
                      <a:pt x="217" y="44"/>
                    </a:lnTo>
                    <a:lnTo>
                      <a:pt x="217" y="42"/>
                    </a:lnTo>
                    <a:lnTo>
                      <a:pt x="219" y="40"/>
                    </a:lnTo>
                    <a:lnTo>
                      <a:pt x="221" y="37"/>
                    </a:lnTo>
                    <a:lnTo>
                      <a:pt x="226" y="33"/>
                    </a:lnTo>
                    <a:lnTo>
                      <a:pt x="226" y="30"/>
                    </a:lnTo>
                    <a:lnTo>
                      <a:pt x="228" y="30"/>
                    </a:lnTo>
                  </a:path>
                </a:pathLst>
              </a:custGeom>
              <a:noFill/>
              <a:ln w="12700" cap="flat">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89" name="Freeform 45"/>
              <p:cNvSpPr>
                <a:spLocks/>
              </p:cNvSpPr>
              <p:nvPr/>
            </p:nvSpPr>
            <p:spPr bwMode="auto">
              <a:xfrm>
                <a:off x="18379704" y="16805603"/>
                <a:ext cx="746126" cy="361952"/>
              </a:xfrm>
              <a:custGeom>
                <a:avLst/>
                <a:gdLst/>
                <a:ahLst/>
                <a:cxnLst>
                  <a:cxn ang="0">
                    <a:pos x="2" y="9"/>
                  </a:cxn>
                  <a:cxn ang="0">
                    <a:pos x="7" y="4"/>
                  </a:cxn>
                  <a:cxn ang="0">
                    <a:pos x="12" y="2"/>
                  </a:cxn>
                  <a:cxn ang="0">
                    <a:pos x="16" y="0"/>
                  </a:cxn>
                  <a:cxn ang="0">
                    <a:pos x="21" y="0"/>
                  </a:cxn>
                  <a:cxn ang="0">
                    <a:pos x="25" y="2"/>
                  </a:cxn>
                  <a:cxn ang="0">
                    <a:pos x="30" y="2"/>
                  </a:cxn>
                  <a:cxn ang="0">
                    <a:pos x="35" y="4"/>
                  </a:cxn>
                  <a:cxn ang="0">
                    <a:pos x="39" y="7"/>
                  </a:cxn>
                  <a:cxn ang="0">
                    <a:pos x="44" y="9"/>
                  </a:cxn>
                  <a:cxn ang="0">
                    <a:pos x="48" y="9"/>
                  </a:cxn>
                  <a:cxn ang="0">
                    <a:pos x="53" y="9"/>
                  </a:cxn>
                  <a:cxn ang="0">
                    <a:pos x="58" y="9"/>
                  </a:cxn>
                  <a:cxn ang="0">
                    <a:pos x="62" y="9"/>
                  </a:cxn>
                  <a:cxn ang="0">
                    <a:pos x="67" y="9"/>
                  </a:cxn>
                  <a:cxn ang="0">
                    <a:pos x="71" y="9"/>
                  </a:cxn>
                  <a:cxn ang="0">
                    <a:pos x="76" y="9"/>
                  </a:cxn>
                  <a:cxn ang="0">
                    <a:pos x="81" y="9"/>
                  </a:cxn>
                  <a:cxn ang="0">
                    <a:pos x="85" y="9"/>
                  </a:cxn>
                  <a:cxn ang="0">
                    <a:pos x="90" y="9"/>
                  </a:cxn>
                  <a:cxn ang="0">
                    <a:pos x="94" y="9"/>
                  </a:cxn>
                  <a:cxn ang="0">
                    <a:pos x="99" y="9"/>
                  </a:cxn>
                  <a:cxn ang="0">
                    <a:pos x="104" y="9"/>
                  </a:cxn>
                  <a:cxn ang="0">
                    <a:pos x="108" y="11"/>
                  </a:cxn>
                  <a:cxn ang="0">
                    <a:pos x="113" y="14"/>
                  </a:cxn>
                  <a:cxn ang="0">
                    <a:pos x="117" y="18"/>
                  </a:cxn>
                  <a:cxn ang="0">
                    <a:pos x="122" y="21"/>
                  </a:cxn>
                  <a:cxn ang="0">
                    <a:pos x="127" y="23"/>
                  </a:cxn>
                  <a:cxn ang="0">
                    <a:pos x="131" y="25"/>
                  </a:cxn>
                  <a:cxn ang="0">
                    <a:pos x="136" y="23"/>
                  </a:cxn>
                  <a:cxn ang="0">
                    <a:pos x="141" y="23"/>
                  </a:cxn>
                  <a:cxn ang="0">
                    <a:pos x="145" y="21"/>
                  </a:cxn>
                  <a:cxn ang="0">
                    <a:pos x="150" y="21"/>
                  </a:cxn>
                  <a:cxn ang="0">
                    <a:pos x="154" y="23"/>
                  </a:cxn>
                  <a:cxn ang="0">
                    <a:pos x="159" y="25"/>
                  </a:cxn>
                  <a:cxn ang="0">
                    <a:pos x="164" y="30"/>
                  </a:cxn>
                  <a:cxn ang="0">
                    <a:pos x="168" y="34"/>
                  </a:cxn>
                  <a:cxn ang="0">
                    <a:pos x="173" y="37"/>
                  </a:cxn>
                  <a:cxn ang="0">
                    <a:pos x="177" y="41"/>
                  </a:cxn>
                  <a:cxn ang="0">
                    <a:pos x="182" y="44"/>
                  </a:cxn>
                  <a:cxn ang="0">
                    <a:pos x="187" y="46"/>
                  </a:cxn>
                  <a:cxn ang="0">
                    <a:pos x="191" y="51"/>
                  </a:cxn>
                  <a:cxn ang="0">
                    <a:pos x="196" y="53"/>
                  </a:cxn>
                  <a:cxn ang="0">
                    <a:pos x="200" y="55"/>
                  </a:cxn>
                  <a:cxn ang="0">
                    <a:pos x="205" y="57"/>
                  </a:cxn>
                  <a:cxn ang="0">
                    <a:pos x="210" y="57"/>
                  </a:cxn>
                  <a:cxn ang="0">
                    <a:pos x="214" y="57"/>
                  </a:cxn>
                  <a:cxn ang="0">
                    <a:pos x="219" y="53"/>
                  </a:cxn>
                  <a:cxn ang="0">
                    <a:pos x="223" y="51"/>
                  </a:cxn>
                  <a:cxn ang="0">
                    <a:pos x="228" y="48"/>
                  </a:cxn>
                  <a:cxn ang="0">
                    <a:pos x="233" y="48"/>
                  </a:cxn>
                </a:cxnLst>
                <a:rect l="0" t="0" r="r" b="b"/>
                <a:pathLst>
                  <a:path w="235" h="57">
                    <a:moveTo>
                      <a:pt x="0" y="11"/>
                    </a:moveTo>
                    <a:lnTo>
                      <a:pt x="2" y="9"/>
                    </a:lnTo>
                    <a:lnTo>
                      <a:pt x="5" y="7"/>
                    </a:lnTo>
                    <a:lnTo>
                      <a:pt x="7" y="4"/>
                    </a:lnTo>
                    <a:lnTo>
                      <a:pt x="9" y="4"/>
                    </a:lnTo>
                    <a:lnTo>
                      <a:pt x="12" y="2"/>
                    </a:lnTo>
                    <a:lnTo>
                      <a:pt x="14" y="2"/>
                    </a:lnTo>
                    <a:lnTo>
                      <a:pt x="16" y="0"/>
                    </a:lnTo>
                    <a:lnTo>
                      <a:pt x="19" y="0"/>
                    </a:lnTo>
                    <a:lnTo>
                      <a:pt x="21" y="0"/>
                    </a:lnTo>
                    <a:lnTo>
                      <a:pt x="23" y="0"/>
                    </a:lnTo>
                    <a:lnTo>
                      <a:pt x="25" y="2"/>
                    </a:lnTo>
                    <a:lnTo>
                      <a:pt x="28" y="2"/>
                    </a:lnTo>
                    <a:lnTo>
                      <a:pt x="30" y="2"/>
                    </a:lnTo>
                    <a:lnTo>
                      <a:pt x="32" y="4"/>
                    </a:lnTo>
                    <a:lnTo>
                      <a:pt x="35" y="4"/>
                    </a:lnTo>
                    <a:lnTo>
                      <a:pt x="37" y="7"/>
                    </a:lnTo>
                    <a:lnTo>
                      <a:pt x="39" y="7"/>
                    </a:lnTo>
                    <a:lnTo>
                      <a:pt x="42" y="9"/>
                    </a:lnTo>
                    <a:lnTo>
                      <a:pt x="44" y="9"/>
                    </a:lnTo>
                    <a:lnTo>
                      <a:pt x="46" y="9"/>
                    </a:lnTo>
                    <a:lnTo>
                      <a:pt x="48" y="9"/>
                    </a:lnTo>
                    <a:lnTo>
                      <a:pt x="51" y="9"/>
                    </a:lnTo>
                    <a:lnTo>
                      <a:pt x="53" y="9"/>
                    </a:lnTo>
                    <a:lnTo>
                      <a:pt x="55" y="9"/>
                    </a:lnTo>
                    <a:lnTo>
                      <a:pt x="58" y="9"/>
                    </a:lnTo>
                    <a:lnTo>
                      <a:pt x="60" y="9"/>
                    </a:lnTo>
                    <a:lnTo>
                      <a:pt x="62" y="9"/>
                    </a:lnTo>
                    <a:lnTo>
                      <a:pt x="65" y="9"/>
                    </a:lnTo>
                    <a:lnTo>
                      <a:pt x="67" y="9"/>
                    </a:lnTo>
                    <a:lnTo>
                      <a:pt x="69" y="9"/>
                    </a:lnTo>
                    <a:lnTo>
                      <a:pt x="71" y="9"/>
                    </a:lnTo>
                    <a:lnTo>
                      <a:pt x="74" y="9"/>
                    </a:lnTo>
                    <a:lnTo>
                      <a:pt x="76" y="9"/>
                    </a:lnTo>
                    <a:lnTo>
                      <a:pt x="78" y="9"/>
                    </a:lnTo>
                    <a:lnTo>
                      <a:pt x="81" y="9"/>
                    </a:lnTo>
                    <a:lnTo>
                      <a:pt x="83" y="9"/>
                    </a:lnTo>
                    <a:lnTo>
                      <a:pt x="85" y="9"/>
                    </a:lnTo>
                    <a:lnTo>
                      <a:pt x="88" y="9"/>
                    </a:lnTo>
                    <a:lnTo>
                      <a:pt x="90" y="9"/>
                    </a:lnTo>
                    <a:lnTo>
                      <a:pt x="92" y="9"/>
                    </a:lnTo>
                    <a:lnTo>
                      <a:pt x="94" y="9"/>
                    </a:lnTo>
                    <a:lnTo>
                      <a:pt x="97" y="9"/>
                    </a:lnTo>
                    <a:lnTo>
                      <a:pt x="99" y="9"/>
                    </a:lnTo>
                    <a:lnTo>
                      <a:pt x="101" y="9"/>
                    </a:lnTo>
                    <a:lnTo>
                      <a:pt x="104" y="9"/>
                    </a:lnTo>
                    <a:lnTo>
                      <a:pt x="106" y="11"/>
                    </a:lnTo>
                    <a:lnTo>
                      <a:pt x="108" y="11"/>
                    </a:lnTo>
                    <a:lnTo>
                      <a:pt x="111" y="14"/>
                    </a:lnTo>
                    <a:lnTo>
                      <a:pt x="113" y="14"/>
                    </a:lnTo>
                    <a:lnTo>
                      <a:pt x="115" y="16"/>
                    </a:lnTo>
                    <a:lnTo>
                      <a:pt x="117" y="18"/>
                    </a:lnTo>
                    <a:lnTo>
                      <a:pt x="120" y="21"/>
                    </a:lnTo>
                    <a:lnTo>
                      <a:pt x="122" y="21"/>
                    </a:lnTo>
                    <a:lnTo>
                      <a:pt x="124" y="23"/>
                    </a:lnTo>
                    <a:lnTo>
                      <a:pt x="127" y="23"/>
                    </a:lnTo>
                    <a:lnTo>
                      <a:pt x="129" y="25"/>
                    </a:lnTo>
                    <a:lnTo>
                      <a:pt x="131" y="25"/>
                    </a:lnTo>
                    <a:lnTo>
                      <a:pt x="134" y="25"/>
                    </a:lnTo>
                    <a:lnTo>
                      <a:pt x="136" y="23"/>
                    </a:lnTo>
                    <a:lnTo>
                      <a:pt x="138" y="23"/>
                    </a:lnTo>
                    <a:lnTo>
                      <a:pt x="141" y="23"/>
                    </a:lnTo>
                    <a:lnTo>
                      <a:pt x="143" y="23"/>
                    </a:lnTo>
                    <a:lnTo>
                      <a:pt x="145" y="21"/>
                    </a:lnTo>
                    <a:lnTo>
                      <a:pt x="147" y="21"/>
                    </a:lnTo>
                    <a:lnTo>
                      <a:pt x="150" y="21"/>
                    </a:lnTo>
                    <a:lnTo>
                      <a:pt x="152" y="23"/>
                    </a:lnTo>
                    <a:lnTo>
                      <a:pt x="154" y="23"/>
                    </a:lnTo>
                    <a:lnTo>
                      <a:pt x="157" y="23"/>
                    </a:lnTo>
                    <a:lnTo>
                      <a:pt x="159" y="25"/>
                    </a:lnTo>
                    <a:lnTo>
                      <a:pt x="161" y="28"/>
                    </a:lnTo>
                    <a:lnTo>
                      <a:pt x="164" y="30"/>
                    </a:lnTo>
                    <a:lnTo>
                      <a:pt x="166" y="32"/>
                    </a:lnTo>
                    <a:lnTo>
                      <a:pt x="168" y="34"/>
                    </a:lnTo>
                    <a:lnTo>
                      <a:pt x="170" y="37"/>
                    </a:lnTo>
                    <a:lnTo>
                      <a:pt x="173" y="37"/>
                    </a:lnTo>
                    <a:lnTo>
                      <a:pt x="175" y="39"/>
                    </a:lnTo>
                    <a:lnTo>
                      <a:pt x="177" y="41"/>
                    </a:lnTo>
                    <a:lnTo>
                      <a:pt x="180" y="41"/>
                    </a:lnTo>
                    <a:lnTo>
                      <a:pt x="182" y="44"/>
                    </a:lnTo>
                    <a:lnTo>
                      <a:pt x="184" y="46"/>
                    </a:lnTo>
                    <a:lnTo>
                      <a:pt x="187" y="46"/>
                    </a:lnTo>
                    <a:lnTo>
                      <a:pt x="189" y="48"/>
                    </a:lnTo>
                    <a:lnTo>
                      <a:pt x="191" y="51"/>
                    </a:lnTo>
                    <a:lnTo>
                      <a:pt x="193" y="51"/>
                    </a:lnTo>
                    <a:lnTo>
                      <a:pt x="196" y="53"/>
                    </a:lnTo>
                    <a:lnTo>
                      <a:pt x="198" y="53"/>
                    </a:lnTo>
                    <a:lnTo>
                      <a:pt x="200" y="55"/>
                    </a:lnTo>
                    <a:lnTo>
                      <a:pt x="203" y="57"/>
                    </a:lnTo>
                    <a:lnTo>
                      <a:pt x="205" y="57"/>
                    </a:lnTo>
                    <a:lnTo>
                      <a:pt x="207" y="57"/>
                    </a:lnTo>
                    <a:lnTo>
                      <a:pt x="210" y="57"/>
                    </a:lnTo>
                    <a:lnTo>
                      <a:pt x="212" y="57"/>
                    </a:lnTo>
                    <a:lnTo>
                      <a:pt x="214" y="57"/>
                    </a:lnTo>
                    <a:lnTo>
                      <a:pt x="216" y="55"/>
                    </a:lnTo>
                    <a:lnTo>
                      <a:pt x="219" y="53"/>
                    </a:lnTo>
                    <a:lnTo>
                      <a:pt x="221" y="53"/>
                    </a:lnTo>
                    <a:lnTo>
                      <a:pt x="223" y="51"/>
                    </a:lnTo>
                    <a:lnTo>
                      <a:pt x="226" y="48"/>
                    </a:lnTo>
                    <a:lnTo>
                      <a:pt x="228" y="48"/>
                    </a:lnTo>
                    <a:lnTo>
                      <a:pt x="230" y="48"/>
                    </a:lnTo>
                    <a:lnTo>
                      <a:pt x="233" y="48"/>
                    </a:lnTo>
                    <a:lnTo>
                      <a:pt x="235" y="48"/>
                    </a:lnTo>
                  </a:path>
                </a:pathLst>
              </a:custGeom>
              <a:noFill/>
              <a:ln w="12700" cap="flat">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90" name="Freeform 51"/>
              <p:cNvSpPr>
                <a:spLocks/>
              </p:cNvSpPr>
              <p:nvPr/>
            </p:nvSpPr>
            <p:spPr bwMode="auto">
              <a:xfrm>
                <a:off x="17655804" y="16583355"/>
                <a:ext cx="708026" cy="762000"/>
              </a:xfrm>
              <a:custGeom>
                <a:avLst/>
                <a:gdLst/>
                <a:ahLst/>
                <a:cxnLst>
                  <a:cxn ang="0">
                    <a:pos x="5" y="39"/>
                  </a:cxn>
                  <a:cxn ang="0">
                    <a:pos x="12" y="42"/>
                  </a:cxn>
                  <a:cxn ang="0">
                    <a:pos x="19" y="42"/>
                  </a:cxn>
                  <a:cxn ang="0">
                    <a:pos x="26" y="39"/>
                  </a:cxn>
                  <a:cxn ang="0">
                    <a:pos x="32" y="35"/>
                  </a:cxn>
                  <a:cxn ang="0">
                    <a:pos x="39" y="33"/>
                  </a:cxn>
                  <a:cxn ang="0">
                    <a:pos x="49" y="33"/>
                  </a:cxn>
                  <a:cxn ang="0">
                    <a:pos x="51" y="33"/>
                  </a:cxn>
                  <a:cxn ang="0">
                    <a:pos x="58" y="39"/>
                  </a:cxn>
                  <a:cxn ang="0">
                    <a:pos x="65" y="46"/>
                  </a:cxn>
                  <a:cxn ang="0">
                    <a:pos x="72" y="53"/>
                  </a:cxn>
                  <a:cxn ang="0">
                    <a:pos x="78" y="56"/>
                  </a:cxn>
                  <a:cxn ang="0">
                    <a:pos x="85" y="53"/>
                  </a:cxn>
                  <a:cxn ang="0">
                    <a:pos x="92" y="49"/>
                  </a:cxn>
                  <a:cxn ang="0">
                    <a:pos x="99" y="46"/>
                  </a:cxn>
                  <a:cxn ang="0">
                    <a:pos x="106" y="49"/>
                  </a:cxn>
                  <a:cxn ang="0">
                    <a:pos x="113" y="51"/>
                  </a:cxn>
                  <a:cxn ang="0">
                    <a:pos x="120" y="49"/>
                  </a:cxn>
                  <a:cxn ang="0">
                    <a:pos x="125" y="42"/>
                  </a:cxn>
                  <a:cxn ang="0">
                    <a:pos x="131" y="30"/>
                  </a:cxn>
                  <a:cxn ang="0">
                    <a:pos x="134" y="19"/>
                  </a:cxn>
                  <a:cxn ang="0">
                    <a:pos x="138" y="12"/>
                  </a:cxn>
                  <a:cxn ang="0">
                    <a:pos x="143" y="0"/>
                  </a:cxn>
                  <a:cxn ang="0">
                    <a:pos x="150" y="5"/>
                  </a:cxn>
                  <a:cxn ang="0">
                    <a:pos x="152" y="14"/>
                  </a:cxn>
                  <a:cxn ang="0">
                    <a:pos x="157" y="23"/>
                  </a:cxn>
                  <a:cxn ang="0">
                    <a:pos x="159" y="44"/>
                  </a:cxn>
                  <a:cxn ang="0">
                    <a:pos x="164" y="63"/>
                  </a:cxn>
                  <a:cxn ang="0">
                    <a:pos x="166" y="81"/>
                  </a:cxn>
                  <a:cxn ang="0">
                    <a:pos x="171" y="97"/>
                  </a:cxn>
                  <a:cxn ang="0">
                    <a:pos x="173" y="109"/>
                  </a:cxn>
                  <a:cxn ang="0">
                    <a:pos x="180" y="120"/>
                  </a:cxn>
                  <a:cxn ang="0">
                    <a:pos x="182" y="120"/>
                  </a:cxn>
                  <a:cxn ang="0">
                    <a:pos x="187" y="113"/>
                  </a:cxn>
                  <a:cxn ang="0">
                    <a:pos x="189" y="102"/>
                  </a:cxn>
                  <a:cxn ang="0">
                    <a:pos x="194" y="92"/>
                  </a:cxn>
                  <a:cxn ang="0">
                    <a:pos x="196" y="76"/>
                  </a:cxn>
                  <a:cxn ang="0">
                    <a:pos x="200" y="65"/>
                  </a:cxn>
                  <a:cxn ang="0">
                    <a:pos x="203" y="51"/>
                  </a:cxn>
                  <a:cxn ang="0">
                    <a:pos x="207" y="42"/>
                  </a:cxn>
                  <a:cxn ang="0">
                    <a:pos x="212" y="28"/>
                  </a:cxn>
                  <a:cxn ang="0">
                    <a:pos x="219" y="21"/>
                  </a:cxn>
                </a:cxnLst>
                <a:rect l="0" t="0" r="r" b="b"/>
                <a:pathLst>
                  <a:path w="223" h="120">
                    <a:moveTo>
                      <a:pt x="0" y="35"/>
                    </a:moveTo>
                    <a:lnTo>
                      <a:pt x="2" y="37"/>
                    </a:lnTo>
                    <a:lnTo>
                      <a:pt x="5" y="39"/>
                    </a:lnTo>
                    <a:lnTo>
                      <a:pt x="7" y="39"/>
                    </a:lnTo>
                    <a:lnTo>
                      <a:pt x="9" y="39"/>
                    </a:lnTo>
                    <a:lnTo>
                      <a:pt x="12" y="42"/>
                    </a:lnTo>
                    <a:lnTo>
                      <a:pt x="14" y="42"/>
                    </a:lnTo>
                    <a:lnTo>
                      <a:pt x="16" y="42"/>
                    </a:lnTo>
                    <a:lnTo>
                      <a:pt x="19" y="42"/>
                    </a:lnTo>
                    <a:lnTo>
                      <a:pt x="21" y="42"/>
                    </a:lnTo>
                    <a:lnTo>
                      <a:pt x="23" y="39"/>
                    </a:lnTo>
                    <a:lnTo>
                      <a:pt x="26" y="39"/>
                    </a:lnTo>
                    <a:lnTo>
                      <a:pt x="28" y="37"/>
                    </a:lnTo>
                    <a:lnTo>
                      <a:pt x="30" y="37"/>
                    </a:lnTo>
                    <a:lnTo>
                      <a:pt x="32" y="35"/>
                    </a:lnTo>
                    <a:lnTo>
                      <a:pt x="35" y="35"/>
                    </a:lnTo>
                    <a:lnTo>
                      <a:pt x="37" y="33"/>
                    </a:lnTo>
                    <a:lnTo>
                      <a:pt x="39" y="33"/>
                    </a:lnTo>
                    <a:lnTo>
                      <a:pt x="42" y="33"/>
                    </a:lnTo>
                    <a:lnTo>
                      <a:pt x="44" y="33"/>
                    </a:lnTo>
                    <a:lnTo>
                      <a:pt x="49" y="33"/>
                    </a:lnTo>
                    <a:lnTo>
                      <a:pt x="46" y="33"/>
                    </a:lnTo>
                    <a:lnTo>
                      <a:pt x="49" y="33"/>
                    </a:lnTo>
                    <a:lnTo>
                      <a:pt x="51" y="33"/>
                    </a:lnTo>
                    <a:lnTo>
                      <a:pt x="53" y="35"/>
                    </a:lnTo>
                    <a:lnTo>
                      <a:pt x="55" y="37"/>
                    </a:lnTo>
                    <a:lnTo>
                      <a:pt x="58" y="39"/>
                    </a:lnTo>
                    <a:lnTo>
                      <a:pt x="60" y="42"/>
                    </a:lnTo>
                    <a:lnTo>
                      <a:pt x="62" y="44"/>
                    </a:lnTo>
                    <a:lnTo>
                      <a:pt x="65" y="46"/>
                    </a:lnTo>
                    <a:lnTo>
                      <a:pt x="67" y="49"/>
                    </a:lnTo>
                    <a:lnTo>
                      <a:pt x="69" y="51"/>
                    </a:lnTo>
                    <a:lnTo>
                      <a:pt x="72" y="53"/>
                    </a:lnTo>
                    <a:lnTo>
                      <a:pt x="74" y="56"/>
                    </a:lnTo>
                    <a:lnTo>
                      <a:pt x="76" y="56"/>
                    </a:lnTo>
                    <a:lnTo>
                      <a:pt x="78" y="56"/>
                    </a:lnTo>
                    <a:lnTo>
                      <a:pt x="81" y="56"/>
                    </a:lnTo>
                    <a:lnTo>
                      <a:pt x="83" y="56"/>
                    </a:lnTo>
                    <a:lnTo>
                      <a:pt x="85" y="53"/>
                    </a:lnTo>
                    <a:lnTo>
                      <a:pt x="88" y="51"/>
                    </a:lnTo>
                    <a:lnTo>
                      <a:pt x="90" y="51"/>
                    </a:lnTo>
                    <a:lnTo>
                      <a:pt x="92" y="49"/>
                    </a:lnTo>
                    <a:lnTo>
                      <a:pt x="95" y="49"/>
                    </a:lnTo>
                    <a:lnTo>
                      <a:pt x="97" y="46"/>
                    </a:lnTo>
                    <a:lnTo>
                      <a:pt x="99" y="46"/>
                    </a:lnTo>
                    <a:lnTo>
                      <a:pt x="101" y="46"/>
                    </a:lnTo>
                    <a:lnTo>
                      <a:pt x="104" y="49"/>
                    </a:lnTo>
                    <a:lnTo>
                      <a:pt x="106" y="49"/>
                    </a:lnTo>
                    <a:lnTo>
                      <a:pt x="108" y="51"/>
                    </a:lnTo>
                    <a:lnTo>
                      <a:pt x="111" y="51"/>
                    </a:lnTo>
                    <a:lnTo>
                      <a:pt x="113" y="51"/>
                    </a:lnTo>
                    <a:lnTo>
                      <a:pt x="115" y="51"/>
                    </a:lnTo>
                    <a:lnTo>
                      <a:pt x="118" y="51"/>
                    </a:lnTo>
                    <a:lnTo>
                      <a:pt x="120" y="49"/>
                    </a:lnTo>
                    <a:lnTo>
                      <a:pt x="122" y="46"/>
                    </a:lnTo>
                    <a:lnTo>
                      <a:pt x="125" y="44"/>
                    </a:lnTo>
                    <a:lnTo>
                      <a:pt x="125" y="42"/>
                    </a:lnTo>
                    <a:lnTo>
                      <a:pt x="129" y="37"/>
                    </a:lnTo>
                    <a:lnTo>
                      <a:pt x="129" y="33"/>
                    </a:lnTo>
                    <a:lnTo>
                      <a:pt x="131" y="30"/>
                    </a:lnTo>
                    <a:lnTo>
                      <a:pt x="131" y="26"/>
                    </a:lnTo>
                    <a:lnTo>
                      <a:pt x="134" y="23"/>
                    </a:lnTo>
                    <a:lnTo>
                      <a:pt x="134" y="19"/>
                    </a:lnTo>
                    <a:lnTo>
                      <a:pt x="136" y="16"/>
                    </a:lnTo>
                    <a:lnTo>
                      <a:pt x="136" y="14"/>
                    </a:lnTo>
                    <a:lnTo>
                      <a:pt x="138" y="12"/>
                    </a:lnTo>
                    <a:lnTo>
                      <a:pt x="138" y="7"/>
                    </a:lnTo>
                    <a:lnTo>
                      <a:pt x="143" y="3"/>
                    </a:lnTo>
                    <a:lnTo>
                      <a:pt x="143" y="0"/>
                    </a:lnTo>
                    <a:lnTo>
                      <a:pt x="145" y="0"/>
                    </a:lnTo>
                    <a:lnTo>
                      <a:pt x="148" y="3"/>
                    </a:lnTo>
                    <a:lnTo>
                      <a:pt x="150" y="5"/>
                    </a:lnTo>
                    <a:lnTo>
                      <a:pt x="150" y="7"/>
                    </a:lnTo>
                    <a:lnTo>
                      <a:pt x="152" y="10"/>
                    </a:lnTo>
                    <a:lnTo>
                      <a:pt x="152" y="14"/>
                    </a:lnTo>
                    <a:lnTo>
                      <a:pt x="154" y="16"/>
                    </a:lnTo>
                    <a:lnTo>
                      <a:pt x="154" y="21"/>
                    </a:lnTo>
                    <a:lnTo>
                      <a:pt x="157" y="23"/>
                    </a:lnTo>
                    <a:lnTo>
                      <a:pt x="157" y="30"/>
                    </a:lnTo>
                    <a:lnTo>
                      <a:pt x="159" y="35"/>
                    </a:lnTo>
                    <a:lnTo>
                      <a:pt x="159" y="44"/>
                    </a:lnTo>
                    <a:lnTo>
                      <a:pt x="161" y="49"/>
                    </a:lnTo>
                    <a:lnTo>
                      <a:pt x="161" y="58"/>
                    </a:lnTo>
                    <a:lnTo>
                      <a:pt x="164" y="63"/>
                    </a:lnTo>
                    <a:lnTo>
                      <a:pt x="164" y="67"/>
                    </a:lnTo>
                    <a:lnTo>
                      <a:pt x="166" y="72"/>
                    </a:lnTo>
                    <a:lnTo>
                      <a:pt x="166" y="81"/>
                    </a:lnTo>
                    <a:lnTo>
                      <a:pt x="168" y="86"/>
                    </a:lnTo>
                    <a:lnTo>
                      <a:pt x="168" y="92"/>
                    </a:lnTo>
                    <a:lnTo>
                      <a:pt x="171" y="97"/>
                    </a:lnTo>
                    <a:lnTo>
                      <a:pt x="171" y="104"/>
                    </a:lnTo>
                    <a:lnTo>
                      <a:pt x="173" y="106"/>
                    </a:lnTo>
                    <a:lnTo>
                      <a:pt x="173" y="109"/>
                    </a:lnTo>
                    <a:lnTo>
                      <a:pt x="175" y="111"/>
                    </a:lnTo>
                    <a:lnTo>
                      <a:pt x="175" y="116"/>
                    </a:lnTo>
                    <a:lnTo>
                      <a:pt x="180" y="120"/>
                    </a:lnTo>
                    <a:lnTo>
                      <a:pt x="177" y="120"/>
                    </a:lnTo>
                    <a:lnTo>
                      <a:pt x="180" y="120"/>
                    </a:lnTo>
                    <a:lnTo>
                      <a:pt x="182" y="120"/>
                    </a:lnTo>
                    <a:lnTo>
                      <a:pt x="184" y="118"/>
                    </a:lnTo>
                    <a:lnTo>
                      <a:pt x="184" y="116"/>
                    </a:lnTo>
                    <a:lnTo>
                      <a:pt x="187" y="113"/>
                    </a:lnTo>
                    <a:lnTo>
                      <a:pt x="187" y="111"/>
                    </a:lnTo>
                    <a:lnTo>
                      <a:pt x="189" y="109"/>
                    </a:lnTo>
                    <a:lnTo>
                      <a:pt x="189" y="102"/>
                    </a:lnTo>
                    <a:lnTo>
                      <a:pt x="191" y="99"/>
                    </a:lnTo>
                    <a:lnTo>
                      <a:pt x="191" y="97"/>
                    </a:lnTo>
                    <a:lnTo>
                      <a:pt x="194" y="92"/>
                    </a:lnTo>
                    <a:lnTo>
                      <a:pt x="194" y="88"/>
                    </a:lnTo>
                    <a:lnTo>
                      <a:pt x="196" y="83"/>
                    </a:lnTo>
                    <a:lnTo>
                      <a:pt x="196" y="76"/>
                    </a:lnTo>
                    <a:lnTo>
                      <a:pt x="198" y="74"/>
                    </a:lnTo>
                    <a:lnTo>
                      <a:pt x="198" y="67"/>
                    </a:lnTo>
                    <a:lnTo>
                      <a:pt x="200" y="65"/>
                    </a:lnTo>
                    <a:lnTo>
                      <a:pt x="200" y="60"/>
                    </a:lnTo>
                    <a:lnTo>
                      <a:pt x="203" y="58"/>
                    </a:lnTo>
                    <a:lnTo>
                      <a:pt x="203" y="51"/>
                    </a:lnTo>
                    <a:lnTo>
                      <a:pt x="205" y="49"/>
                    </a:lnTo>
                    <a:lnTo>
                      <a:pt x="205" y="44"/>
                    </a:lnTo>
                    <a:lnTo>
                      <a:pt x="207" y="42"/>
                    </a:lnTo>
                    <a:lnTo>
                      <a:pt x="207" y="37"/>
                    </a:lnTo>
                    <a:lnTo>
                      <a:pt x="212" y="33"/>
                    </a:lnTo>
                    <a:lnTo>
                      <a:pt x="212" y="28"/>
                    </a:lnTo>
                    <a:lnTo>
                      <a:pt x="214" y="26"/>
                    </a:lnTo>
                    <a:lnTo>
                      <a:pt x="217" y="23"/>
                    </a:lnTo>
                    <a:lnTo>
                      <a:pt x="219" y="21"/>
                    </a:lnTo>
                    <a:lnTo>
                      <a:pt x="221" y="21"/>
                    </a:lnTo>
                    <a:lnTo>
                      <a:pt x="223" y="19"/>
                    </a:lnTo>
                  </a:path>
                </a:pathLst>
              </a:custGeom>
              <a:noFill/>
              <a:ln w="1270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91" name="Freeform 52"/>
              <p:cNvSpPr>
                <a:spLocks/>
              </p:cNvSpPr>
              <p:nvPr/>
            </p:nvSpPr>
            <p:spPr bwMode="auto">
              <a:xfrm>
                <a:off x="18363830" y="16672255"/>
                <a:ext cx="762000" cy="336552"/>
              </a:xfrm>
              <a:custGeom>
                <a:avLst/>
                <a:gdLst/>
                <a:ahLst/>
                <a:cxnLst>
                  <a:cxn ang="0">
                    <a:pos x="3" y="5"/>
                  </a:cxn>
                  <a:cxn ang="0">
                    <a:pos x="7" y="5"/>
                  </a:cxn>
                  <a:cxn ang="0">
                    <a:pos x="12" y="5"/>
                  </a:cxn>
                  <a:cxn ang="0">
                    <a:pos x="17" y="2"/>
                  </a:cxn>
                  <a:cxn ang="0">
                    <a:pos x="21" y="2"/>
                  </a:cxn>
                  <a:cxn ang="0">
                    <a:pos x="26" y="0"/>
                  </a:cxn>
                  <a:cxn ang="0">
                    <a:pos x="30" y="0"/>
                  </a:cxn>
                  <a:cxn ang="0">
                    <a:pos x="35" y="0"/>
                  </a:cxn>
                  <a:cxn ang="0">
                    <a:pos x="40" y="2"/>
                  </a:cxn>
                  <a:cxn ang="0">
                    <a:pos x="44" y="2"/>
                  </a:cxn>
                  <a:cxn ang="0">
                    <a:pos x="49" y="2"/>
                  </a:cxn>
                  <a:cxn ang="0">
                    <a:pos x="53" y="2"/>
                  </a:cxn>
                  <a:cxn ang="0">
                    <a:pos x="58" y="2"/>
                  </a:cxn>
                  <a:cxn ang="0">
                    <a:pos x="63" y="2"/>
                  </a:cxn>
                  <a:cxn ang="0">
                    <a:pos x="67" y="2"/>
                  </a:cxn>
                  <a:cxn ang="0">
                    <a:pos x="72" y="2"/>
                  </a:cxn>
                  <a:cxn ang="0">
                    <a:pos x="76" y="5"/>
                  </a:cxn>
                  <a:cxn ang="0">
                    <a:pos x="81" y="7"/>
                  </a:cxn>
                  <a:cxn ang="0">
                    <a:pos x="86" y="9"/>
                  </a:cxn>
                  <a:cxn ang="0">
                    <a:pos x="90" y="14"/>
                  </a:cxn>
                  <a:cxn ang="0">
                    <a:pos x="95" y="16"/>
                  </a:cxn>
                  <a:cxn ang="0">
                    <a:pos x="99" y="19"/>
                  </a:cxn>
                  <a:cxn ang="0">
                    <a:pos x="104" y="19"/>
                  </a:cxn>
                  <a:cxn ang="0">
                    <a:pos x="109" y="19"/>
                  </a:cxn>
                  <a:cxn ang="0">
                    <a:pos x="113" y="19"/>
                  </a:cxn>
                  <a:cxn ang="0">
                    <a:pos x="118" y="19"/>
                  </a:cxn>
                  <a:cxn ang="0">
                    <a:pos x="122" y="19"/>
                  </a:cxn>
                  <a:cxn ang="0">
                    <a:pos x="127" y="19"/>
                  </a:cxn>
                  <a:cxn ang="0">
                    <a:pos x="132" y="19"/>
                  </a:cxn>
                  <a:cxn ang="0">
                    <a:pos x="136" y="19"/>
                  </a:cxn>
                  <a:cxn ang="0">
                    <a:pos x="141" y="16"/>
                  </a:cxn>
                  <a:cxn ang="0">
                    <a:pos x="146" y="16"/>
                  </a:cxn>
                  <a:cxn ang="0">
                    <a:pos x="150" y="16"/>
                  </a:cxn>
                  <a:cxn ang="0">
                    <a:pos x="155" y="19"/>
                  </a:cxn>
                  <a:cxn ang="0">
                    <a:pos x="159" y="21"/>
                  </a:cxn>
                  <a:cxn ang="0">
                    <a:pos x="164" y="23"/>
                  </a:cxn>
                  <a:cxn ang="0">
                    <a:pos x="169" y="28"/>
                  </a:cxn>
                  <a:cxn ang="0">
                    <a:pos x="173" y="30"/>
                  </a:cxn>
                  <a:cxn ang="0">
                    <a:pos x="178" y="32"/>
                  </a:cxn>
                  <a:cxn ang="0">
                    <a:pos x="182" y="32"/>
                  </a:cxn>
                  <a:cxn ang="0">
                    <a:pos x="187" y="32"/>
                  </a:cxn>
                  <a:cxn ang="0">
                    <a:pos x="192" y="32"/>
                  </a:cxn>
                  <a:cxn ang="0">
                    <a:pos x="198" y="32"/>
                  </a:cxn>
                  <a:cxn ang="0">
                    <a:pos x="198" y="32"/>
                  </a:cxn>
                  <a:cxn ang="0">
                    <a:pos x="203" y="32"/>
                  </a:cxn>
                  <a:cxn ang="0">
                    <a:pos x="208" y="35"/>
                  </a:cxn>
                  <a:cxn ang="0">
                    <a:pos x="212" y="37"/>
                  </a:cxn>
                  <a:cxn ang="0">
                    <a:pos x="217" y="39"/>
                  </a:cxn>
                  <a:cxn ang="0">
                    <a:pos x="221" y="44"/>
                  </a:cxn>
                  <a:cxn ang="0">
                    <a:pos x="226" y="46"/>
                  </a:cxn>
                  <a:cxn ang="0">
                    <a:pos x="231" y="49"/>
                  </a:cxn>
                  <a:cxn ang="0">
                    <a:pos x="235" y="51"/>
                  </a:cxn>
                  <a:cxn ang="0">
                    <a:pos x="240" y="53"/>
                  </a:cxn>
                </a:cxnLst>
                <a:rect l="0" t="0" r="r" b="b"/>
                <a:pathLst>
                  <a:path w="240" h="53">
                    <a:moveTo>
                      <a:pt x="0" y="5"/>
                    </a:moveTo>
                    <a:lnTo>
                      <a:pt x="3" y="5"/>
                    </a:lnTo>
                    <a:lnTo>
                      <a:pt x="5" y="5"/>
                    </a:lnTo>
                    <a:lnTo>
                      <a:pt x="7" y="5"/>
                    </a:lnTo>
                    <a:lnTo>
                      <a:pt x="10" y="5"/>
                    </a:lnTo>
                    <a:lnTo>
                      <a:pt x="12" y="5"/>
                    </a:lnTo>
                    <a:lnTo>
                      <a:pt x="14" y="2"/>
                    </a:lnTo>
                    <a:lnTo>
                      <a:pt x="17" y="2"/>
                    </a:lnTo>
                    <a:lnTo>
                      <a:pt x="19" y="2"/>
                    </a:lnTo>
                    <a:lnTo>
                      <a:pt x="21" y="2"/>
                    </a:lnTo>
                    <a:lnTo>
                      <a:pt x="24" y="2"/>
                    </a:lnTo>
                    <a:lnTo>
                      <a:pt x="26" y="0"/>
                    </a:lnTo>
                    <a:lnTo>
                      <a:pt x="28" y="0"/>
                    </a:lnTo>
                    <a:lnTo>
                      <a:pt x="30" y="0"/>
                    </a:lnTo>
                    <a:lnTo>
                      <a:pt x="33" y="0"/>
                    </a:lnTo>
                    <a:lnTo>
                      <a:pt x="35" y="0"/>
                    </a:lnTo>
                    <a:lnTo>
                      <a:pt x="37" y="0"/>
                    </a:lnTo>
                    <a:lnTo>
                      <a:pt x="40" y="2"/>
                    </a:lnTo>
                    <a:lnTo>
                      <a:pt x="42" y="2"/>
                    </a:lnTo>
                    <a:lnTo>
                      <a:pt x="44" y="2"/>
                    </a:lnTo>
                    <a:lnTo>
                      <a:pt x="47" y="2"/>
                    </a:lnTo>
                    <a:lnTo>
                      <a:pt x="49" y="2"/>
                    </a:lnTo>
                    <a:lnTo>
                      <a:pt x="51" y="2"/>
                    </a:lnTo>
                    <a:lnTo>
                      <a:pt x="53" y="2"/>
                    </a:lnTo>
                    <a:lnTo>
                      <a:pt x="56" y="2"/>
                    </a:lnTo>
                    <a:lnTo>
                      <a:pt x="58" y="2"/>
                    </a:lnTo>
                    <a:lnTo>
                      <a:pt x="60" y="2"/>
                    </a:lnTo>
                    <a:lnTo>
                      <a:pt x="63" y="2"/>
                    </a:lnTo>
                    <a:lnTo>
                      <a:pt x="65" y="2"/>
                    </a:lnTo>
                    <a:lnTo>
                      <a:pt x="67" y="2"/>
                    </a:lnTo>
                    <a:lnTo>
                      <a:pt x="70" y="2"/>
                    </a:lnTo>
                    <a:lnTo>
                      <a:pt x="72" y="2"/>
                    </a:lnTo>
                    <a:lnTo>
                      <a:pt x="74" y="2"/>
                    </a:lnTo>
                    <a:lnTo>
                      <a:pt x="76" y="5"/>
                    </a:lnTo>
                    <a:lnTo>
                      <a:pt x="79" y="5"/>
                    </a:lnTo>
                    <a:lnTo>
                      <a:pt x="81" y="7"/>
                    </a:lnTo>
                    <a:lnTo>
                      <a:pt x="83" y="9"/>
                    </a:lnTo>
                    <a:lnTo>
                      <a:pt x="86" y="9"/>
                    </a:lnTo>
                    <a:lnTo>
                      <a:pt x="88" y="12"/>
                    </a:lnTo>
                    <a:lnTo>
                      <a:pt x="90" y="14"/>
                    </a:lnTo>
                    <a:lnTo>
                      <a:pt x="93" y="14"/>
                    </a:lnTo>
                    <a:lnTo>
                      <a:pt x="95" y="16"/>
                    </a:lnTo>
                    <a:lnTo>
                      <a:pt x="97" y="16"/>
                    </a:lnTo>
                    <a:lnTo>
                      <a:pt x="99" y="19"/>
                    </a:lnTo>
                    <a:lnTo>
                      <a:pt x="102" y="19"/>
                    </a:lnTo>
                    <a:lnTo>
                      <a:pt x="104" y="19"/>
                    </a:lnTo>
                    <a:lnTo>
                      <a:pt x="106" y="19"/>
                    </a:lnTo>
                    <a:lnTo>
                      <a:pt x="109" y="19"/>
                    </a:lnTo>
                    <a:lnTo>
                      <a:pt x="111" y="19"/>
                    </a:lnTo>
                    <a:lnTo>
                      <a:pt x="113" y="19"/>
                    </a:lnTo>
                    <a:lnTo>
                      <a:pt x="116" y="19"/>
                    </a:lnTo>
                    <a:lnTo>
                      <a:pt x="118" y="19"/>
                    </a:lnTo>
                    <a:lnTo>
                      <a:pt x="120" y="19"/>
                    </a:lnTo>
                    <a:lnTo>
                      <a:pt x="122" y="19"/>
                    </a:lnTo>
                    <a:lnTo>
                      <a:pt x="125" y="19"/>
                    </a:lnTo>
                    <a:lnTo>
                      <a:pt x="127" y="19"/>
                    </a:lnTo>
                    <a:lnTo>
                      <a:pt x="129" y="19"/>
                    </a:lnTo>
                    <a:lnTo>
                      <a:pt x="132" y="19"/>
                    </a:lnTo>
                    <a:lnTo>
                      <a:pt x="134" y="19"/>
                    </a:lnTo>
                    <a:lnTo>
                      <a:pt x="136" y="19"/>
                    </a:lnTo>
                    <a:lnTo>
                      <a:pt x="139" y="16"/>
                    </a:lnTo>
                    <a:lnTo>
                      <a:pt x="141" y="16"/>
                    </a:lnTo>
                    <a:lnTo>
                      <a:pt x="143" y="16"/>
                    </a:lnTo>
                    <a:lnTo>
                      <a:pt x="146" y="16"/>
                    </a:lnTo>
                    <a:lnTo>
                      <a:pt x="148" y="16"/>
                    </a:lnTo>
                    <a:lnTo>
                      <a:pt x="150" y="16"/>
                    </a:lnTo>
                    <a:lnTo>
                      <a:pt x="152" y="16"/>
                    </a:lnTo>
                    <a:lnTo>
                      <a:pt x="155" y="19"/>
                    </a:lnTo>
                    <a:lnTo>
                      <a:pt x="157" y="19"/>
                    </a:lnTo>
                    <a:lnTo>
                      <a:pt x="159" y="21"/>
                    </a:lnTo>
                    <a:lnTo>
                      <a:pt x="162" y="21"/>
                    </a:lnTo>
                    <a:lnTo>
                      <a:pt x="164" y="23"/>
                    </a:lnTo>
                    <a:lnTo>
                      <a:pt x="166" y="25"/>
                    </a:lnTo>
                    <a:lnTo>
                      <a:pt x="169" y="28"/>
                    </a:lnTo>
                    <a:lnTo>
                      <a:pt x="171" y="28"/>
                    </a:lnTo>
                    <a:lnTo>
                      <a:pt x="173" y="30"/>
                    </a:lnTo>
                    <a:lnTo>
                      <a:pt x="175" y="30"/>
                    </a:lnTo>
                    <a:lnTo>
                      <a:pt x="178" y="32"/>
                    </a:lnTo>
                    <a:lnTo>
                      <a:pt x="180" y="32"/>
                    </a:lnTo>
                    <a:lnTo>
                      <a:pt x="182" y="32"/>
                    </a:lnTo>
                    <a:lnTo>
                      <a:pt x="185" y="32"/>
                    </a:lnTo>
                    <a:lnTo>
                      <a:pt x="187" y="32"/>
                    </a:lnTo>
                    <a:lnTo>
                      <a:pt x="189" y="32"/>
                    </a:lnTo>
                    <a:lnTo>
                      <a:pt x="192" y="32"/>
                    </a:lnTo>
                    <a:lnTo>
                      <a:pt x="194" y="32"/>
                    </a:lnTo>
                    <a:lnTo>
                      <a:pt x="198" y="32"/>
                    </a:lnTo>
                    <a:lnTo>
                      <a:pt x="196" y="32"/>
                    </a:lnTo>
                    <a:lnTo>
                      <a:pt x="198" y="32"/>
                    </a:lnTo>
                    <a:lnTo>
                      <a:pt x="201" y="32"/>
                    </a:lnTo>
                    <a:lnTo>
                      <a:pt x="203" y="32"/>
                    </a:lnTo>
                    <a:lnTo>
                      <a:pt x="205" y="35"/>
                    </a:lnTo>
                    <a:lnTo>
                      <a:pt x="208" y="35"/>
                    </a:lnTo>
                    <a:lnTo>
                      <a:pt x="210" y="37"/>
                    </a:lnTo>
                    <a:lnTo>
                      <a:pt x="212" y="37"/>
                    </a:lnTo>
                    <a:lnTo>
                      <a:pt x="215" y="39"/>
                    </a:lnTo>
                    <a:lnTo>
                      <a:pt x="217" y="39"/>
                    </a:lnTo>
                    <a:lnTo>
                      <a:pt x="219" y="42"/>
                    </a:lnTo>
                    <a:lnTo>
                      <a:pt x="221" y="44"/>
                    </a:lnTo>
                    <a:lnTo>
                      <a:pt x="224" y="44"/>
                    </a:lnTo>
                    <a:lnTo>
                      <a:pt x="226" y="46"/>
                    </a:lnTo>
                    <a:lnTo>
                      <a:pt x="228" y="46"/>
                    </a:lnTo>
                    <a:lnTo>
                      <a:pt x="231" y="49"/>
                    </a:lnTo>
                    <a:lnTo>
                      <a:pt x="233" y="51"/>
                    </a:lnTo>
                    <a:lnTo>
                      <a:pt x="235" y="51"/>
                    </a:lnTo>
                    <a:lnTo>
                      <a:pt x="238" y="53"/>
                    </a:lnTo>
                    <a:lnTo>
                      <a:pt x="240" y="53"/>
                    </a:lnTo>
                  </a:path>
                </a:pathLst>
              </a:custGeom>
              <a:noFill/>
              <a:ln w="1270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92" name="Line 486"/>
              <p:cNvSpPr>
                <a:spLocks noChangeShapeType="1"/>
              </p:cNvSpPr>
              <p:nvPr/>
            </p:nvSpPr>
            <p:spPr bwMode="auto">
              <a:xfrm>
                <a:off x="17919330" y="16348403"/>
                <a:ext cx="3176" cy="9842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93" name="Line 487"/>
              <p:cNvSpPr>
                <a:spLocks noChangeShapeType="1"/>
              </p:cNvSpPr>
              <p:nvPr/>
            </p:nvSpPr>
            <p:spPr bwMode="auto">
              <a:xfrm>
                <a:off x="17655804" y="16850055"/>
                <a:ext cx="1463676" cy="63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94" name="Line 488"/>
              <p:cNvSpPr>
                <a:spLocks noChangeShapeType="1"/>
              </p:cNvSpPr>
              <p:nvPr/>
            </p:nvSpPr>
            <p:spPr bwMode="auto">
              <a:xfrm>
                <a:off x="17919330" y="16761155"/>
                <a:ext cx="3176" cy="1587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95" name="Freeform 492"/>
              <p:cNvSpPr>
                <a:spLocks/>
              </p:cNvSpPr>
              <p:nvPr/>
            </p:nvSpPr>
            <p:spPr bwMode="auto">
              <a:xfrm>
                <a:off x="18373354" y="16672255"/>
                <a:ext cx="752476" cy="311152"/>
              </a:xfrm>
              <a:custGeom>
                <a:avLst/>
                <a:gdLst/>
                <a:ahLst/>
                <a:cxnLst>
                  <a:cxn ang="0">
                    <a:pos x="2" y="9"/>
                  </a:cxn>
                  <a:cxn ang="0">
                    <a:pos x="7" y="7"/>
                  </a:cxn>
                  <a:cxn ang="0">
                    <a:pos x="11" y="5"/>
                  </a:cxn>
                  <a:cxn ang="0">
                    <a:pos x="16" y="2"/>
                  </a:cxn>
                  <a:cxn ang="0">
                    <a:pos x="21" y="0"/>
                  </a:cxn>
                  <a:cxn ang="0">
                    <a:pos x="25" y="0"/>
                  </a:cxn>
                  <a:cxn ang="0">
                    <a:pos x="30" y="0"/>
                  </a:cxn>
                  <a:cxn ang="0">
                    <a:pos x="34" y="2"/>
                  </a:cxn>
                  <a:cxn ang="0">
                    <a:pos x="39" y="5"/>
                  </a:cxn>
                  <a:cxn ang="0">
                    <a:pos x="44" y="7"/>
                  </a:cxn>
                  <a:cxn ang="0">
                    <a:pos x="48" y="9"/>
                  </a:cxn>
                  <a:cxn ang="0">
                    <a:pos x="53" y="12"/>
                  </a:cxn>
                  <a:cxn ang="0">
                    <a:pos x="57" y="12"/>
                  </a:cxn>
                  <a:cxn ang="0">
                    <a:pos x="62" y="14"/>
                  </a:cxn>
                  <a:cxn ang="0">
                    <a:pos x="67" y="14"/>
                  </a:cxn>
                  <a:cxn ang="0">
                    <a:pos x="71" y="14"/>
                  </a:cxn>
                  <a:cxn ang="0">
                    <a:pos x="76" y="12"/>
                  </a:cxn>
                  <a:cxn ang="0">
                    <a:pos x="80" y="12"/>
                  </a:cxn>
                  <a:cxn ang="0">
                    <a:pos x="85" y="12"/>
                  </a:cxn>
                  <a:cxn ang="0">
                    <a:pos x="90" y="12"/>
                  </a:cxn>
                  <a:cxn ang="0">
                    <a:pos x="94" y="12"/>
                  </a:cxn>
                  <a:cxn ang="0">
                    <a:pos x="99" y="12"/>
                  </a:cxn>
                  <a:cxn ang="0">
                    <a:pos x="103" y="14"/>
                  </a:cxn>
                  <a:cxn ang="0">
                    <a:pos x="108" y="14"/>
                  </a:cxn>
                  <a:cxn ang="0">
                    <a:pos x="113" y="16"/>
                  </a:cxn>
                  <a:cxn ang="0">
                    <a:pos x="117" y="19"/>
                  </a:cxn>
                  <a:cxn ang="0">
                    <a:pos x="122" y="21"/>
                  </a:cxn>
                  <a:cxn ang="0">
                    <a:pos x="126" y="23"/>
                  </a:cxn>
                  <a:cxn ang="0">
                    <a:pos x="131" y="23"/>
                  </a:cxn>
                  <a:cxn ang="0">
                    <a:pos x="136" y="25"/>
                  </a:cxn>
                  <a:cxn ang="0">
                    <a:pos x="140" y="25"/>
                  </a:cxn>
                  <a:cxn ang="0">
                    <a:pos x="145" y="25"/>
                  </a:cxn>
                  <a:cxn ang="0">
                    <a:pos x="149" y="28"/>
                  </a:cxn>
                  <a:cxn ang="0">
                    <a:pos x="154" y="28"/>
                  </a:cxn>
                  <a:cxn ang="0">
                    <a:pos x="159" y="30"/>
                  </a:cxn>
                  <a:cxn ang="0">
                    <a:pos x="163" y="32"/>
                  </a:cxn>
                  <a:cxn ang="0">
                    <a:pos x="168" y="35"/>
                  </a:cxn>
                  <a:cxn ang="0">
                    <a:pos x="172" y="37"/>
                  </a:cxn>
                  <a:cxn ang="0">
                    <a:pos x="177" y="37"/>
                  </a:cxn>
                  <a:cxn ang="0">
                    <a:pos x="182" y="39"/>
                  </a:cxn>
                  <a:cxn ang="0">
                    <a:pos x="186" y="39"/>
                  </a:cxn>
                  <a:cxn ang="0">
                    <a:pos x="191" y="39"/>
                  </a:cxn>
                  <a:cxn ang="0">
                    <a:pos x="195" y="42"/>
                  </a:cxn>
                  <a:cxn ang="0">
                    <a:pos x="200" y="42"/>
                  </a:cxn>
                  <a:cxn ang="0">
                    <a:pos x="205" y="44"/>
                  </a:cxn>
                  <a:cxn ang="0">
                    <a:pos x="209" y="44"/>
                  </a:cxn>
                  <a:cxn ang="0">
                    <a:pos x="214" y="44"/>
                  </a:cxn>
                  <a:cxn ang="0">
                    <a:pos x="218" y="44"/>
                  </a:cxn>
                  <a:cxn ang="0">
                    <a:pos x="223" y="44"/>
                  </a:cxn>
                  <a:cxn ang="0">
                    <a:pos x="228" y="44"/>
                  </a:cxn>
                  <a:cxn ang="0">
                    <a:pos x="232" y="46"/>
                  </a:cxn>
                  <a:cxn ang="0">
                    <a:pos x="237" y="49"/>
                  </a:cxn>
                </a:cxnLst>
                <a:rect l="0" t="0" r="r" b="b"/>
                <a:pathLst>
                  <a:path w="237" h="49">
                    <a:moveTo>
                      <a:pt x="0" y="12"/>
                    </a:moveTo>
                    <a:lnTo>
                      <a:pt x="2" y="9"/>
                    </a:lnTo>
                    <a:lnTo>
                      <a:pt x="4" y="9"/>
                    </a:lnTo>
                    <a:lnTo>
                      <a:pt x="7" y="7"/>
                    </a:lnTo>
                    <a:lnTo>
                      <a:pt x="9" y="7"/>
                    </a:lnTo>
                    <a:lnTo>
                      <a:pt x="11" y="5"/>
                    </a:lnTo>
                    <a:lnTo>
                      <a:pt x="14" y="5"/>
                    </a:lnTo>
                    <a:lnTo>
                      <a:pt x="16" y="2"/>
                    </a:lnTo>
                    <a:lnTo>
                      <a:pt x="18" y="2"/>
                    </a:lnTo>
                    <a:lnTo>
                      <a:pt x="21" y="0"/>
                    </a:lnTo>
                    <a:lnTo>
                      <a:pt x="23" y="0"/>
                    </a:lnTo>
                    <a:lnTo>
                      <a:pt x="25" y="0"/>
                    </a:lnTo>
                    <a:lnTo>
                      <a:pt x="27" y="0"/>
                    </a:lnTo>
                    <a:lnTo>
                      <a:pt x="30" y="0"/>
                    </a:lnTo>
                    <a:lnTo>
                      <a:pt x="32" y="0"/>
                    </a:lnTo>
                    <a:lnTo>
                      <a:pt x="34" y="2"/>
                    </a:lnTo>
                    <a:lnTo>
                      <a:pt x="37" y="5"/>
                    </a:lnTo>
                    <a:lnTo>
                      <a:pt x="39" y="5"/>
                    </a:lnTo>
                    <a:lnTo>
                      <a:pt x="41" y="7"/>
                    </a:lnTo>
                    <a:lnTo>
                      <a:pt x="44" y="7"/>
                    </a:lnTo>
                    <a:lnTo>
                      <a:pt x="46" y="9"/>
                    </a:lnTo>
                    <a:lnTo>
                      <a:pt x="48" y="9"/>
                    </a:lnTo>
                    <a:lnTo>
                      <a:pt x="50" y="12"/>
                    </a:lnTo>
                    <a:lnTo>
                      <a:pt x="53" y="12"/>
                    </a:lnTo>
                    <a:lnTo>
                      <a:pt x="55" y="12"/>
                    </a:lnTo>
                    <a:lnTo>
                      <a:pt x="57" y="12"/>
                    </a:lnTo>
                    <a:lnTo>
                      <a:pt x="60" y="14"/>
                    </a:lnTo>
                    <a:lnTo>
                      <a:pt x="62" y="14"/>
                    </a:lnTo>
                    <a:lnTo>
                      <a:pt x="64" y="14"/>
                    </a:lnTo>
                    <a:lnTo>
                      <a:pt x="67" y="14"/>
                    </a:lnTo>
                    <a:lnTo>
                      <a:pt x="69" y="14"/>
                    </a:lnTo>
                    <a:lnTo>
                      <a:pt x="71" y="14"/>
                    </a:lnTo>
                    <a:lnTo>
                      <a:pt x="73" y="14"/>
                    </a:lnTo>
                    <a:lnTo>
                      <a:pt x="76" y="12"/>
                    </a:lnTo>
                    <a:lnTo>
                      <a:pt x="78" y="12"/>
                    </a:lnTo>
                    <a:lnTo>
                      <a:pt x="80" y="12"/>
                    </a:lnTo>
                    <a:lnTo>
                      <a:pt x="83" y="12"/>
                    </a:lnTo>
                    <a:lnTo>
                      <a:pt x="85" y="12"/>
                    </a:lnTo>
                    <a:lnTo>
                      <a:pt x="87" y="12"/>
                    </a:lnTo>
                    <a:lnTo>
                      <a:pt x="90" y="12"/>
                    </a:lnTo>
                    <a:lnTo>
                      <a:pt x="92" y="12"/>
                    </a:lnTo>
                    <a:lnTo>
                      <a:pt x="94" y="12"/>
                    </a:lnTo>
                    <a:lnTo>
                      <a:pt x="96" y="12"/>
                    </a:lnTo>
                    <a:lnTo>
                      <a:pt x="99" y="12"/>
                    </a:lnTo>
                    <a:lnTo>
                      <a:pt x="101" y="12"/>
                    </a:lnTo>
                    <a:lnTo>
                      <a:pt x="103" y="14"/>
                    </a:lnTo>
                    <a:lnTo>
                      <a:pt x="106" y="14"/>
                    </a:lnTo>
                    <a:lnTo>
                      <a:pt x="108" y="14"/>
                    </a:lnTo>
                    <a:lnTo>
                      <a:pt x="110" y="16"/>
                    </a:lnTo>
                    <a:lnTo>
                      <a:pt x="113" y="16"/>
                    </a:lnTo>
                    <a:lnTo>
                      <a:pt x="115" y="19"/>
                    </a:lnTo>
                    <a:lnTo>
                      <a:pt x="117" y="19"/>
                    </a:lnTo>
                    <a:lnTo>
                      <a:pt x="119" y="21"/>
                    </a:lnTo>
                    <a:lnTo>
                      <a:pt x="122" y="21"/>
                    </a:lnTo>
                    <a:lnTo>
                      <a:pt x="124" y="21"/>
                    </a:lnTo>
                    <a:lnTo>
                      <a:pt x="126" y="23"/>
                    </a:lnTo>
                    <a:lnTo>
                      <a:pt x="129" y="23"/>
                    </a:lnTo>
                    <a:lnTo>
                      <a:pt x="131" y="23"/>
                    </a:lnTo>
                    <a:lnTo>
                      <a:pt x="133" y="23"/>
                    </a:lnTo>
                    <a:lnTo>
                      <a:pt x="136" y="25"/>
                    </a:lnTo>
                    <a:lnTo>
                      <a:pt x="138" y="25"/>
                    </a:lnTo>
                    <a:lnTo>
                      <a:pt x="140" y="25"/>
                    </a:lnTo>
                    <a:lnTo>
                      <a:pt x="143" y="25"/>
                    </a:lnTo>
                    <a:lnTo>
                      <a:pt x="145" y="25"/>
                    </a:lnTo>
                    <a:lnTo>
                      <a:pt x="147" y="25"/>
                    </a:lnTo>
                    <a:lnTo>
                      <a:pt x="149" y="28"/>
                    </a:lnTo>
                    <a:lnTo>
                      <a:pt x="152" y="28"/>
                    </a:lnTo>
                    <a:lnTo>
                      <a:pt x="154" y="28"/>
                    </a:lnTo>
                    <a:lnTo>
                      <a:pt x="156" y="30"/>
                    </a:lnTo>
                    <a:lnTo>
                      <a:pt x="159" y="30"/>
                    </a:lnTo>
                    <a:lnTo>
                      <a:pt x="161" y="32"/>
                    </a:lnTo>
                    <a:lnTo>
                      <a:pt x="163" y="32"/>
                    </a:lnTo>
                    <a:lnTo>
                      <a:pt x="166" y="35"/>
                    </a:lnTo>
                    <a:lnTo>
                      <a:pt x="168" y="35"/>
                    </a:lnTo>
                    <a:lnTo>
                      <a:pt x="170" y="35"/>
                    </a:lnTo>
                    <a:lnTo>
                      <a:pt x="172" y="37"/>
                    </a:lnTo>
                    <a:lnTo>
                      <a:pt x="175" y="37"/>
                    </a:lnTo>
                    <a:lnTo>
                      <a:pt x="177" y="37"/>
                    </a:lnTo>
                    <a:lnTo>
                      <a:pt x="179" y="37"/>
                    </a:lnTo>
                    <a:lnTo>
                      <a:pt x="182" y="39"/>
                    </a:lnTo>
                    <a:lnTo>
                      <a:pt x="184" y="39"/>
                    </a:lnTo>
                    <a:lnTo>
                      <a:pt x="186" y="39"/>
                    </a:lnTo>
                    <a:lnTo>
                      <a:pt x="189" y="39"/>
                    </a:lnTo>
                    <a:lnTo>
                      <a:pt x="191" y="39"/>
                    </a:lnTo>
                    <a:lnTo>
                      <a:pt x="193" y="42"/>
                    </a:lnTo>
                    <a:lnTo>
                      <a:pt x="195" y="42"/>
                    </a:lnTo>
                    <a:lnTo>
                      <a:pt x="198" y="42"/>
                    </a:lnTo>
                    <a:lnTo>
                      <a:pt x="200" y="42"/>
                    </a:lnTo>
                    <a:lnTo>
                      <a:pt x="202" y="44"/>
                    </a:lnTo>
                    <a:lnTo>
                      <a:pt x="205" y="44"/>
                    </a:lnTo>
                    <a:lnTo>
                      <a:pt x="207" y="44"/>
                    </a:lnTo>
                    <a:lnTo>
                      <a:pt x="209" y="44"/>
                    </a:lnTo>
                    <a:lnTo>
                      <a:pt x="212" y="44"/>
                    </a:lnTo>
                    <a:lnTo>
                      <a:pt x="214" y="44"/>
                    </a:lnTo>
                    <a:lnTo>
                      <a:pt x="216" y="44"/>
                    </a:lnTo>
                    <a:lnTo>
                      <a:pt x="218" y="44"/>
                    </a:lnTo>
                    <a:lnTo>
                      <a:pt x="221" y="44"/>
                    </a:lnTo>
                    <a:lnTo>
                      <a:pt x="223" y="44"/>
                    </a:lnTo>
                    <a:lnTo>
                      <a:pt x="225" y="44"/>
                    </a:lnTo>
                    <a:lnTo>
                      <a:pt x="228" y="44"/>
                    </a:lnTo>
                    <a:lnTo>
                      <a:pt x="230" y="46"/>
                    </a:lnTo>
                    <a:lnTo>
                      <a:pt x="232" y="46"/>
                    </a:lnTo>
                    <a:lnTo>
                      <a:pt x="235" y="49"/>
                    </a:lnTo>
                    <a:lnTo>
                      <a:pt x="237" y="49"/>
                    </a:lnTo>
                  </a:path>
                </a:pathLst>
              </a:custGeom>
              <a:noFill/>
              <a:ln w="12700" cap="flat">
                <a:solidFill>
                  <a:srgbClr val="C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96" name="Freeform 98"/>
              <p:cNvSpPr>
                <a:spLocks/>
              </p:cNvSpPr>
              <p:nvPr/>
            </p:nvSpPr>
            <p:spPr bwMode="auto">
              <a:xfrm>
                <a:off x="17655804" y="18385447"/>
                <a:ext cx="812800" cy="450852"/>
              </a:xfrm>
              <a:custGeom>
                <a:avLst/>
                <a:gdLst/>
                <a:ahLst/>
                <a:cxnLst>
                  <a:cxn ang="0">
                    <a:pos x="2" y="14"/>
                  </a:cxn>
                  <a:cxn ang="0">
                    <a:pos x="9" y="14"/>
                  </a:cxn>
                  <a:cxn ang="0">
                    <a:pos x="16" y="14"/>
                  </a:cxn>
                  <a:cxn ang="0">
                    <a:pos x="23" y="21"/>
                  </a:cxn>
                  <a:cxn ang="0">
                    <a:pos x="30" y="23"/>
                  </a:cxn>
                  <a:cxn ang="0">
                    <a:pos x="37" y="25"/>
                  </a:cxn>
                  <a:cxn ang="0">
                    <a:pos x="44" y="21"/>
                  </a:cxn>
                  <a:cxn ang="0">
                    <a:pos x="51" y="16"/>
                  </a:cxn>
                  <a:cxn ang="0">
                    <a:pos x="58" y="14"/>
                  </a:cxn>
                  <a:cxn ang="0">
                    <a:pos x="65" y="18"/>
                  </a:cxn>
                  <a:cxn ang="0">
                    <a:pos x="72" y="25"/>
                  </a:cxn>
                  <a:cxn ang="0">
                    <a:pos x="81" y="37"/>
                  </a:cxn>
                  <a:cxn ang="0">
                    <a:pos x="83" y="39"/>
                  </a:cxn>
                  <a:cxn ang="0">
                    <a:pos x="90" y="41"/>
                  </a:cxn>
                  <a:cxn ang="0">
                    <a:pos x="97" y="39"/>
                  </a:cxn>
                  <a:cxn ang="0">
                    <a:pos x="104" y="34"/>
                  </a:cxn>
                  <a:cxn ang="0">
                    <a:pos x="111" y="30"/>
                  </a:cxn>
                  <a:cxn ang="0">
                    <a:pos x="118" y="23"/>
                  </a:cxn>
                  <a:cxn ang="0">
                    <a:pos x="125" y="16"/>
                  </a:cxn>
                  <a:cxn ang="0">
                    <a:pos x="134" y="7"/>
                  </a:cxn>
                  <a:cxn ang="0">
                    <a:pos x="138" y="2"/>
                  </a:cxn>
                  <a:cxn ang="0">
                    <a:pos x="145" y="4"/>
                  </a:cxn>
                  <a:cxn ang="0">
                    <a:pos x="152" y="11"/>
                  </a:cxn>
                  <a:cxn ang="0">
                    <a:pos x="154" y="18"/>
                  </a:cxn>
                  <a:cxn ang="0">
                    <a:pos x="159" y="28"/>
                  </a:cxn>
                  <a:cxn ang="0">
                    <a:pos x="161" y="37"/>
                  </a:cxn>
                  <a:cxn ang="0">
                    <a:pos x="166" y="44"/>
                  </a:cxn>
                  <a:cxn ang="0">
                    <a:pos x="168" y="55"/>
                  </a:cxn>
                  <a:cxn ang="0">
                    <a:pos x="173" y="62"/>
                  </a:cxn>
                  <a:cxn ang="0">
                    <a:pos x="180" y="71"/>
                  </a:cxn>
                  <a:cxn ang="0">
                    <a:pos x="187" y="69"/>
                  </a:cxn>
                  <a:cxn ang="0">
                    <a:pos x="194" y="62"/>
                  </a:cxn>
                  <a:cxn ang="0">
                    <a:pos x="198" y="55"/>
                  </a:cxn>
                  <a:cxn ang="0">
                    <a:pos x="203" y="48"/>
                  </a:cxn>
                  <a:cxn ang="0">
                    <a:pos x="207" y="34"/>
                  </a:cxn>
                  <a:cxn ang="0">
                    <a:pos x="212" y="28"/>
                  </a:cxn>
                  <a:cxn ang="0">
                    <a:pos x="219" y="18"/>
                  </a:cxn>
                  <a:cxn ang="0">
                    <a:pos x="223" y="11"/>
                  </a:cxn>
                  <a:cxn ang="0">
                    <a:pos x="230" y="4"/>
                  </a:cxn>
                  <a:cxn ang="0">
                    <a:pos x="237" y="0"/>
                  </a:cxn>
                  <a:cxn ang="0">
                    <a:pos x="244" y="0"/>
                  </a:cxn>
                  <a:cxn ang="0">
                    <a:pos x="251" y="0"/>
                  </a:cxn>
                </a:cxnLst>
                <a:rect l="0" t="0" r="r" b="b"/>
                <a:pathLst>
                  <a:path w="256" h="71">
                    <a:moveTo>
                      <a:pt x="2" y="14"/>
                    </a:moveTo>
                    <a:lnTo>
                      <a:pt x="0" y="14"/>
                    </a:lnTo>
                    <a:lnTo>
                      <a:pt x="2" y="14"/>
                    </a:lnTo>
                    <a:lnTo>
                      <a:pt x="5" y="14"/>
                    </a:lnTo>
                    <a:lnTo>
                      <a:pt x="7" y="14"/>
                    </a:lnTo>
                    <a:lnTo>
                      <a:pt x="9" y="14"/>
                    </a:lnTo>
                    <a:lnTo>
                      <a:pt x="12" y="14"/>
                    </a:lnTo>
                    <a:lnTo>
                      <a:pt x="14" y="14"/>
                    </a:lnTo>
                    <a:lnTo>
                      <a:pt x="16" y="14"/>
                    </a:lnTo>
                    <a:lnTo>
                      <a:pt x="19" y="16"/>
                    </a:lnTo>
                    <a:lnTo>
                      <a:pt x="21" y="18"/>
                    </a:lnTo>
                    <a:lnTo>
                      <a:pt x="23" y="21"/>
                    </a:lnTo>
                    <a:lnTo>
                      <a:pt x="26" y="21"/>
                    </a:lnTo>
                    <a:lnTo>
                      <a:pt x="28" y="23"/>
                    </a:lnTo>
                    <a:lnTo>
                      <a:pt x="30" y="23"/>
                    </a:lnTo>
                    <a:lnTo>
                      <a:pt x="32" y="25"/>
                    </a:lnTo>
                    <a:lnTo>
                      <a:pt x="35" y="25"/>
                    </a:lnTo>
                    <a:lnTo>
                      <a:pt x="37" y="25"/>
                    </a:lnTo>
                    <a:lnTo>
                      <a:pt x="39" y="23"/>
                    </a:lnTo>
                    <a:lnTo>
                      <a:pt x="42" y="23"/>
                    </a:lnTo>
                    <a:lnTo>
                      <a:pt x="44" y="21"/>
                    </a:lnTo>
                    <a:lnTo>
                      <a:pt x="46" y="18"/>
                    </a:lnTo>
                    <a:lnTo>
                      <a:pt x="49" y="18"/>
                    </a:lnTo>
                    <a:lnTo>
                      <a:pt x="51" y="16"/>
                    </a:lnTo>
                    <a:lnTo>
                      <a:pt x="53" y="16"/>
                    </a:lnTo>
                    <a:lnTo>
                      <a:pt x="55" y="14"/>
                    </a:lnTo>
                    <a:lnTo>
                      <a:pt x="58" y="14"/>
                    </a:lnTo>
                    <a:lnTo>
                      <a:pt x="60" y="14"/>
                    </a:lnTo>
                    <a:lnTo>
                      <a:pt x="62" y="16"/>
                    </a:lnTo>
                    <a:lnTo>
                      <a:pt x="65" y="18"/>
                    </a:lnTo>
                    <a:lnTo>
                      <a:pt x="67" y="21"/>
                    </a:lnTo>
                    <a:lnTo>
                      <a:pt x="69" y="23"/>
                    </a:lnTo>
                    <a:lnTo>
                      <a:pt x="72" y="25"/>
                    </a:lnTo>
                    <a:lnTo>
                      <a:pt x="76" y="30"/>
                    </a:lnTo>
                    <a:lnTo>
                      <a:pt x="76" y="32"/>
                    </a:lnTo>
                    <a:lnTo>
                      <a:pt x="81" y="37"/>
                    </a:lnTo>
                    <a:lnTo>
                      <a:pt x="78" y="37"/>
                    </a:lnTo>
                    <a:lnTo>
                      <a:pt x="81" y="37"/>
                    </a:lnTo>
                    <a:lnTo>
                      <a:pt x="83" y="39"/>
                    </a:lnTo>
                    <a:lnTo>
                      <a:pt x="85" y="41"/>
                    </a:lnTo>
                    <a:lnTo>
                      <a:pt x="88" y="41"/>
                    </a:lnTo>
                    <a:lnTo>
                      <a:pt x="90" y="41"/>
                    </a:lnTo>
                    <a:lnTo>
                      <a:pt x="92" y="41"/>
                    </a:lnTo>
                    <a:lnTo>
                      <a:pt x="95" y="41"/>
                    </a:lnTo>
                    <a:lnTo>
                      <a:pt x="97" y="39"/>
                    </a:lnTo>
                    <a:lnTo>
                      <a:pt x="99" y="39"/>
                    </a:lnTo>
                    <a:lnTo>
                      <a:pt x="101" y="37"/>
                    </a:lnTo>
                    <a:lnTo>
                      <a:pt x="104" y="34"/>
                    </a:lnTo>
                    <a:lnTo>
                      <a:pt x="106" y="32"/>
                    </a:lnTo>
                    <a:lnTo>
                      <a:pt x="108" y="32"/>
                    </a:lnTo>
                    <a:lnTo>
                      <a:pt x="111" y="30"/>
                    </a:lnTo>
                    <a:lnTo>
                      <a:pt x="113" y="28"/>
                    </a:lnTo>
                    <a:lnTo>
                      <a:pt x="115" y="25"/>
                    </a:lnTo>
                    <a:lnTo>
                      <a:pt x="118" y="23"/>
                    </a:lnTo>
                    <a:lnTo>
                      <a:pt x="120" y="21"/>
                    </a:lnTo>
                    <a:lnTo>
                      <a:pt x="122" y="18"/>
                    </a:lnTo>
                    <a:lnTo>
                      <a:pt x="125" y="16"/>
                    </a:lnTo>
                    <a:lnTo>
                      <a:pt x="127" y="14"/>
                    </a:lnTo>
                    <a:lnTo>
                      <a:pt x="129" y="11"/>
                    </a:lnTo>
                    <a:lnTo>
                      <a:pt x="134" y="7"/>
                    </a:lnTo>
                    <a:lnTo>
                      <a:pt x="134" y="4"/>
                    </a:lnTo>
                    <a:lnTo>
                      <a:pt x="136" y="4"/>
                    </a:lnTo>
                    <a:lnTo>
                      <a:pt x="138" y="2"/>
                    </a:lnTo>
                    <a:lnTo>
                      <a:pt x="141" y="2"/>
                    </a:lnTo>
                    <a:lnTo>
                      <a:pt x="143" y="2"/>
                    </a:lnTo>
                    <a:lnTo>
                      <a:pt x="145" y="4"/>
                    </a:lnTo>
                    <a:lnTo>
                      <a:pt x="148" y="7"/>
                    </a:lnTo>
                    <a:lnTo>
                      <a:pt x="150" y="9"/>
                    </a:lnTo>
                    <a:lnTo>
                      <a:pt x="152" y="11"/>
                    </a:lnTo>
                    <a:lnTo>
                      <a:pt x="152" y="14"/>
                    </a:lnTo>
                    <a:lnTo>
                      <a:pt x="154" y="16"/>
                    </a:lnTo>
                    <a:lnTo>
                      <a:pt x="154" y="18"/>
                    </a:lnTo>
                    <a:lnTo>
                      <a:pt x="157" y="21"/>
                    </a:lnTo>
                    <a:lnTo>
                      <a:pt x="157" y="25"/>
                    </a:lnTo>
                    <a:lnTo>
                      <a:pt x="159" y="28"/>
                    </a:lnTo>
                    <a:lnTo>
                      <a:pt x="159" y="30"/>
                    </a:lnTo>
                    <a:lnTo>
                      <a:pt x="161" y="32"/>
                    </a:lnTo>
                    <a:lnTo>
                      <a:pt x="161" y="37"/>
                    </a:lnTo>
                    <a:lnTo>
                      <a:pt x="164" y="39"/>
                    </a:lnTo>
                    <a:lnTo>
                      <a:pt x="164" y="41"/>
                    </a:lnTo>
                    <a:lnTo>
                      <a:pt x="166" y="44"/>
                    </a:lnTo>
                    <a:lnTo>
                      <a:pt x="166" y="48"/>
                    </a:lnTo>
                    <a:lnTo>
                      <a:pt x="168" y="51"/>
                    </a:lnTo>
                    <a:lnTo>
                      <a:pt x="168" y="55"/>
                    </a:lnTo>
                    <a:lnTo>
                      <a:pt x="171" y="57"/>
                    </a:lnTo>
                    <a:lnTo>
                      <a:pt x="171" y="60"/>
                    </a:lnTo>
                    <a:lnTo>
                      <a:pt x="173" y="62"/>
                    </a:lnTo>
                    <a:lnTo>
                      <a:pt x="177" y="67"/>
                    </a:lnTo>
                    <a:lnTo>
                      <a:pt x="177" y="69"/>
                    </a:lnTo>
                    <a:lnTo>
                      <a:pt x="180" y="71"/>
                    </a:lnTo>
                    <a:lnTo>
                      <a:pt x="182" y="71"/>
                    </a:lnTo>
                    <a:lnTo>
                      <a:pt x="184" y="71"/>
                    </a:lnTo>
                    <a:lnTo>
                      <a:pt x="187" y="69"/>
                    </a:lnTo>
                    <a:lnTo>
                      <a:pt x="189" y="67"/>
                    </a:lnTo>
                    <a:lnTo>
                      <a:pt x="191" y="64"/>
                    </a:lnTo>
                    <a:lnTo>
                      <a:pt x="194" y="62"/>
                    </a:lnTo>
                    <a:lnTo>
                      <a:pt x="196" y="60"/>
                    </a:lnTo>
                    <a:lnTo>
                      <a:pt x="196" y="57"/>
                    </a:lnTo>
                    <a:lnTo>
                      <a:pt x="198" y="55"/>
                    </a:lnTo>
                    <a:lnTo>
                      <a:pt x="198" y="53"/>
                    </a:lnTo>
                    <a:lnTo>
                      <a:pt x="200" y="51"/>
                    </a:lnTo>
                    <a:lnTo>
                      <a:pt x="203" y="48"/>
                    </a:lnTo>
                    <a:lnTo>
                      <a:pt x="203" y="44"/>
                    </a:lnTo>
                    <a:lnTo>
                      <a:pt x="207" y="39"/>
                    </a:lnTo>
                    <a:lnTo>
                      <a:pt x="207" y="34"/>
                    </a:lnTo>
                    <a:lnTo>
                      <a:pt x="210" y="32"/>
                    </a:lnTo>
                    <a:lnTo>
                      <a:pt x="212" y="30"/>
                    </a:lnTo>
                    <a:lnTo>
                      <a:pt x="212" y="28"/>
                    </a:lnTo>
                    <a:lnTo>
                      <a:pt x="214" y="25"/>
                    </a:lnTo>
                    <a:lnTo>
                      <a:pt x="214" y="23"/>
                    </a:lnTo>
                    <a:lnTo>
                      <a:pt x="219" y="18"/>
                    </a:lnTo>
                    <a:lnTo>
                      <a:pt x="219" y="16"/>
                    </a:lnTo>
                    <a:lnTo>
                      <a:pt x="221" y="14"/>
                    </a:lnTo>
                    <a:lnTo>
                      <a:pt x="223" y="11"/>
                    </a:lnTo>
                    <a:lnTo>
                      <a:pt x="226" y="9"/>
                    </a:lnTo>
                    <a:lnTo>
                      <a:pt x="228" y="7"/>
                    </a:lnTo>
                    <a:lnTo>
                      <a:pt x="230" y="4"/>
                    </a:lnTo>
                    <a:lnTo>
                      <a:pt x="233" y="2"/>
                    </a:lnTo>
                    <a:lnTo>
                      <a:pt x="235" y="2"/>
                    </a:lnTo>
                    <a:lnTo>
                      <a:pt x="237" y="0"/>
                    </a:lnTo>
                    <a:lnTo>
                      <a:pt x="240" y="0"/>
                    </a:lnTo>
                    <a:lnTo>
                      <a:pt x="242" y="0"/>
                    </a:lnTo>
                    <a:lnTo>
                      <a:pt x="244" y="0"/>
                    </a:lnTo>
                    <a:lnTo>
                      <a:pt x="247" y="0"/>
                    </a:lnTo>
                    <a:lnTo>
                      <a:pt x="249" y="0"/>
                    </a:lnTo>
                    <a:lnTo>
                      <a:pt x="251" y="0"/>
                    </a:lnTo>
                    <a:lnTo>
                      <a:pt x="253" y="0"/>
                    </a:lnTo>
                    <a:lnTo>
                      <a:pt x="256" y="0"/>
                    </a:lnTo>
                  </a:path>
                </a:pathLst>
              </a:custGeom>
              <a:noFill/>
              <a:ln w="12700" cap="flat">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97" name="Freeform 99"/>
              <p:cNvSpPr>
                <a:spLocks/>
              </p:cNvSpPr>
              <p:nvPr/>
            </p:nvSpPr>
            <p:spPr bwMode="auto">
              <a:xfrm>
                <a:off x="18468604" y="18385447"/>
                <a:ext cx="657226" cy="361952"/>
              </a:xfrm>
              <a:custGeom>
                <a:avLst/>
                <a:gdLst/>
                <a:ahLst/>
                <a:cxnLst>
                  <a:cxn ang="0">
                    <a:pos x="2" y="2"/>
                  </a:cxn>
                  <a:cxn ang="0">
                    <a:pos x="7" y="4"/>
                  </a:cxn>
                  <a:cxn ang="0">
                    <a:pos x="11" y="7"/>
                  </a:cxn>
                  <a:cxn ang="0">
                    <a:pos x="16" y="9"/>
                  </a:cxn>
                  <a:cxn ang="0">
                    <a:pos x="20" y="9"/>
                  </a:cxn>
                  <a:cxn ang="0">
                    <a:pos x="25" y="11"/>
                  </a:cxn>
                  <a:cxn ang="0">
                    <a:pos x="30" y="11"/>
                  </a:cxn>
                  <a:cxn ang="0">
                    <a:pos x="34" y="11"/>
                  </a:cxn>
                  <a:cxn ang="0">
                    <a:pos x="39" y="11"/>
                  </a:cxn>
                  <a:cxn ang="0">
                    <a:pos x="43" y="14"/>
                  </a:cxn>
                  <a:cxn ang="0">
                    <a:pos x="48" y="14"/>
                  </a:cxn>
                  <a:cxn ang="0">
                    <a:pos x="53" y="14"/>
                  </a:cxn>
                  <a:cxn ang="0">
                    <a:pos x="57" y="16"/>
                  </a:cxn>
                  <a:cxn ang="0">
                    <a:pos x="62" y="16"/>
                  </a:cxn>
                  <a:cxn ang="0">
                    <a:pos x="66" y="16"/>
                  </a:cxn>
                  <a:cxn ang="0">
                    <a:pos x="71" y="18"/>
                  </a:cxn>
                  <a:cxn ang="0">
                    <a:pos x="76" y="21"/>
                  </a:cxn>
                  <a:cxn ang="0">
                    <a:pos x="80" y="23"/>
                  </a:cxn>
                  <a:cxn ang="0">
                    <a:pos x="85" y="25"/>
                  </a:cxn>
                  <a:cxn ang="0">
                    <a:pos x="89" y="30"/>
                  </a:cxn>
                  <a:cxn ang="0">
                    <a:pos x="94" y="32"/>
                  </a:cxn>
                  <a:cxn ang="0">
                    <a:pos x="99" y="34"/>
                  </a:cxn>
                  <a:cxn ang="0">
                    <a:pos x="103" y="34"/>
                  </a:cxn>
                  <a:cxn ang="0">
                    <a:pos x="108" y="34"/>
                  </a:cxn>
                  <a:cxn ang="0">
                    <a:pos x="113" y="32"/>
                  </a:cxn>
                  <a:cxn ang="0">
                    <a:pos x="117" y="32"/>
                  </a:cxn>
                  <a:cxn ang="0">
                    <a:pos x="122" y="32"/>
                  </a:cxn>
                  <a:cxn ang="0">
                    <a:pos x="126" y="34"/>
                  </a:cxn>
                  <a:cxn ang="0">
                    <a:pos x="131" y="37"/>
                  </a:cxn>
                  <a:cxn ang="0">
                    <a:pos x="136" y="41"/>
                  </a:cxn>
                  <a:cxn ang="0">
                    <a:pos x="140" y="44"/>
                  </a:cxn>
                  <a:cxn ang="0">
                    <a:pos x="145" y="46"/>
                  </a:cxn>
                  <a:cxn ang="0">
                    <a:pos x="149" y="48"/>
                  </a:cxn>
                  <a:cxn ang="0">
                    <a:pos x="154" y="51"/>
                  </a:cxn>
                  <a:cxn ang="0">
                    <a:pos x="159" y="53"/>
                  </a:cxn>
                  <a:cxn ang="0">
                    <a:pos x="163" y="53"/>
                  </a:cxn>
                  <a:cxn ang="0">
                    <a:pos x="168" y="55"/>
                  </a:cxn>
                  <a:cxn ang="0">
                    <a:pos x="172" y="57"/>
                  </a:cxn>
                  <a:cxn ang="0">
                    <a:pos x="177" y="57"/>
                  </a:cxn>
                  <a:cxn ang="0">
                    <a:pos x="182" y="57"/>
                  </a:cxn>
                  <a:cxn ang="0">
                    <a:pos x="186" y="55"/>
                  </a:cxn>
                  <a:cxn ang="0">
                    <a:pos x="191" y="53"/>
                  </a:cxn>
                  <a:cxn ang="0">
                    <a:pos x="195" y="51"/>
                  </a:cxn>
                  <a:cxn ang="0">
                    <a:pos x="200" y="51"/>
                  </a:cxn>
                  <a:cxn ang="0">
                    <a:pos x="205" y="51"/>
                  </a:cxn>
                </a:cxnLst>
                <a:rect l="0" t="0" r="r" b="b"/>
                <a:pathLst>
                  <a:path w="207" h="57">
                    <a:moveTo>
                      <a:pt x="0" y="0"/>
                    </a:moveTo>
                    <a:lnTo>
                      <a:pt x="2" y="2"/>
                    </a:lnTo>
                    <a:lnTo>
                      <a:pt x="4" y="2"/>
                    </a:lnTo>
                    <a:lnTo>
                      <a:pt x="7" y="4"/>
                    </a:lnTo>
                    <a:lnTo>
                      <a:pt x="9" y="4"/>
                    </a:lnTo>
                    <a:lnTo>
                      <a:pt x="11" y="7"/>
                    </a:lnTo>
                    <a:lnTo>
                      <a:pt x="14" y="7"/>
                    </a:lnTo>
                    <a:lnTo>
                      <a:pt x="16" y="9"/>
                    </a:lnTo>
                    <a:lnTo>
                      <a:pt x="18" y="9"/>
                    </a:lnTo>
                    <a:lnTo>
                      <a:pt x="20" y="9"/>
                    </a:lnTo>
                    <a:lnTo>
                      <a:pt x="23" y="11"/>
                    </a:lnTo>
                    <a:lnTo>
                      <a:pt x="25" y="11"/>
                    </a:lnTo>
                    <a:lnTo>
                      <a:pt x="27" y="11"/>
                    </a:lnTo>
                    <a:lnTo>
                      <a:pt x="30" y="11"/>
                    </a:lnTo>
                    <a:lnTo>
                      <a:pt x="32" y="11"/>
                    </a:lnTo>
                    <a:lnTo>
                      <a:pt x="34" y="11"/>
                    </a:lnTo>
                    <a:lnTo>
                      <a:pt x="37" y="11"/>
                    </a:lnTo>
                    <a:lnTo>
                      <a:pt x="39" y="11"/>
                    </a:lnTo>
                    <a:lnTo>
                      <a:pt x="41" y="11"/>
                    </a:lnTo>
                    <a:lnTo>
                      <a:pt x="43" y="14"/>
                    </a:lnTo>
                    <a:lnTo>
                      <a:pt x="46" y="14"/>
                    </a:lnTo>
                    <a:lnTo>
                      <a:pt x="48" y="14"/>
                    </a:lnTo>
                    <a:lnTo>
                      <a:pt x="50" y="14"/>
                    </a:lnTo>
                    <a:lnTo>
                      <a:pt x="53" y="14"/>
                    </a:lnTo>
                    <a:lnTo>
                      <a:pt x="55" y="14"/>
                    </a:lnTo>
                    <a:lnTo>
                      <a:pt x="57" y="16"/>
                    </a:lnTo>
                    <a:lnTo>
                      <a:pt x="60" y="16"/>
                    </a:lnTo>
                    <a:lnTo>
                      <a:pt x="62" y="16"/>
                    </a:lnTo>
                    <a:lnTo>
                      <a:pt x="64" y="16"/>
                    </a:lnTo>
                    <a:lnTo>
                      <a:pt x="66" y="16"/>
                    </a:lnTo>
                    <a:lnTo>
                      <a:pt x="69" y="18"/>
                    </a:lnTo>
                    <a:lnTo>
                      <a:pt x="71" y="18"/>
                    </a:lnTo>
                    <a:lnTo>
                      <a:pt x="73" y="18"/>
                    </a:lnTo>
                    <a:lnTo>
                      <a:pt x="76" y="21"/>
                    </a:lnTo>
                    <a:lnTo>
                      <a:pt x="78" y="21"/>
                    </a:lnTo>
                    <a:lnTo>
                      <a:pt x="80" y="23"/>
                    </a:lnTo>
                    <a:lnTo>
                      <a:pt x="83" y="23"/>
                    </a:lnTo>
                    <a:lnTo>
                      <a:pt x="85" y="25"/>
                    </a:lnTo>
                    <a:lnTo>
                      <a:pt x="87" y="28"/>
                    </a:lnTo>
                    <a:lnTo>
                      <a:pt x="89" y="30"/>
                    </a:lnTo>
                    <a:lnTo>
                      <a:pt x="92" y="30"/>
                    </a:lnTo>
                    <a:lnTo>
                      <a:pt x="94" y="32"/>
                    </a:lnTo>
                    <a:lnTo>
                      <a:pt x="96" y="32"/>
                    </a:lnTo>
                    <a:lnTo>
                      <a:pt x="99" y="34"/>
                    </a:lnTo>
                    <a:lnTo>
                      <a:pt x="101" y="34"/>
                    </a:lnTo>
                    <a:lnTo>
                      <a:pt x="103" y="34"/>
                    </a:lnTo>
                    <a:lnTo>
                      <a:pt x="106" y="34"/>
                    </a:lnTo>
                    <a:lnTo>
                      <a:pt x="108" y="34"/>
                    </a:lnTo>
                    <a:lnTo>
                      <a:pt x="110" y="34"/>
                    </a:lnTo>
                    <a:lnTo>
                      <a:pt x="113" y="32"/>
                    </a:lnTo>
                    <a:lnTo>
                      <a:pt x="115" y="32"/>
                    </a:lnTo>
                    <a:lnTo>
                      <a:pt x="117" y="32"/>
                    </a:lnTo>
                    <a:lnTo>
                      <a:pt x="119" y="32"/>
                    </a:lnTo>
                    <a:lnTo>
                      <a:pt x="122" y="32"/>
                    </a:lnTo>
                    <a:lnTo>
                      <a:pt x="124" y="34"/>
                    </a:lnTo>
                    <a:lnTo>
                      <a:pt x="126" y="34"/>
                    </a:lnTo>
                    <a:lnTo>
                      <a:pt x="129" y="34"/>
                    </a:lnTo>
                    <a:lnTo>
                      <a:pt x="131" y="37"/>
                    </a:lnTo>
                    <a:lnTo>
                      <a:pt x="133" y="39"/>
                    </a:lnTo>
                    <a:lnTo>
                      <a:pt x="136" y="41"/>
                    </a:lnTo>
                    <a:lnTo>
                      <a:pt x="138" y="41"/>
                    </a:lnTo>
                    <a:lnTo>
                      <a:pt x="140" y="44"/>
                    </a:lnTo>
                    <a:lnTo>
                      <a:pt x="142" y="46"/>
                    </a:lnTo>
                    <a:lnTo>
                      <a:pt x="145" y="46"/>
                    </a:lnTo>
                    <a:lnTo>
                      <a:pt x="147" y="48"/>
                    </a:lnTo>
                    <a:lnTo>
                      <a:pt x="149" y="48"/>
                    </a:lnTo>
                    <a:lnTo>
                      <a:pt x="152" y="51"/>
                    </a:lnTo>
                    <a:lnTo>
                      <a:pt x="154" y="51"/>
                    </a:lnTo>
                    <a:lnTo>
                      <a:pt x="156" y="51"/>
                    </a:lnTo>
                    <a:lnTo>
                      <a:pt x="159" y="53"/>
                    </a:lnTo>
                    <a:lnTo>
                      <a:pt x="161" y="53"/>
                    </a:lnTo>
                    <a:lnTo>
                      <a:pt x="163" y="53"/>
                    </a:lnTo>
                    <a:lnTo>
                      <a:pt x="165" y="55"/>
                    </a:lnTo>
                    <a:lnTo>
                      <a:pt x="168" y="55"/>
                    </a:lnTo>
                    <a:lnTo>
                      <a:pt x="170" y="55"/>
                    </a:lnTo>
                    <a:lnTo>
                      <a:pt x="172" y="57"/>
                    </a:lnTo>
                    <a:lnTo>
                      <a:pt x="175" y="57"/>
                    </a:lnTo>
                    <a:lnTo>
                      <a:pt x="177" y="57"/>
                    </a:lnTo>
                    <a:lnTo>
                      <a:pt x="179" y="57"/>
                    </a:lnTo>
                    <a:lnTo>
                      <a:pt x="182" y="57"/>
                    </a:lnTo>
                    <a:lnTo>
                      <a:pt x="184" y="57"/>
                    </a:lnTo>
                    <a:lnTo>
                      <a:pt x="186" y="55"/>
                    </a:lnTo>
                    <a:lnTo>
                      <a:pt x="188" y="55"/>
                    </a:lnTo>
                    <a:lnTo>
                      <a:pt x="191" y="53"/>
                    </a:lnTo>
                    <a:lnTo>
                      <a:pt x="193" y="53"/>
                    </a:lnTo>
                    <a:lnTo>
                      <a:pt x="195" y="51"/>
                    </a:lnTo>
                    <a:lnTo>
                      <a:pt x="198" y="51"/>
                    </a:lnTo>
                    <a:lnTo>
                      <a:pt x="200" y="51"/>
                    </a:lnTo>
                    <a:lnTo>
                      <a:pt x="202" y="51"/>
                    </a:lnTo>
                    <a:lnTo>
                      <a:pt x="205" y="51"/>
                    </a:lnTo>
                    <a:lnTo>
                      <a:pt x="207" y="51"/>
                    </a:lnTo>
                  </a:path>
                </a:pathLst>
              </a:custGeom>
              <a:noFill/>
              <a:ln w="12700" cap="flat">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98" name="Freeform 105"/>
              <p:cNvSpPr>
                <a:spLocks/>
              </p:cNvSpPr>
              <p:nvPr/>
            </p:nvSpPr>
            <p:spPr bwMode="auto">
              <a:xfrm>
                <a:off x="17655804" y="18207647"/>
                <a:ext cx="803276" cy="558800"/>
              </a:xfrm>
              <a:custGeom>
                <a:avLst/>
                <a:gdLst/>
                <a:ahLst/>
                <a:cxnLst>
                  <a:cxn ang="0">
                    <a:pos x="5" y="49"/>
                  </a:cxn>
                  <a:cxn ang="0">
                    <a:pos x="12" y="51"/>
                  </a:cxn>
                  <a:cxn ang="0">
                    <a:pos x="19" y="51"/>
                  </a:cxn>
                  <a:cxn ang="0">
                    <a:pos x="26" y="49"/>
                  </a:cxn>
                  <a:cxn ang="0">
                    <a:pos x="32" y="46"/>
                  </a:cxn>
                  <a:cxn ang="0">
                    <a:pos x="39" y="44"/>
                  </a:cxn>
                  <a:cxn ang="0">
                    <a:pos x="46" y="42"/>
                  </a:cxn>
                  <a:cxn ang="0">
                    <a:pos x="53" y="42"/>
                  </a:cxn>
                  <a:cxn ang="0">
                    <a:pos x="60" y="44"/>
                  </a:cxn>
                  <a:cxn ang="0">
                    <a:pos x="67" y="49"/>
                  </a:cxn>
                  <a:cxn ang="0">
                    <a:pos x="74" y="53"/>
                  </a:cxn>
                  <a:cxn ang="0">
                    <a:pos x="81" y="58"/>
                  </a:cxn>
                  <a:cxn ang="0">
                    <a:pos x="88" y="58"/>
                  </a:cxn>
                  <a:cxn ang="0">
                    <a:pos x="95" y="53"/>
                  </a:cxn>
                  <a:cxn ang="0">
                    <a:pos x="101" y="49"/>
                  </a:cxn>
                  <a:cxn ang="0">
                    <a:pos x="108" y="49"/>
                  </a:cxn>
                  <a:cxn ang="0">
                    <a:pos x="115" y="46"/>
                  </a:cxn>
                  <a:cxn ang="0">
                    <a:pos x="122" y="44"/>
                  </a:cxn>
                  <a:cxn ang="0">
                    <a:pos x="131" y="35"/>
                  </a:cxn>
                  <a:cxn ang="0">
                    <a:pos x="138" y="23"/>
                  </a:cxn>
                  <a:cxn ang="0">
                    <a:pos x="143" y="14"/>
                  </a:cxn>
                  <a:cxn ang="0">
                    <a:pos x="150" y="16"/>
                  </a:cxn>
                  <a:cxn ang="0">
                    <a:pos x="157" y="26"/>
                  </a:cxn>
                  <a:cxn ang="0">
                    <a:pos x="159" y="37"/>
                  </a:cxn>
                  <a:cxn ang="0">
                    <a:pos x="164" y="49"/>
                  </a:cxn>
                  <a:cxn ang="0">
                    <a:pos x="166" y="60"/>
                  </a:cxn>
                  <a:cxn ang="0">
                    <a:pos x="171" y="72"/>
                  </a:cxn>
                  <a:cxn ang="0">
                    <a:pos x="175" y="81"/>
                  </a:cxn>
                  <a:cxn ang="0">
                    <a:pos x="177" y="88"/>
                  </a:cxn>
                  <a:cxn ang="0">
                    <a:pos x="184" y="85"/>
                  </a:cxn>
                  <a:cxn ang="0">
                    <a:pos x="189" y="79"/>
                  </a:cxn>
                  <a:cxn ang="0">
                    <a:pos x="196" y="67"/>
                  </a:cxn>
                  <a:cxn ang="0">
                    <a:pos x="198" y="58"/>
                  </a:cxn>
                  <a:cxn ang="0">
                    <a:pos x="203" y="51"/>
                  </a:cxn>
                  <a:cxn ang="0">
                    <a:pos x="205" y="42"/>
                  </a:cxn>
                  <a:cxn ang="0">
                    <a:pos x="212" y="32"/>
                  </a:cxn>
                  <a:cxn ang="0">
                    <a:pos x="214" y="26"/>
                  </a:cxn>
                  <a:cxn ang="0">
                    <a:pos x="221" y="19"/>
                  </a:cxn>
                  <a:cxn ang="0">
                    <a:pos x="228" y="14"/>
                  </a:cxn>
                  <a:cxn ang="0">
                    <a:pos x="235" y="7"/>
                  </a:cxn>
                  <a:cxn ang="0">
                    <a:pos x="242" y="5"/>
                  </a:cxn>
                  <a:cxn ang="0">
                    <a:pos x="249" y="3"/>
                  </a:cxn>
                </a:cxnLst>
                <a:rect l="0" t="0" r="r" b="b"/>
                <a:pathLst>
                  <a:path w="253" h="88">
                    <a:moveTo>
                      <a:pt x="0" y="44"/>
                    </a:moveTo>
                    <a:lnTo>
                      <a:pt x="2" y="46"/>
                    </a:lnTo>
                    <a:lnTo>
                      <a:pt x="5" y="49"/>
                    </a:lnTo>
                    <a:lnTo>
                      <a:pt x="7" y="49"/>
                    </a:lnTo>
                    <a:lnTo>
                      <a:pt x="9" y="49"/>
                    </a:lnTo>
                    <a:lnTo>
                      <a:pt x="12" y="51"/>
                    </a:lnTo>
                    <a:lnTo>
                      <a:pt x="14" y="51"/>
                    </a:lnTo>
                    <a:lnTo>
                      <a:pt x="16" y="51"/>
                    </a:lnTo>
                    <a:lnTo>
                      <a:pt x="19" y="51"/>
                    </a:lnTo>
                    <a:lnTo>
                      <a:pt x="21" y="51"/>
                    </a:lnTo>
                    <a:lnTo>
                      <a:pt x="23" y="51"/>
                    </a:lnTo>
                    <a:lnTo>
                      <a:pt x="26" y="49"/>
                    </a:lnTo>
                    <a:lnTo>
                      <a:pt x="28" y="49"/>
                    </a:lnTo>
                    <a:lnTo>
                      <a:pt x="30" y="49"/>
                    </a:lnTo>
                    <a:lnTo>
                      <a:pt x="32" y="46"/>
                    </a:lnTo>
                    <a:lnTo>
                      <a:pt x="35" y="46"/>
                    </a:lnTo>
                    <a:lnTo>
                      <a:pt x="37" y="46"/>
                    </a:lnTo>
                    <a:lnTo>
                      <a:pt x="39" y="44"/>
                    </a:lnTo>
                    <a:lnTo>
                      <a:pt x="42" y="44"/>
                    </a:lnTo>
                    <a:lnTo>
                      <a:pt x="44" y="44"/>
                    </a:lnTo>
                    <a:lnTo>
                      <a:pt x="46" y="42"/>
                    </a:lnTo>
                    <a:lnTo>
                      <a:pt x="49" y="42"/>
                    </a:lnTo>
                    <a:lnTo>
                      <a:pt x="51" y="42"/>
                    </a:lnTo>
                    <a:lnTo>
                      <a:pt x="53" y="42"/>
                    </a:lnTo>
                    <a:lnTo>
                      <a:pt x="55" y="42"/>
                    </a:lnTo>
                    <a:lnTo>
                      <a:pt x="58" y="42"/>
                    </a:lnTo>
                    <a:lnTo>
                      <a:pt x="60" y="44"/>
                    </a:lnTo>
                    <a:lnTo>
                      <a:pt x="62" y="44"/>
                    </a:lnTo>
                    <a:lnTo>
                      <a:pt x="65" y="46"/>
                    </a:lnTo>
                    <a:lnTo>
                      <a:pt x="67" y="49"/>
                    </a:lnTo>
                    <a:lnTo>
                      <a:pt x="69" y="51"/>
                    </a:lnTo>
                    <a:lnTo>
                      <a:pt x="72" y="51"/>
                    </a:lnTo>
                    <a:lnTo>
                      <a:pt x="74" y="53"/>
                    </a:lnTo>
                    <a:lnTo>
                      <a:pt x="76" y="56"/>
                    </a:lnTo>
                    <a:lnTo>
                      <a:pt x="78" y="58"/>
                    </a:lnTo>
                    <a:lnTo>
                      <a:pt x="81" y="58"/>
                    </a:lnTo>
                    <a:lnTo>
                      <a:pt x="83" y="58"/>
                    </a:lnTo>
                    <a:lnTo>
                      <a:pt x="85" y="58"/>
                    </a:lnTo>
                    <a:lnTo>
                      <a:pt x="88" y="58"/>
                    </a:lnTo>
                    <a:lnTo>
                      <a:pt x="90" y="56"/>
                    </a:lnTo>
                    <a:lnTo>
                      <a:pt x="92" y="56"/>
                    </a:lnTo>
                    <a:lnTo>
                      <a:pt x="95" y="53"/>
                    </a:lnTo>
                    <a:lnTo>
                      <a:pt x="97" y="51"/>
                    </a:lnTo>
                    <a:lnTo>
                      <a:pt x="99" y="51"/>
                    </a:lnTo>
                    <a:lnTo>
                      <a:pt x="101" y="49"/>
                    </a:lnTo>
                    <a:lnTo>
                      <a:pt x="104" y="49"/>
                    </a:lnTo>
                    <a:lnTo>
                      <a:pt x="106" y="49"/>
                    </a:lnTo>
                    <a:lnTo>
                      <a:pt x="108" y="49"/>
                    </a:lnTo>
                    <a:lnTo>
                      <a:pt x="111" y="46"/>
                    </a:lnTo>
                    <a:lnTo>
                      <a:pt x="113" y="46"/>
                    </a:lnTo>
                    <a:lnTo>
                      <a:pt x="115" y="46"/>
                    </a:lnTo>
                    <a:lnTo>
                      <a:pt x="118" y="46"/>
                    </a:lnTo>
                    <a:lnTo>
                      <a:pt x="120" y="46"/>
                    </a:lnTo>
                    <a:lnTo>
                      <a:pt x="122" y="44"/>
                    </a:lnTo>
                    <a:lnTo>
                      <a:pt x="125" y="42"/>
                    </a:lnTo>
                    <a:lnTo>
                      <a:pt x="127" y="39"/>
                    </a:lnTo>
                    <a:lnTo>
                      <a:pt x="131" y="35"/>
                    </a:lnTo>
                    <a:lnTo>
                      <a:pt x="131" y="30"/>
                    </a:lnTo>
                    <a:lnTo>
                      <a:pt x="134" y="28"/>
                    </a:lnTo>
                    <a:lnTo>
                      <a:pt x="138" y="23"/>
                    </a:lnTo>
                    <a:lnTo>
                      <a:pt x="138" y="19"/>
                    </a:lnTo>
                    <a:lnTo>
                      <a:pt x="141" y="16"/>
                    </a:lnTo>
                    <a:lnTo>
                      <a:pt x="143" y="14"/>
                    </a:lnTo>
                    <a:lnTo>
                      <a:pt x="145" y="14"/>
                    </a:lnTo>
                    <a:lnTo>
                      <a:pt x="148" y="14"/>
                    </a:lnTo>
                    <a:lnTo>
                      <a:pt x="150" y="16"/>
                    </a:lnTo>
                    <a:lnTo>
                      <a:pt x="154" y="21"/>
                    </a:lnTo>
                    <a:lnTo>
                      <a:pt x="154" y="23"/>
                    </a:lnTo>
                    <a:lnTo>
                      <a:pt x="157" y="26"/>
                    </a:lnTo>
                    <a:lnTo>
                      <a:pt x="157" y="30"/>
                    </a:lnTo>
                    <a:lnTo>
                      <a:pt x="159" y="32"/>
                    </a:lnTo>
                    <a:lnTo>
                      <a:pt x="159" y="37"/>
                    </a:lnTo>
                    <a:lnTo>
                      <a:pt x="161" y="42"/>
                    </a:lnTo>
                    <a:lnTo>
                      <a:pt x="161" y="46"/>
                    </a:lnTo>
                    <a:lnTo>
                      <a:pt x="164" y="49"/>
                    </a:lnTo>
                    <a:lnTo>
                      <a:pt x="164" y="53"/>
                    </a:lnTo>
                    <a:lnTo>
                      <a:pt x="166" y="56"/>
                    </a:lnTo>
                    <a:lnTo>
                      <a:pt x="166" y="60"/>
                    </a:lnTo>
                    <a:lnTo>
                      <a:pt x="168" y="62"/>
                    </a:lnTo>
                    <a:lnTo>
                      <a:pt x="168" y="69"/>
                    </a:lnTo>
                    <a:lnTo>
                      <a:pt x="171" y="72"/>
                    </a:lnTo>
                    <a:lnTo>
                      <a:pt x="171" y="76"/>
                    </a:lnTo>
                    <a:lnTo>
                      <a:pt x="173" y="79"/>
                    </a:lnTo>
                    <a:lnTo>
                      <a:pt x="175" y="81"/>
                    </a:lnTo>
                    <a:lnTo>
                      <a:pt x="175" y="83"/>
                    </a:lnTo>
                    <a:lnTo>
                      <a:pt x="180" y="88"/>
                    </a:lnTo>
                    <a:lnTo>
                      <a:pt x="177" y="88"/>
                    </a:lnTo>
                    <a:lnTo>
                      <a:pt x="180" y="88"/>
                    </a:lnTo>
                    <a:lnTo>
                      <a:pt x="182" y="88"/>
                    </a:lnTo>
                    <a:lnTo>
                      <a:pt x="184" y="85"/>
                    </a:lnTo>
                    <a:lnTo>
                      <a:pt x="187" y="83"/>
                    </a:lnTo>
                    <a:lnTo>
                      <a:pt x="189" y="81"/>
                    </a:lnTo>
                    <a:lnTo>
                      <a:pt x="189" y="79"/>
                    </a:lnTo>
                    <a:lnTo>
                      <a:pt x="194" y="74"/>
                    </a:lnTo>
                    <a:lnTo>
                      <a:pt x="194" y="69"/>
                    </a:lnTo>
                    <a:lnTo>
                      <a:pt x="196" y="67"/>
                    </a:lnTo>
                    <a:lnTo>
                      <a:pt x="196" y="62"/>
                    </a:lnTo>
                    <a:lnTo>
                      <a:pt x="198" y="60"/>
                    </a:lnTo>
                    <a:lnTo>
                      <a:pt x="198" y="58"/>
                    </a:lnTo>
                    <a:lnTo>
                      <a:pt x="200" y="56"/>
                    </a:lnTo>
                    <a:lnTo>
                      <a:pt x="200" y="53"/>
                    </a:lnTo>
                    <a:lnTo>
                      <a:pt x="203" y="51"/>
                    </a:lnTo>
                    <a:lnTo>
                      <a:pt x="203" y="46"/>
                    </a:lnTo>
                    <a:lnTo>
                      <a:pt x="205" y="44"/>
                    </a:lnTo>
                    <a:lnTo>
                      <a:pt x="205" y="42"/>
                    </a:lnTo>
                    <a:lnTo>
                      <a:pt x="207" y="39"/>
                    </a:lnTo>
                    <a:lnTo>
                      <a:pt x="207" y="37"/>
                    </a:lnTo>
                    <a:lnTo>
                      <a:pt x="212" y="32"/>
                    </a:lnTo>
                    <a:lnTo>
                      <a:pt x="212" y="30"/>
                    </a:lnTo>
                    <a:lnTo>
                      <a:pt x="214" y="28"/>
                    </a:lnTo>
                    <a:lnTo>
                      <a:pt x="214" y="26"/>
                    </a:lnTo>
                    <a:lnTo>
                      <a:pt x="217" y="23"/>
                    </a:lnTo>
                    <a:lnTo>
                      <a:pt x="219" y="21"/>
                    </a:lnTo>
                    <a:lnTo>
                      <a:pt x="221" y="19"/>
                    </a:lnTo>
                    <a:lnTo>
                      <a:pt x="223" y="16"/>
                    </a:lnTo>
                    <a:lnTo>
                      <a:pt x="226" y="14"/>
                    </a:lnTo>
                    <a:lnTo>
                      <a:pt x="228" y="14"/>
                    </a:lnTo>
                    <a:lnTo>
                      <a:pt x="230" y="12"/>
                    </a:lnTo>
                    <a:lnTo>
                      <a:pt x="233" y="9"/>
                    </a:lnTo>
                    <a:lnTo>
                      <a:pt x="235" y="7"/>
                    </a:lnTo>
                    <a:lnTo>
                      <a:pt x="237" y="7"/>
                    </a:lnTo>
                    <a:lnTo>
                      <a:pt x="240" y="5"/>
                    </a:lnTo>
                    <a:lnTo>
                      <a:pt x="242" y="5"/>
                    </a:lnTo>
                    <a:lnTo>
                      <a:pt x="244" y="3"/>
                    </a:lnTo>
                    <a:lnTo>
                      <a:pt x="247" y="3"/>
                    </a:lnTo>
                    <a:lnTo>
                      <a:pt x="249" y="3"/>
                    </a:lnTo>
                    <a:lnTo>
                      <a:pt x="251" y="0"/>
                    </a:lnTo>
                    <a:lnTo>
                      <a:pt x="253" y="0"/>
                    </a:lnTo>
                  </a:path>
                </a:pathLst>
              </a:custGeom>
              <a:noFill/>
              <a:ln w="1270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699" name="Freeform 106"/>
              <p:cNvSpPr>
                <a:spLocks/>
              </p:cNvSpPr>
              <p:nvPr/>
            </p:nvSpPr>
            <p:spPr bwMode="auto">
              <a:xfrm>
                <a:off x="18459080" y="18207647"/>
                <a:ext cx="666750" cy="457200"/>
              </a:xfrm>
              <a:custGeom>
                <a:avLst/>
                <a:gdLst/>
                <a:ahLst/>
                <a:cxnLst>
                  <a:cxn ang="0">
                    <a:pos x="3" y="3"/>
                  </a:cxn>
                  <a:cxn ang="0">
                    <a:pos x="7" y="3"/>
                  </a:cxn>
                  <a:cxn ang="0">
                    <a:pos x="12" y="5"/>
                  </a:cxn>
                  <a:cxn ang="0">
                    <a:pos x="17" y="7"/>
                  </a:cxn>
                  <a:cxn ang="0">
                    <a:pos x="21" y="9"/>
                  </a:cxn>
                  <a:cxn ang="0">
                    <a:pos x="26" y="12"/>
                  </a:cxn>
                  <a:cxn ang="0">
                    <a:pos x="30" y="14"/>
                  </a:cxn>
                  <a:cxn ang="0">
                    <a:pos x="35" y="16"/>
                  </a:cxn>
                  <a:cxn ang="0">
                    <a:pos x="40" y="16"/>
                  </a:cxn>
                  <a:cxn ang="0">
                    <a:pos x="44" y="21"/>
                  </a:cxn>
                  <a:cxn ang="0">
                    <a:pos x="49" y="23"/>
                  </a:cxn>
                  <a:cxn ang="0">
                    <a:pos x="53" y="28"/>
                  </a:cxn>
                  <a:cxn ang="0">
                    <a:pos x="58" y="30"/>
                  </a:cxn>
                  <a:cxn ang="0">
                    <a:pos x="63" y="32"/>
                  </a:cxn>
                  <a:cxn ang="0">
                    <a:pos x="67" y="32"/>
                  </a:cxn>
                  <a:cxn ang="0">
                    <a:pos x="72" y="32"/>
                  </a:cxn>
                  <a:cxn ang="0">
                    <a:pos x="76" y="32"/>
                  </a:cxn>
                  <a:cxn ang="0">
                    <a:pos x="81" y="32"/>
                  </a:cxn>
                  <a:cxn ang="0">
                    <a:pos x="86" y="32"/>
                  </a:cxn>
                  <a:cxn ang="0">
                    <a:pos x="90" y="32"/>
                  </a:cxn>
                  <a:cxn ang="0">
                    <a:pos x="95" y="35"/>
                  </a:cxn>
                  <a:cxn ang="0">
                    <a:pos x="99" y="37"/>
                  </a:cxn>
                  <a:cxn ang="0">
                    <a:pos x="104" y="37"/>
                  </a:cxn>
                  <a:cxn ang="0">
                    <a:pos x="109" y="37"/>
                  </a:cxn>
                  <a:cxn ang="0">
                    <a:pos x="113" y="39"/>
                  </a:cxn>
                  <a:cxn ang="0">
                    <a:pos x="118" y="39"/>
                  </a:cxn>
                  <a:cxn ang="0">
                    <a:pos x="122" y="42"/>
                  </a:cxn>
                  <a:cxn ang="0">
                    <a:pos x="127" y="46"/>
                  </a:cxn>
                  <a:cxn ang="0">
                    <a:pos x="132" y="51"/>
                  </a:cxn>
                  <a:cxn ang="0">
                    <a:pos x="136" y="53"/>
                  </a:cxn>
                  <a:cxn ang="0">
                    <a:pos x="141" y="56"/>
                  </a:cxn>
                  <a:cxn ang="0">
                    <a:pos x="145" y="58"/>
                  </a:cxn>
                  <a:cxn ang="0">
                    <a:pos x="150" y="56"/>
                  </a:cxn>
                  <a:cxn ang="0">
                    <a:pos x="155" y="53"/>
                  </a:cxn>
                  <a:cxn ang="0">
                    <a:pos x="159" y="51"/>
                  </a:cxn>
                  <a:cxn ang="0">
                    <a:pos x="164" y="51"/>
                  </a:cxn>
                  <a:cxn ang="0">
                    <a:pos x="168" y="51"/>
                  </a:cxn>
                  <a:cxn ang="0">
                    <a:pos x="173" y="51"/>
                  </a:cxn>
                  <a:cxn ang="0">
                    <a:pos x="178" y="53"/>
                  </a:cxn>
                  <a:cxn ang="0">
                    <a:pos x="182" y="58"/>
                  </a:cxn>
                  <a:cxn ang="0">
                    <a:pos x="187" y="60"/>
                  </a:cxn>
                  <a:cxn ang="0">
                    <a:pos x="191" y="62"/>
                  </a:cxn>
                  <a:cxn ang="0">
                    <a:pos x="196" y="65"/>
                  </a:cxn>
                  <a:cxn ang="0">
                    <a:pos x="201" y="67"/>
                  </a:cxn>
                  <a:cxn ang="0">
                    <a:pos x="205" y="69"/>
                  </a:cxn>
                  <a:cxn ang="0">
                    <a:pos x="210" y="72"/>
                  </a:cxn>
                </a:cxnLst>
                <a:rect l="0" t="0" r="r" b="b"/>
                <a:pathLst>
                  <a:path w="210" h="72">
                    <a:moveTo>
                      <a:pt x="0" y="0"/>
                    </a:moveTo>
                    <a:lnTo>
                      <a:pt x="3" y="3"/>
                    </a:lnTo>
                    <a:lnTo>
                      <a:pt x="5" y="3"/>
                    </a:lnTo>
                    <a:lnTo>
                      <a:pt x="7" y="3"/>
                    </a:lnTo>
                    <a:lnTo>
                      <a:pt x="10" y="5"/>
                    </a:lnTo>
                    <a:lnTo>
                      <a:pt x="12" y="5"/>
                    </a:lnTo>
                    <a:lnTo>
                      <a:pt x="14" y="7"/>
                    </a:lnTo>
                    <a:lnTo>
                      <a:pt x="17" y="7"/>
                    </a:lnTo>
                    <a:lnTo>
                      <a:pt x="19" y="9"/>
                    </a:lnTo>
                    <a:lnTo>
                      <a:pt x="21" y="9"/>
                    </a:lnTo>
                    <a:lnTo>
                      <a:pt x="23" y="12"/>
                    </a:lnTo>
                    <a:lnTo>
                      <a:pt x="26" y="12"/>
                    </a:lnTo>
                    <a:lnTo>
                      <a:pt x="28" y="14"/>
                    </a:lnTo>
                    <a:lnTo>
                      <a:pt x="30" y="14"/>
                    </a:lnTo>
                    <a:lnTo>
                      <a:pt x="33" y="14"/>
                    </a:lnTo>
                    <a:lnTo>
                      <a:pt x="35" y="16"/>
                    </a:lnTo>
                    <a:lnTo>
                      <a:pt x="37" y="16"/>
                    </a:lnTo>
                    <a:lnTo>
                      <a:pt x="40" y="16"/>
                    </a:lnTo>
                    <a:lnTo>
                      <a:pt x="42" y="19"/>
                    </a:lnTo>
                    <a:lnTo>
                      <a:pt x="44" y="21"/>
                    </a:lnTo>
                    <a:lnTo>
                      <a:pt x="46" y="23"/>
                    </a:lnTo>
                    <a:lnTo>
                      <a:pt x="49" y="23"/>
                    </a:lnTo>
                    <a:lnTo>
                      <a:pt x="51" y="26"/>
                    </a:lnTo>
                    <a:lnTo>
                      <a:pt x="53" y="28"/>
                    </a:lnTo>
                    <a:lnTo>
                      <a:pt x="56" y="30"/>
                    </a:lnTo>
                    <a:lnTo>
                      <a:pt x="58" y="30"/>
                    </a:lnTo>
                    <a:lnTo>
                      <a:pt x="60" y="32"/>
                    </a:lnTo>
                    <a:lnTo>
                      <a:pt x="63" y="32"/>
                    </a:lnTo>
                    <a:lnTo>
                      <a:pt x="65" y="32"/>
                    </a:lnTo>
                    <a:lnTo>
                      <a:pt x="67" y="32"/>
                    </a:lnTo>
                    <a:lnTo>
                      <a:pt x="69" y="32"/>
                    </a:lnTo>
                    <a:lnTo>
                      <a:pt x="72" y="32"/>
                    </a:lnTo>
                    <a:lnTo>
                      <a:pt x="74" y="32"/>
                    </a:lnTo>
                    <a:lnTo>
                      <a:pt x="76" y="32"/>
                    </a:lnTo>
                    <a:lnTo>
                      <a:pt x="79" y="32"/>
                    </a:lnTo>
                    <a:lnTo>
                      <a:pt x="81" y="32"/>
                    </a:lnTo>
                    <a:lnTo>
                      <a:pt x="83" y="32"/>
                    </a:lnTo>
                    <a:lnTo>
                      <a:pt x="86" y="32"/>
                    </a:lnTo>
                    <a:lnTo>
                      <a:pt x="88" y="32"/>
                    </a:lnTo>
                    <a:lnTo>
                      <a:pt x="90" y="32"/>
                    </a:lnTo>
                    <a:lnTo>
                      <a:pt x="92" y="35"/>
                    </a:lnTo>
                    <a:lnTo>
                      <a:pt x="95" y="35"/>
                    </a:lnTo>
                    <a:lnTo>
                      <a:pt x="97" y="35"/>
                    </a:lnTo>
                    <a:lnTo>
                      <a:pt x="99" y="37"/>
                    </a:lnTo>
                    <a:lnTo>
                      <a:pt x="102" y="37"/>
                    </a:lnTo>
                    <a:lnTo>
                      <a:pt x="104" y="37"/>
                    </a:lnTo>
                    <a:lnTo>
                      <a:pt x="106" y="37"/>
                    </a:lnTo>
                    <a:lnTo>
                      <a:pt x="109" y="37"/>
                    </a:lnTo>
                    <a:lnTo>
                      <a:pt x="111" y="37"/>
                    </a:lnTo>
                    <a:lnTo>
                      <a:pt x="113" y="39"/>
                    </a:lnTo>
                    <a:lnTo>
                      <a:pt x="116" y="39"/>
                    </a:lnTo>
                    <a:lnTo>
                      <a:pt x="118" y="39"/>
                    </a:lnTo>
                    <a:lnTo>
                      <a:pt x="120" y="42"/>
                    </a:lnTo>
                    <a:lnTo>
                      <a:pt x="122" y="42"/>
                    </a:lnTo>
                    <a:lnTo>
                      <a:pt x="125" y="44"/>
                    </a:lnTo>
                    <a:lnTo>
                      <a:pt x="127" y="46"/>
                    </a:lnTo>
                    <a:lnTo>
                      <a:pt x="129" y="49"/>
                    </a:lnTo>
                    <a:lnTo>
                      <a:pt x="132" y="51"/>
                    </a:lnTo>
                    <a:lnTo>
                      <a:pt x="134" y="51"/>
                    </a:lnTo>
                    <a:lnTo>
                      <a:pt x="136" y="53"/>
                    </a:lnTo>
                    <a:lnTo>
                      <a:pt x="139" y="56"/>
                    </a:lnTo>
                    <a:lnTo>
                      <a:pt x="141" y="56"/>
                    </a:lnTo>
                    <a:lnTo>
                      <a:pt x="143" y="58"/>
                    </a:lnTo>
                    <a:lnTo>
                      <a:pt x="145" y="58"/>
                    </a:lnTo>
                    <a:lnTo>
                      <a:pt x="148" y="56"/>
                    </a:lnTo>
                    <a:lnTo>
                      <a:pt x="150" y="56"/>
                    </a:lnTo>
                    <a:lnTo>
                      <a:pt x="152" y="56"/>
                    </a:lnTo>
                    <a:lnTo>
                      <a:pt x="155" y="53"/>
                    </a:lnTo>
                    <a:lnTo>
                      <a:pt x="157" y="53"/>
                    </a:lnTo>
                    <a:lnTo>
                      <a:pt x="159" y="51"/>
                    </a:lnTo>
                    <a:lnTo>
                      <a:pt x="162" y="51"/>
                    </a:lnTo>
                    <a:lnTo>
                      <a:pt x="164" y="51"/>
                    </a:lnTo>
                    <a:lnTo>
                      <a:pt x="166" y="51"/>
                    </a:lnTo>
                    <a:lnTo>
                      <a:pt x="168" y="51"/>
                    </a:lnTo>
                    <a:lnTo>
                      <a:pt x="171" y="51"/>
                    </a:lnTo>
                    <a:lnTo>
                      <a:pt x="173" y="51"/>
                    </a:lnTo>
                    <a:lnTo>
                      <a:pt x="175" y="53"/>
                    </a:lnTo>
                    <a:lnTo>
                      <a:pt x="178" y="53"/>
                    </a:lnTo>
                    <a:lnTo>
                      <a:pt x="180" y="56"/>
                    </a:lnTo>
                    <a:lnTo>
                      <a:pt x="182" y="58"/>
                    </a:lnTo>
                    <a:lnTo>
                      <a:pt x="185" y="58"/>
                    </a:lnTo>
                    <a:lnTo>
                      <a:pt x="187" y="60"/>
                    </a:lnTo>
                    <a:lnTo>
                      <a:pt x="189" y="60"/>
                    </a:lnTo>
                    <a:lnTo>
                      <a:pt x="191" y="62"/>
                    </a:lnTo>
                    <a:lnTo>
                      <a:pt x="194" y="65"/>
                    </a:lnTo>
                    <a:lnTo>
                      <a:pt x="196" y="65"/>
                    </a:lnTo>
                    <a:lnTo>
                      <a:pt x="198" y="65"/>
                    </a:lnTo>
                    <a:lnTo>
                      <a:pt x="201" y="67"/>
                    </a:lnTo>
                    <a:lnTo>
                      <a:pt x="203" y="69"/>
                    </a:lnTo>
                    <a:lnTo>
                      <a:pt x="205" y="69"/>
                    </a:lnTo>
                    <a:lnTo>
                      <a:pt x="208" y="72"/>
                    </a:lnTo>
                    <a:lnTo>
                      <a:pt x="210" y="72"/>
                    </a:lnTo>
                  </a:path>
                </a:pathLst>
              </a:custGeom>
              <a:noFill/>
              <a:ln w="1270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itchFamily="34" charset="0"/>
                  <a:cs typeface="Arial" pitchFamily="34" charset="0"/>
                </a:endParaRPr>
              </a:p>
            </p:txBody>
          </p:sp>
          <p:sp>
            <p:nvSpPr>
              <p:cNvPr id="700" name="Line 540"/>
              <p:cNvSpPr>
                <a:spLocks noChangeShapeType="1"/>
              </p:cNvSpPr>
              <p:nvPr/>
            </p:nvSpPr>
            <p:spPr bwMode="auto">
              <a:xfrm>
                <a:off x="17919330" y="18017147"/>
                <a:ext cx="3176" cy="9842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01" name="Line 541"/>
              <p:cNvSpPr>
                <a:spLocks noChangeShapeType="1"/>
              </p:cNvSpPr>
              <p:nvPr/>
            </p:nvSpPr>
            <p:spPr bwMode="auto">
              <a:xfrm>
                <a:off x="17655804" y="18518795"/>
                <a:ext cx="1463676" cy="63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02" name="Line 542"/>
              <p:cNvSpPr>
                <a:spLocks noChangeShapeType="1"/>
              </p:cNvSpPr>
              <p:nvPr/>
            </p:nvSpPr>
            <p:spPr bwMode="auto">
              <a:xfrm>
                <a:off x="17919330" y="18429895"/>
                <a:ext cx="3176" cy="1587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03" name="Freeform 545"/>
              <p:cNvSpPr>
                <a:spLocks/>
              </p:cNvSpPr>
              <p:nvPr/>
            </p:nvSpPr>
            <p:spPr bwMode="auto">
              <a:xfrm>
                <a:off x="17655804" y="18264795"/>
                <a:ext cx="841376" cy="527052"/>
              </a:xfrm>
              <a:custGeom>
                <a:avLst/>
                <a:gdLst/>
                <a:ahLst/>
                <a:cxnLst>
                  <a:cxn ang="0">
                    <a:pos x="5" y="33"/>
                  </a:cxn>
                  <a:cxn ang="0">
                    <a:pos x="12" y="33"/>
                  </a:cxn>
                  <a:cxn ang="0">
                    <a:pos x="19" y="35"/>
                  </a:cxn>
                  <a:cxn ang="0">
                    <a:pos x="26" y="37"/>
                  </a:cxn>
                  <a:cxn ang="0">
                    <a:pos x="32" y="37"/>
                  </a:cxn>
                  <a:cxn ang="0">
                    <a:pos x="39" y="37"/>
                  </a:cxn>
                  <a:cxn ang="0">
                    <a:pos x="46" y="35"/>
                  </a:cxn>
                  <a:cxn ang="0">
                    <a:pos x="53" y="35"/>
                  </a:cxn>
                  <a:cxn ang="0">
                    <a:pos x="60" y="40"/>
                  </a:cxn>
                  <a:cxn ang="0">
                    <a:pos x="67" y="44"/>
                  </a:cxn>
                  <a:cxn ang="0">
                    <a:pos x="74" y="51"/>
                  </a:cxn>
                  <a:cxn ang="0">
                    <a:pos x="81" y="53"/>
                  </a:cxn>
                  <a:cxn ang="0">
                    <a:pos x="88" y="53"/>
                  </a:cxn>
                  <a:cxn ang="0">
                    <a:pos x="95" y="49"/>
                  </a:cxn>
                  <a:cxn ang="0">
                    <a:pos x="101" y="44"/>
                  </a:cxn>
                  <a:cxn ang="0">
                    <a:pos x="108" y="42"/>
                  </a:cxn>
                  <a:cxn ang="0">
                    <a:pos x="115" y="40"/>
                  </a:cxn>
                  <a:cxn ang="0">
                    <a:pos x="122" y="35"/>
                  </a:cxn>
                  <a:cxn ang="0">
                    <a:pos x="129" y="28"/>
                  </a:cxn>
                  <a:cxn ang="0">
                    <a:pos x="136" y="19"/>
                  </a:cxn>
                  <a:cxn ang="0">
                    <a:pos x="141" y="12"/>
                  </a:cxn>
                  <a:cxn ang="0">
                    <a:pos x="148" y="10"/>
                  </a:cxn>
                  <a:cxn ang="0">
                    <a:pos x="154" y="19"/>
                  </a:cxn>
                  <a:cxn ang="0">
                    <a:pos x="159" y="28"/>
                  </a:cxn>
                  <a:cxn ang="0">
                    <a:pos x="161" y="42"/>
                  </a:cxn>
                  <a:cxn ang="0">
                    <a:pos x="166" y="49"/>
                  </a:cxn>
                  <a:cxn ang="0">
                    <a:pos x="168" y="63"/>
                  </a:cxn>
                  <a:cxn ang="0">
                    <a:pos x="175" y="74"/>
                  </a:cxn>
                  <a:cxn ang="0">
                    <a:pos x="180" y="83"/>
                  </a:cxn>
                  <a:cxn ang="0">
                    <a:pos x="187" y="79"/>
                  </a:cxn>
                  <a:cxn ang="0">
                    <a:pos x="194" y="72"/>
                  </a:cxn>
                  <a:cxn ang="0">
                    <a:pos x="196" y="63"/>
                  </a:cxn>
                  <a:cxn ang="0">
                    <a:pos x="203" y="53"/>
                  </a:cxn>
                  <a:cxn ang="0">
                    <a:pos x="205" y="44"/>
                  </a:cxn>
                  <a:cxn ang="0">
                    <a:pos x="214" y="33"/>
                  </a:cxn>
                  <a:cxn ang="0">
                    <a:pos x="219" y="26"/>
                  </a:cxn>
                  <a:cxn ang="0">
                    <a:pos x="226" y="19"/>
                  </a:cxn>
                  <a:cxn ang="0">
                    <a:pos x="233" y="12"/>
                  </a:cxn>
                  <a:cxn ang="0">
                    <a:pos x="240" y="7"/>
                  </a:cxn>
                  <a:cxn ang="0">
                    <a:pos x="247" y="3"/>
                  </a:cxn>
                  <a:cxn ang="0">
                    <a:pos x="253" y="0"/>
                  </a:cxn>
                  <a:cxn ang="0">
                    <a:pos x="260" y="3"/>
                  </a:cxn>
                </a:cxnLst>
                <a:rect l="0" t="0" r="r" b="b"/>
                <a:pathLst>
                  <a:path w="265" h="83">
                    <a:moveTo>
                      <a:pt x="0" y="33"/>
                    </a:moveTo>
                    <a:lnTo>
                      <a:pt x="2" y="33"/>
                    </a:lnTo>
                    <a:lnTo>
                      <a:pt x="5" y="33"/>
                    </a:lnTo>
                    <a:lnTo>
                      <a:pt x="7" y="33"/>
                    </a:lnTo>
                    <a:lnTo>
                      <a:pt x="9" y="33"/>
                    </a:lnTo>
                    <a:lnTo>
                      <a:pt x="12" y="33"/>
                    </a:lnTo>
                    <a:lnTo>
                      <a:pt x="14" y="35"/>
                    </a:lnTo>
                    <a:lnTo>
                      <a:pt x="16" y="35"/>
                    </a:lnTo>
                    <a:lnTo>
                      <a:pt x="19" y="35"/>
                    </a:lnTo>
                    <a:lnTo>
                      <a:pt x="21" y="35"/>
                    </a:lnTo>
                    <a:lnTo>
                      <a:pt x="23" y="37"/>
                    </a:lnTo>
                    <a:lnTo>
                      <a:pt x="26" y="37"/>
                    </a:lnTo>
                    <a:lnTo>
                      <a:pt x="28" y="37"/>
                    </a:lnTo>
                    <a:lnTo>
                      <a:pt x="30" y="37"/>
                    </a:lnTo>
                    <a:lnTo>
                      <a:pt x="32" y="37"/>
                    </a:lnTo>
                    <a:lnTo>
                      <a:pt x="35" y="37"/>
                    </a:lnTo>
                    <a:lnTo>
                      <a:pt x="37" y="37"/>
                    </a:lnTo>
                    <a:lnTo>
                      <a:pt x="39" y="37"/>
                    </a:lnTo>
                    <a:lnTo>
                      <a:pt x="42" y="35"/>
                    </a:lnTo>
                    <a:lnTo>
                      <a:pt x="44" y="35"/>
                    </a:lnTo>
                    <a:lnTo>
                      <a:pt x="46" y="35"/>
                    </a:lnTo>
                    <a:lnTo>
                      <a:pt x="49" y="35"/>
                    </a:lnTo>
                    <a:lnTo>
                      <a:pt x="51" y="35"/>
                    </a:lnTo>
                    <a:lnTo>
                      <a:pt x="53" y="35"/>
                    </a:lnTo>
                    <a:lnTo>
                      <a:pt x="55" y="35"/>
                    </a:lnTo>
                    <a:lnTo>
                      <a:pt x="58" y="37"/>
                    </a:lnTo>
                    <a:lnTo>
                      <a:pt x="60" y="40"/>
                    </a:lnTo>
                    <a:lnTo>
                      <a:pt x="62" y="40"/>
                    </a:lnTo>
                    <a:lnTo>
                      <a:pt x="65" y="42"/>
                    </a:lnTo>
                    <a:lnTo>
                      <a:pt x="67" y="44"/>
                    </a:lnTo>
                    <a:lnTo>
                      <a:pt x="69" y="47"/>
                    </a:lnTo>
                    <a:lnTo>
                      <a:pt x="72" y="49"/>
                    </a:lnTo>
                    <a:lnTo>
                      <a:pt x="74" y="51"/>
                    </a:lnTo>
                    <a:lnTo>
                      <a:pt x="76" y="53"/>
                    </a:lnTo>
                    <a:lnTo>
                      <a:pt x="78" y="53"/>
                    </a:lnTo>
                    <a:lnTo>
                      <a:pt x="81" y="53"/>
                    </a:lnTo>
                    <a:lnTo>
                      <a:pt x="83" y="53"/>
                    </a:lnTo>
                    <a:lnTo>
                      <a:pt x="85" y="53"/>
                    </a:lnTo>
                    <a:lnTo>
                      <a:pt x="88" y="53"/>
                    </a:lnTo>
                    <a:lnTo>
                      <a:pt x="90" y="51"/>
                    </a:lnTo>
                    <a:lnTo>
                      <a:pt x="92" y="51"/>
                    </a:lnTo>
                    <a:lnTo>
                      <a:pt x="95" y="49"/>
                    </a:lnTo>
                    <a:lnTo>
                      <a:pt x="97" y="47"/>
                    </a:lnTo>
                    <a:lnTo>
                      <a:pt x="99" y="47"/>
                    </a:lnTo>
                    <a:lnTo>
                      <a:pt x="101" y="44"/>
                    </a:lnTo>
                    <a:lnTo>
                      <a:pt x="104" y="44"/>
                    </a:lnTo>
                    <a:lnTo>
                      <a:pt x="106" y="42"/>
                    </a:lnTo>
                    <a:lnTo>
                      <a:pt x="108" y="42"/>
                    </a:lnTo>
                    <a:lnTo>
                      <a:pt x="111" y="42"/>
                    </a:lnTo>
                    <a:lnTo>
                      <a:pt x="113" y="42"/>
                    </a:lnTo>
                    <a:lnTo>
                      <a:pt x="115" y="40"/>
                    </a:lnTo>
                    <a:lnTo>
                      <a:pt x="118" y="40"/>
                    </a:lnTo>
                    <a:lnTo>
                      <a:pt x="120" y="37"/>
                    </a:lnTo>
                    <a:lnTo>
                      <a:pt x="122" y="35"/>
                    </a:lnTo>
                    <a:lnTo>
                      <a:pt x="125" y="33"/>
                    </a:lnTo>
                    <a:lnTo>
                      <a:pt x="127" y="30"/>
                    </a:lnTo>
                    <a:lnTo>
                      <a:pt x="129" y="28"/>
                    </a:lnTo>
                    <a:lnTo>
                      <a:pt x="131" y="26"/>
                    </a:lnTo>
                    <a:lnTo>
                      <a:pt x="131" y="23"/>
                    </a:lnTo>
                    <a:lnTo>
                      <a:pt x="136" y="19"/>
                    </a:lnTo>
                    <a:lnTo>
                      <a:pt x="136" y="17"/>
                    </a:lnTo>
                    <a:lnTo>
                      <a:pt x="138" y="14"/>
                    </a:lnTo>
                    <a:lnTo>
                      <a:pt x="141" y="12"/>
                    </a:lnTo>
                    <a:lnTo>
                      <a:pt x="143" y="10"/>
                    </a:lnTo>
                    <a:lnTo>
                      <a:pt x="145" y="10"/>
                    </a:lnTo>
                    <a:lnTo>
                      <a:pt x="148" y="10"/>
                    </a:lnTo>
                    <a:lnTo>
                      <a:pt x="150" y="12"/>
                    </a:lnTo>
                    <a:lnTo>
                      <a:pt x="154" y="17"/>
                    </a:lnTo>
                    <a:lnTo>
                      <a:pt x="154" y="19"/>
                    </a:lnTo>
                    <a:lnTo>
                      <a:pt x="157" y="21"/>
                    </a:lnTo>
                    <a:lnTo>
                      <a:pt x="157" y="26"/>
                    </a:lnTo>
                    <a:lnTo>
                      <a:pt x="159" y="28"/>
                    </a:lnTo>
                    <a:lnTo>
                      <a:pt x="159" y="33"/>
                    </a:lnTo>
                    <a:lnTo>
                      <a:pt x="161" y="35"/>
                    </a:lnTo>
                    <a:lnTo>
                      <a:pt x="161" y="42"/>
                    </a:lnTo>
                    <a:lnTo>
                      <a:pt x="164" y="44"/>
                    </a:lnTo>
                    <a:lnTo>
                      <a:pt x="164" y="47"/>
                    </a:lnTo>
                    <a:lnTo>
                      <a:pt x="166" y="49"/>
                    </a:lnTo>
                    <a:lnTo>
                      <a:pt x="166" y="53"/>
                    </a:lnTo>
                    <a:lnTo>
                      <a:pt x="168" y="58"/>
                    </a:lnTo>
                    <a:lnTo>
                      <a:pt x="168" y="63"/>
                    </a:lnTo>
                    <a:lnTo>
                      <a:pt x="171" y="65"/>
                    </a:lnTo>
                    <a:lnTo>
                      <a:pt x="171" y="70"/>
                    </a:lnTo>
                    <a:lnTo>
                      <a:pt x="175" y="74"/>
                    </a:lnTo>
                    <a:lnTo>
                      <a:pt x="175" y="79"/>
                    </a:lnTo>
                    <a:lnTo>
                      <a:pt x="177" y="81"/>
                    </a:lnTo>
                    <a:lnTo>
                      <a:pt x="180" y="83"/>
                    </a:lnTo>
                    <a:lnTo>
                      <a:pt x="182" y="83"/>
                    </a:lnTo>
                    <a:lnTo>
                      <a:pt x="184" y="81"/>
                    </a:lnTo>
                    <a:lnTo>
                      <a:pt x="187" y="79"/>
                    </a:lnTo>
                    <a:lnTo>
                      <a:pt x="189" y="76"/>
                    </a:lnTo>
                    <a:lnTo>
                      <a:pt x="191" y="74"/>
                    </a:lnTo>
                    <a:lnTo>
                      <a:pt x="194" y="72"/>
                    </a:lnTo>
                    <a:lnTo>
                      <a:pt x="194" y="70"/>
                    </a:lnTo>
                    <a:lnTo>
                      <a:pt x="196" y="67"/>
                    </a:lnTo>
                    <a:lnTo>
                      <a:pt x="196" y="63"/>
                    </a:lnTo>
                    <a:lnTo>
                      <a:pt x="198" y="60"/>
                    </a:lnTo>
                    <a:lnTo>
                      <a:pt x="198" y="58"/>
                    </a:lnTo>
                    <a:lnTo>
                      <a:pt x="203" y="53"/>
                    </a:lnTo>
                    <a:lnTo>
                      <a:pt x="203" y="49"/>
                    </a:lnTo>
                    <a:lnTo>
                      <a:pt x="205" y="47"/>
                    </a:lnTo>
                    <a:lnTo>
                      <a:pt x="205" y="44"/>
                    </a:lnTo>
                    <a:lnTo>
                      <a:pt x="210" y="40"/>
                    </a:lnTo>
                    <a:lnTo>
                      <a:pt x="210" y="37"/>
                    </a:lnTo>
                    <a:lnTo>
                      <a:pt x="214" y="33"/>
                    </a:lnTo>
                    <a:lnTo>
                      <a:pt x="214" y="30"/>
                    </a:lnTo>
                    <a:lnTo>
                      <a:pt x="217" y="28"/>
                    </a:lnTo>
                    <a:lnTo>
                      <a:pt x="219" y="26"/>
                    </a:lnTo>
                    <a:lnTo>
                      <a:pt x="221" y="23"/>
                    </a:lnTo>
                    <a:lnTo>
                      <a:pt x="223" y="21"/>
                    </a:lnTo>
                    <a:lnTo>
                      <a:pt x="226" y="19"/>
                    </a:lnTo>
                    <a:lnTo>
                      <a:pt x="228" y="17"/>
                    </a:lnTo>
                    <a:lnTo>
                      <a:pt x="230" y="14"/>
                    </a:lnTo>
                    <a:lnTo>
                      <a:pt x="233" y="12"/>
                    </a:lnTo>
                    <a:lnTo>
                      <a:pt x="235" y="10"/>
                    </a:lnTo>
                    <a:lnTo>
                      <a:pt x="237" y="7"/>
                    </a:lnTo>
                    <a:lnTo>
                      <a:pt x="240" y="7"/>
                    </a:lnTo>
                    <a:lnTo>
                      <a:pt x="242" y="5"/>
                    </a:lnTo>
                    <a:lnTo>
                      <a:pt x="244" y="3"/>
                    </a:lnTo>
                    <a:lnTo>
                      <a:pt x="247" y="3"/>
                    </a:lnTo>
                    <a:lnTo>
                      <a:pt x="249" y="0"/>
                    </a:lnTo>
                    <a:lnTo>
                      <a:pt x="251" y="0"/>
                    </a:lnTo>
                    <a:lnTo>
                      <a:pt x="253" y="0"/>
                    </a:lnTo>
                    <a:lnTo>
                      <a:pt x="256" y="0"/>
                    </a:lnTo>
                    <a:lnTo>
                      <a:pt x="258" y="0"/>
                    </a:lnTo>
                    <a:lnTo>
                      <a:pt x="260" y="3"/>
                    </a:lnTo>
                    <a:lnTo>
                      <a:pt x="263" y="3"/>
                    </a:lnTo>
                    <a:lnTo>
                      <a:pt x="265" y="5"/>
                    </a:lnTo>
                  </a:path>
                </a:pathLst>
              </a:custGeom>
              <a:noFill/>
              <a:ln w="12700" cap="flat">
                <a:solidFill>
                  <a:srgbClr val="C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04" name="Freeform 546"/>
              <p:cNvSpPr>
                <a:spLocks/>
              </p:cNvSpPr>
              <p:nvPr/>
            </p:nvSpPr>
            <p:spPr bwMode="auto">
              <a:xfrm>
                <a:off x="18497180" y="18296547"/>
                <a:ext cx="628650" cy="304800"/>
              </a:xfrm>
              <a:custGeom>
                <a:avLst/>
                <a:gdLst/>
                <a:ahLst/>
                <a:cxnLst>
                  <a:cxn ang="0">
                    <a:pos x="2" y="0"/>
                  </a:cxn>
                  <a:cxn ang="0">
                    <a:pos x="7" y="2"/>
                  </a:cxn>
                  <a:cxn ang="0">
                    <a:pos x="11" y="5"/>
                  </a:cxn>
                  <a:cxn ang="0">
                    <a:pos x="16" y="7"/>
                  </a:cxn>
                  <a:cxn ang="0">
                    <a:pos x="21" y="9"/>
                  </a:cxn>
                  <a:cxn ang="0">
                    <a:pos x="25" y="9"/>
                  </a:cxn>
                  <a:cxn ang="0">
                    <a:pos x="30" y="12"/>
                  </a:cxn>
                  <a:cxn ang="0">
                    <a:pos x="34" y="12"/>
                  </a:cxn>
                  <a:cxn ang="0">
                    <a:pos x="39" y="14"/>
                  </a:cxn>
                  <a:cxn ang="0">
                    <a:pos x="44" y="14"/>
                  </a:cxn>
                  <a:cxn ang="0">
                    <a:pos x="48" y="14"/>
                  </a:cxn>
                  <a:cxn ang="0">
                    <a:pos x="53" y="14"/>
                  </a:cxn>
                  <a:cxn ang="0">
                    <a:pos x="57" y="14"/>
                  </a:cxn>
                  <a:cxn ang="0">
                    <a:pos x="62" y="14"/>
                  </a:cxn>
                  <a:cxn ang="0">
                    <a:pos x="67" y="16"/>
                  </a:cxn>
                  <a:cxn ang="0">
                    <a:pos x="71" y="18"/>
                  </a:cxn>
                  <a:cxn ang="0">
                    <a:pos x="76" y="18"/>
                  </a:cxn>
                  <a:cxn ang="0">
                    <a:pos x="80" y="21"/>
                  </a:cxn>
                  <a:cxn ang="0">
                    <a:pos x="85" y="23"/>
                  </a:cxn>
                  <a:cxn ang="0">
                    <a:pos x="90" y="23"/>
                  </a:cxn>
                  <a:cxn ang="0">
                    <a:pos x="94" y="23"/>
                  </a:cxn>
                  <a:cxn ang="0">
                    <a:pos x="99" y="21"/>
                  </a:cxn>
                  <a:cxn ang="0">
                    <a:pos x="104" y="21"/>
                  </a:cxn>
                  <a:cxn ang="0">
                    <a:pos x="108" y="21"/>
                  </a:cxn>
                  <a:cxn ang="0">
                    <a:pos x="113" y="21"/>
                  </a:cxn>
                  <a:cxn ang="0">
                    <a:pos x="117" y="23"/>
                  </a:cxn>
                  <a:cxn ang="0">
                    <a:pos x="122" y="25"/>
                  </a:cxn>
                  <a:cxn ang="0">
                    <a:pos x="127" y="25"/>
                  </a:cxn>
                  <a:cxn ang="0">
                    <a:pos x="131" y="28"/>
                  </a:cxn>
                  <a:cxn ang="0">
                    <a:pos x="136" y="30"/>
                  </a:cxn>
                  <a:cxn ang="0">
                    <a:pos x="140" y="30"/>
                  </a:cxn>
                  <a:cxn ang="0">
                    <a:pos x="145" y="30"/>
                  </a:cxn>
                  <a:cxn ang="0">
                    <a:pos x="150" y="32"/>
                  </a:cxn>
                  <a:cxn ang="0">
                    <a:pos x="154" y="32"/>
                  </a:cxn>
                  <a:cxn ang="0">
                    <a:pos x="159" y="35"/>
                  </a:cxn>
                  <a:cxn ang="0">
                    <a:pos x="163" y="37"/>
                  </a:cxn>
                  <a:cxn ang="0">
                    <a:pos x="168" y="37"/>
                  </a:cxn>
                  <a:cxn ang="0">
                    <a:pos x="173" y="39"/>
                  </a:cxn>
                  <a:cxn ang="0">
                    <a:pos x="177" y="42"/>
                  </a:cxn>
                  <a:cxn ang="0">
                    <a:pos x="182" y="42"/>
                  </a:cxn>
                  <a:cxn ang="0">
                    <a:pos x="186" y="44"/>
                  </a:cxn>
                  <a:cxn ang="0">
                    <a:pos x="191" y="46"/>
                  </a:cxn>
                  <a:cxn ang="0">
                    <a:pos x="196" y="48"/>
                  </a:cxn>
                </a:cxnLst>
                <a:rect l="0" t="0" r="r" b="b"/>
                <a:pathLst>
                  <a:path w="198" h="48">
                    <a:moveTo>
                      <a:pt x="0" y="0"/>
                    </a:moveTo>
                    <a:lnTo>
                      <a:pt x="2" y="0"/>
                    </a:lnTo>
                    <a:lnTo>
                      <a:pt x="5" y="2"/>
                    </a:lnTo>
                    <a:lnTo>
                      <a:pt x="7" y="2"/>
                    </a:lnTo>
                    <a:lnTo>
                      <a:pt x="9" y="2"/>
                    </a:lnTo>
                    <a:lnTo>
                      <a:pt x="11" y="5"/>
                    </a:lnTo>
                    <a:lnTo>
                      <a:pt x="14" y="5"/>
                    </a:lnTo>
                    <a:lnTo>
                      <a:pt x="16" y="7"/>
                    </a:lnTo>
                    <a:lnTo>
                      <a:pt x="18" y="7"/>
                    </a:lnTo>
                    <a:lnTo>
                      <a:pt x="21" y="9"/>
                    </a:lnTo>
                    <a:lnTo>
                      <a:pt x="23" y="9"/>
                    </a:lnTo>
                    <a:lnTo>
                      <a:pt x="25" y="9"/>
                    </a:lnTo>
                    <a:lnTo>
                      <a:pt x="28" y="12"/>
                    </a:lnTo>
                    <a:lnTo>
                      <a:pt x="30" y="12"/>
                    </a:lnTo>
                    <a:lnTo>
                      <a:pt x="32" y="12"/>
                    </a:lnTo>
                    <a:lnTo>
                      <a:pt x="34" y="12"/>
                    </a:lnTo>
                    <a:lnTo>
                      <a:pt x="37" y="14"/>
                    </a:lnTo>
                    <a:lnTo>
                      <a:pt x="39" y="14"/>
                    </a:lnTo>
                    <a:lnTo>
                      <a:pt x="41" y="14"/>
                    </a:lnTo>
                    <a:lnTo>
                      <a:pt x="44" y="14"/>
                    </a:lnTo>
                    <a:lnTo>
                      <a:pt x="46" y="14"/>
                    </a:lnTo>
                    <a:lnTo>
                      <a:pt x="48" y="14"/>
                    </a:lnTo>
                    <a:lnTo>
                      <a:pt x="51" y="14"/>
                    </a:lnTo>
                    <a:lnTo>
                      <a:pt x="53" y="14"/>
                    </a:lnTo>
                    <a:lnTo>
                      <a:pt x="55" y="14"/>
                    </a:lnTo>
                    <a:lnTo>
                      <a:pt x="57" y="14"/>
                    </a:lnTo>
                    <a:lnTo>
                      <a:pt x="60" y="14"/>
                    </a:lnTo>
                    <a:lnTo>
                      <a:pt x="62" y="14"/>
                    </a:lnTo>
                    <a:lnTo>
                      <a:pt x="64" y="16"/>
                    </a:lnTo>
                    <a:lnTo>
                      <a:pt x="67" y="16"/>
                    </a:lnTo>
                    <a:lnTo>
                      <a:pt x="69" y="16"/>
                    </a:lnTo>
                    <a:lnTo>
                      <a:pt x="71" y="18"/>
                    </a:lnTo>
                    <a:lnTo>
                      <a:pt x="74" y="18"/>
                    </a:lnTo>
                    <a:lnTo>
                      <a:pt x="76" y="18"/>
                    </a:lnTo>
                    <a:lnTo>
                      <a:pt x="78" y="21"/>
                    </a:lnTo>
                    <a:lnTo>
                      <a:pt x="80" y="21"/>
                    </a:lnTo>
                    <a:lnTo>
                      <a:pt x="83" y="21"/>
                    </a:lnTo>
                    <a:lnTo>
                      <a:pt x="85" y="23"/>
                    </a:lnTo>
                    <a:lnTo>
                      <a:pt x="87" y="23"/>
                    </a:lnTo>
                    <a:lnTo>
                      <a:pt x="90" y="23"/>
                    </a:lnTo>
                    <a:lnTo>
                      <a:pt x="92" y="23"/>
                    </a:lnTo>
                    <a:lnTo>
                      <a:pt x="94" y="23"/>
                    </a:lnTo>
                    <a:lnTo>
                      <a:pt x="97" y="23"/>
                    </a:lnTo>
                    <a:lnTo>
                      <a:pt x="99" y="21"/>
                    </a:lnTo>
                    <a:lnTo>
                      <a:pt x="101" y="21"/>
                    </a:lnTo>
                    <a:lnTo>
                      <a:pt x="104" y="21"/>
                    </a:lnTo>
                    <a:lnTo>
                      <a:pt x="106" y="21"/>
                    </a:lnTo>
                    <a:lnTo>
                      <a:pt x="108" y="21"/>
                    </a:lnTo>
                    <a:lnTo>
                      <a:pt x="110" y="21"/>
                    </a:lnTo>
                    <a:lnTo>
                      <a:pt x="113" y="21"/>
                    </a:lnTo>
                    <a:lnTo>
                      <a:pt x="115" y="23"/>
                    </a:lnTo>
                    <a:lnTo>
                      <a:pt x="117" y="23"/>
                    </a:lnTo>
                    <a:lnTo>
                      <a:pt x="120" y="23"/>
                    </a:lnTo>
                    <a:lnTo>
                      <a:pt x="122" y="25"/>
                    </a:lnTo>
                    <a:lnTo>
                      <a:pt x="124" y="25"/>
                    </a:lnTo>
                    <a:lnTo>
                      <a:pt x="127" y="25"/>
                    </a:lnTo>
                    <a:lnTo>
                      <a:pt x="129" y="28"/>
                    </a:lnTo>
                    <a:lnTo>
                      <a:pt x="131" y="28"/>
                    </a:lnTo>
                    <a:lnTo>
                      <a:pt x="133" y="28"/>
                    </a:lnTo>
                    <a:lnTo>
                      <a:pt x="136" y="30"/>
                    </a:lnTo>
                    <a:lnTo>
                      <a:pt x="138" y="30"/>
                    </a:lnTo>
                    <a:lnTo>
                      <a:pt x="140" y="30"/>
                    </a:lnTo>
                    <a:lnTo>
                      <a:pt x="143" y="30"/>
                    </a:lnTo>
                    <a:lnTo>
                      <a:pt x="145" y="30"/>
                    </a:lnTo>
                    <a:lnTo>
                      <a:pt x="147" y="32"/>
                    </a:lnTo>
                    <a:lnTo>
                      <a:pt x="150" y="32"/>
                    </a:lnTo>
                    <a:lnTo>
                      <a:pt x="152" y="32"/>
                    </a:lnTo>
                    <a:lnTo>
                      <a:pt x="154" y="32"/>
                    </a:lnTo>
                    <a:lnTo>
                      <a:pt x="156" y="35"/>
                    </a:lnTo>
                    <a:lnTo>
                      <a:pt x="159" y="35"/>
                    </a:lnTo>
                    <a:lnTo>
                      <a:pt x="161" y="35"/>
                    </a:lnTo>
                    <a:lnTo>
                      <a:pt x="163" y="37"/>
                    </a:lnTo>
                    <a:lnTo>
                      <a:pt x="166" y="37"/>
                    </a:lnTo>
                    <a:lnTo>
                      <a:pt x="168" y="37"/>
                    </a:lnTo>
                    <a:lnTo>
                      <a:pt x="170" y="39"/>
                    </a:lnTo>
                    <a:lnTo>
                      <a:pt x="173" y="39"/>
                    </a:lnTo>
                    <a:lnTo>
                      <a:pt x="175" y="39"/>
                    </a:lnTo>
                    <a:lnTo>
                      <a:pt x="177" y="42"/>
                    </a:lnTo>
                    <a:lnTo>
                      <a:pt x="179" y="42"/>
                    </a:lnTo>
                    <a:lnTo>
                      <a:pt x="182" y="42"/>
                    </a:lnTo>
                    <a:lnTo>
                      <a:pt x="184" y="44"/>
                    </a:lnTo>
                    <a:lnTo>
                      <a:pt x="186" y="44"/>
                    </a:lnTo>
                    <a:lnTo>
                      <a:pt x="189" y="46"/>
                    </a:lnTo>
                    <a:lnTo>
                      <a:pt x="191" y="46"/>
                    </a:lnTo>
                    <a:lnTo>
                      <a:pt x="193" y="48"/>
                    </a:lnTo>
                    <a:lnTo>
                      <a:pt x="196" y="48"/>
                    </a:lnTo>
                    <a:lnTo>
                      <a:pt x="198" y="48"/>
                    </a:lnTo>
                  </a:path>
                </a:pathLst>
              </a:custGeom>
              <a:noFill/>
              <a:ln w="12700" cap="flat">
                <a:solidFill>
                  <a:srgbClr val="C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05" name="Line 547"/>
              <p:cNvSpPr>
                <a:spLocks noChangeShapeType="1"/>
              </p:cNvSpPr>
              <p:nvPr/>
            </p:nvSpPr>
            <p:spPr bwMode="auto">
              <a:xfrm>
                <a:off x="18182854" y="18477515"/>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06" name="Line 548"/>
              <p:cNvSpPr>
                <a:spLocks noChangeShapeType="1"/>
              </p:cNvSpPr>
              <p:nvPr/>
            </p:nvSpPr>
            <p:spPr bwMode="auto">
              <a:xfrm>
                <a:off x="18452730" y="18477515"/>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07" name="Line 549"/>
              <p:cNvSpPr>
                <a:spLocks noChangeShapeType="1"/>
              </p:cNvSpPr>
              <p:nvPr/>
            </p:nvSpPr>
            <p:spPr bwMode="auto">
              <a:xfrm>
                <a:off x="18716254" y="18477515"/>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08" name="Line 550"/>
              <p:cNvSpPr>
                <a:spLocks noChangeShapeType="1"/>
              </p:cNvSpPr>
              <p:nvPr/>
            </p:nvSpPr>
            <p:spPr bwMode="auto">
              <a:xfrm>
                <a:off x="18979780" y="18477515"/>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09" name="Freeform 153"/>
              <p:cNvSpPr>
                <a:spLocks/>
              </p:cNvSpPr>
              <p:nvPr/>
            </p:nvSpPr>
            <p:spPr bwMode="auto">
              <a:xfrm>
                <a:off x="18474954" y="20113055"/>
                <a:ext cx="650876" cy="323852"/>
              </a:xfrm>
              <a:custGeom>
                <a:avLst/>
                <a:gdLst/>
                <a:ahLst/>
                <a:cxnLst>
                  <a:cxn ang="0">
                    <a:pos x="2" y="0"/>
                  </a:cxn>
                  <a:cxn ang="0">
                    <a:pos x="7" y="0"/>
                  </a:cxn>
                  <a:cxn ang="0">
                    <a:pos x="12" y="2"/>
                  </a:cxn>
                  <a:cxn ang="0">
                    <a:pos x="16" y="4"/>
                  </a:cxn>
                  <a:cxn ang="0">
                    <a:pos x="21" y="4"/>
                  </a:cxn>
                  <a:cxn ang="0">
                    <a:pos x="25" y="7"/>
                  </a:cxn>
                  <a:cxn ang="0">
                    <a:pos x="30" y="7"/>
                  </a:cxn>
                  <a:cxn ang="0">
                    <a:pos x="35" y="7"/>
                  </a:cxn>
                  <a:cxn ang="0">
                    <a:pos x="39" y="9"/>
                  </a:cxn>
                  <a:cxn ang="0">
                    <a:pos x="44" y="9"/>
                  </a:cxn>
                  <a:cxn ang="0">
                    <a:pos x="48" y="11"/>
                  </a:cxn>
                  <a:cxn ang="0">
                    <a:pos x="53" y="11"/>
                  </a:cxn>
                  <a:cxn ang="0">
                    <a:pos x="58" y="14"/>
                  </a:cxn>
                  <a:cxn ang="0">
                    <a:pos x="62" y="16"/>
                  </a:cxn>
                  <a:cxn ang="0">
                    <a:pos x="67" y="16"/>
                  </a:cxn>
                  <a:cxn ang="0">
                    <a:pos x="71" y="18"/>
                  </a:cxn>
                  <a:cxn ang="0">
                    <a:pos x="76" y="21"/>
                  </a:cxn>
                  <a:cxn ang="0">
                    <a:pos x="81" y="23"/>
                  </a:cxn>
                  <a:cxn ang="0">
                    <a:pos x="85" y="28"/>
                  </a:cxn>
                  <a:cxn ang="0">
                    <a:pos x="90" y="30"/>
                  </a:cxn>
                  <a:cxn ang="0">
                    <a:pos x="94" y="32"/>
                  </a:cxn>
                  <a:cxn ang="0">
                    <a:pos x="99" y="32"/>
                  </a:cxn>
                  <a:cxn ang="0">
                    <a:pos x="104" y="32"/>
                  </a:cxn>
                  <a:cxn ang="0">
                    <a:pos x="108" y="32"/>
                  </a:cxn>
                  <a:cxn ang="0">
                    <a:pos x="113" y="32"/>
                  </a:cxn>
                  <a:cxn ang="0">
                    <a:pos x="117" y="34"/>
                  </a:cxn>
                  <a:cxn ang="0">
                    <a:pos x="122" y="37"/>
                  </a:cxn>
                  <a:cxn ang="0">
                    <a:pos x="127" y="39"/>
                  </a:cxn>
                  <a:cxn ang="0">
                    <a:pos x="131" y="41"/>
                  </a:cxn>
                  <a:cxn ang="0">
                    <a:pos x="136" y="44"/>
                  </a:cxn>
                  <a:cxn ang="0">
                    <a:pos x="140" y="44"/>
                  </a:cxn>
                  <a:cxn ang="0">
                    <a:pos x="143" y="44"/>
                  </a:cxn>
                  <a:cxn ang="0">
                    <a:pos x="147" y="44"/>
                  </a:cxn>
                  <a:cxn ang="0">
                    <a:pos x="152" y="44"/>
                  </a:cxn>
                  <a:cxn ang="0">
                    <a:pos x="157" y="44"/>
                  </a:cxn>
                  <a:cxn ang="0">
                    <a:pos x="161" y="44"/>
                  </a:cxn>
                  <a:cxn ang="0">
                    <a:pos x="166" y="46"/>
                  </a:cxn>
                  <a:cxn ang="0">
                    <a:pos x="170" y="48"/>
                  </a:cxn>
                  <a:cxn ang="0">
                    <a:pos x="175" y="48"/>
                  </a:cxn>
                  <a:cxn ang="0">
                    <a:pos x="180" y="51"/>
                  </a:cxn>
                  <a:cxn ang="0">
                    <a:pos x="184" y="48"/>
                  </a:cxn>
                  <a:cxn ang="0">
                    <a:pos x="189" y="46"/>
                  </a:cxn>
                  <a:cxn ang="0">
                    <a:pos x="193" y="44"/>
                  </a:cxn>
                  <a:cxn ang="0">
                    <a:pos x="198" y="41"/>
                  </a:cxn>
                  <a:cxn ang="0">
                    <a:pos x="203" y="41"/>
                  </a:cxn>
                </a:cxnLst>
                <a:rect l="0" t="0" r="r" b="b"/>
                <a:pathLst>
                  <a:path w="205" h="51">
                    <a:moveTo>
                      <a:pt x="0" y="0"/>
                    </a:moveTo>
                    <a:lnTo>
                      <a:pt x="2" y="0"/>
                    </a:lnTo>
                    <a:lnTo>
                      <a:pt x="5" y="0"/>
                    </a:lnTo>
                    <a:lnTo>
                      <a:pt x="7" y="0"/>
                    </a:lnTo>
                    <a:lnTo>
                      <a:pt x="9" y="2"/>
                    </a:lnTo>
                    <a:lnTo>
                      <a:pt x="12" y="2"/>
                    </a:lnTo>
                    <a:lnTo>
                      <a:pt x="14" y="2"/>
                    </a:lnTo>
                    <a:lnTo>
                      <a:pt x="16" y="4"/>
                    </a:lnTo>
                    <a:lnTo>
                      <a:pt x="18" y="4"/>
                    </a:lnTo>
                    <a:lnTo>
                      <a:pt x="21" y="4"/>
                    </a:lnTo>
                    <a:lnTo>
                      <a:pt x="23" y="4"/>
                    </a:lnTo>
                    <a:lnTo>
                      <a:pt x="25" y="7"/>
                    </a:lnTo>
                    <a:lnTo>
                      <a:pt x="28" y="7"/>
                    </a:lnTo>
                    <a:lnTo>
                      <a:pt x="30" y="7"/>
                    </a:lnTo>
                    <a:lnTo>
                      <a:pt x="32" y="7"/>
                    </a:lnTo>
                    <a:lnTo>
                      <a:pt x="35" y="7"/>
                    </a:lnTo>
                    <a:lnTo>
                      <a:pt x="37" y="7"/>
                    </a:lnTo>
                    <a:lnTo>
                      <a:pt x="39" y="9"/>
                    </a:lnTo>
                    <a:lnTo>
                      <a:pt x="41" y="9"/>
                    </a:lnTo>
                    <a:lnTo>
                      <a:pt x="44" y="9"/>
                    </a:lnTo>
                    <a:lnTo>
                      <a:pt x="46" y="9"/>
                    </a:lnTo>
                    <a:lnTo>
                      <a:pt x="48" y="11"/>
                    </a:lnTo>
                    <a:lnTo>
                      <a:pt x="51" y="11"/>
                    </a:lnTo>
                    <a:lnTo>
                      <a:pt x="53" y="11"/>
                    </a:lnTo>
                    <a:lnTo>
                      <a:pt x="55" y="14"/>
                    </a:lnTo>
                    <a:lnTo>
                      <a:pt x="58" y="14"/>
                    </a:lnTo>
                    <a:lnTo>
                      <a:pt x="60" y="14"/>
                    </a:lnTo>
                    <a:lnTo>
                      <a:pt x="62" y="16"/>
                    </a:lnTo>
                    <a:lnTo>
                      <a:pt x="64" y="16"/>
                    </a:lnTo>
                    <a:lnTo>
                      <a:pt x="67" y="16"/>
                    </a:lnTo>
                    <a:lnTo>
                      <a:pt x="69" y="18"/>
                    </a:lnTo>
                    <a:lnTo>
                      <a:pt x="71" y="18"/>
                    </a:lnTo>
                    <a:lnTo>
                      <a:pt x="74" y="21"/>
                    </a:lnTo>
                    <a:lnTo>
                      <a:pt x="76" y="21"/>
                    </a:lnTo>
                    <a:lnTo>
                      <a:pt x="78" y="23"/>
                    </a:lnTo>
                    <a:lnTo>
                      <a:pt x="81" y="23"/>
                    </a:lnTo>
                    <a:lnTo>
                      <a:pt x="83" y="25"/>
                    </a:lnTo>
                    <a:lnTo>
                      <a:pt x="85" y="28"/>
                    </a:lnTo>
                    <a:lnTo>
                      <a:pt x="87" y="28"/>
                    </a:lnTo>
                    <a:lnTo>
                      <a:pt x="90" y="30"/>
                    </a:lnTo>
                    <a:lnTo>
                      <a:pt x="92" y="30"/>
                    </a:lnTo>
                    <a:lnTo>
                      <a:pt x="94" y="32"/>
                    </a:lnTo>
                    <a:lnTo>
                      <a:pt x="97" y="32"/>
                    </a:lnTo>
                    <a:lnTo>
                      <a:pt x="99" y="32"/>
                    </a:lnTo>
                    <a:lnTo>
                      <a:pt x="101" y="32"/>
                    </a:lnTo>
                    <a:lnTo>
                      <a:pt x="104" y="32"/>
                    </a:lnTo>
                    <a:lnTo>
                      <a:pt x="106" y="32"/>
                    </a:lnTo>
                    <a:lnTo>
                      <a:pt x="108" y="32"/>
                    </a:lnTo>
                    <a:lnTo>
                      <a:pt x="111" y="32"/>
                    </a:lnTo>
                    <a:lnTo>
                      <a:pt x="113" y="32"/>
                    </a:lnTo>
                    <a:lnTo>
                      <a:pt x="115" y="34"/>
                    </a:lnTo>
                    <a:lnTo>
                      <a:pt x="117" y="34"/>
                    </a:lnTo>
                    <a:lnTo>
                      <a:pt x="120" y="34"/>
                    </a:lnTo>
                    <a:lnTo>
                      <a:pt x="122" y="37"/>
                    </a:lnTo>
                    <a:lnTo>
                      <a:pt x="124" y="39"/>
                    </a:lnTo>
                    <a:lnTo>
                      <a:pt x="127" y="39"/>
                    </a:lnTo>
                    <a:lnTo>
                      <a:pt x="129" y="41"/>
                    </a:lnTo>
                    <a:lnTo>
                      <a:pt x="131" y="41"/>
                    </a:lnTo>
                    <a:lnTo>
                      <a:pt x="134" y="44"/>
                    </a:lnTo>
                    <a:lnTo>
                      <a:pt x="136" y="44"/>
                    </a:lnTo>
                    <a:lnTo>
                      <a:pt x="138" y="44"/>
                    </a:lnTo>
                    <a:lnTo>
                      <a:pt x="140" y="44"/>
                    </a:lnTo>
                    <a:lnTo>
                      <a:pt x="145" y="44"/>
                    </a:lnTo>
                    <a:lnTo>
                      <a:pt x="143" y="44"/>
                    </a:lnTo>
                    <a:lnTo>
                      <a:pt x="145" y="44"/>
                    </a:lnTo>
                    <a:lnTo>
                      <a:pt x="147" y="44"/>
                    </a:lnTo>
                    <a:lnTo>
                      <a:pt x="150" y="44"/>
                    </a:lnTo>
                    <a:lnTo>
                      <a:pt x="152" y="44"/>
                    </a:lnTo>
                    <a:lnTo>
                      <a:pt x="154" y="44"/>
                    </a:lnTo>
                    <a:lnTo>
                      <a:pt x="157" y="44"/>
                    </a:lnTo>
                    <a:lnTo>
                      <a:pt x="159" y="44"/>
                    </a:lnTo>
                    <a:lnTo>
                      <a:pt x="161" y="44"/>
                    </a:lnTo>
                    <a:lnTo>
                      <a:pt x="163" y="46"/>
                    </a:lnTo>
                    <a:lnTo>
                      <a:pt x="166" y="46"/>
                    </a:lnTo>
                    <a:lnTo>
                      <a:pt x="168" y="48"/>
                    </a:lnTo>
                    <a:lnTo>
                      <a:pt x="170" y="48"/>
                    </a:lnTo>
                    <a:lnTo>
                      <a:pt x="173" y="48"/>
                    </a:lnTo>
                    <a:lnTo>
                      <a:pt x="175" y="48"/>
                    </a:lnTo>
                    <a:lnTo>
                      <a:pt x="177" y="51"/>
                    </a:lnTo>
                    <a:lnTo>
                      <a:pt x="180" y="51"/>
                    </a:lnTo>
                    <a:lnTo>
                      <a:pt x="182" y="48"/>
                    </a:lnTo>
                    <a:lnTo>
                      <a:pt x="184" y="48"/>
                    </a:lnTo>
                    <a:lnTo>
                      <a:pt x="186" y="48"/>
                    </a:lnTo>
                    <a:lnTo>
                      <a:pt x="189" y="46"/>
                    </a:lnTo>
                    <a:lnTo>
                      <a:pt x="191" y="44"/>
                    </a:lnTo>
                    <a:lnTo>
                      <a:pt x="193" y="44"/>
                    </a:lnTo>
                    <a:lnTo>
                      <a:pt x="196" y="41"/>
                    </a:lnTo>
                    <a:lnTo>
                      <a:pt x="198" y="41"/>
                    </a:lnTo>
                    <a:lnTo>
                      <a:pt x="200" y="41"/>
                    </a:lnTo>
                    <a:lnTo>
                      <a:pt x="203" y="41"/>
                    </a:lnTo>
                    <a:lnTo>
                      <a:pt x="205" y="41"/>
                    </a:lnTo>
                  </a:path>
                </a:pathLst>
              </a:custGeom>
              <a:noFill/>
              <a:ln w="12700" cap="flat">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grpSp>
            <p:nvGrpSpPr>
              <p:cNvPr id="710" name="Group 732"/>
              <p:cNvGrpSpPr/>
              <p:nvPr/>
            </p:nvGrpSpPr>
            <p:grpSpPr>
              <a:xfrm>
                <a:off x="17655804" y="19979703"/>
                <a:ext cx="1470026" cy="381000"/>
                <a:chOff x="762000" y="2625724"/>
                <a:chExt cx="735013" cy="190500"/>
              </a:xfrm>
            </p:grpSpPr>
            <p:sp>
              <p:nvSpPr>
                <p:cNvPr id="787" name="Freeform 159"/>
                <p:cNvSpPr>
                  <a:spLocks/>
                </p:cNvSpPr>
                <p:nvPr/>
              </p:nvSpPr>
              <p:spPr bwMode="auto">
                <a:xfrm>
                  <a:off x="762000" y="2625724"/>
                  <a:ext cx="423863" cy="168276"/>
                </a:xfrm>
                <a:custGeom>
                  <a:avLst/>
                  <a:gdLst/>
                  <a:ahLst/>
                  <a:cxnLst>
                    <a:cxn ang="0">
                      <a:pos x="5" y="32"/>
                    </a:cxn>
                    <a:cxn ang="0">
                      <a:pos x="12" y="35"/>
                    </a:cxn>
                    <a:cxn ang="0">
                      <a:pos x="19" y="37"/>
                    </a:cxn>
                    <a:cxn ang="0">
                      <a:pos x="26" y="39"/>
                    </a:cxn>
                    <a:cxn ang="0">
                      <a:pos x="32" y="37"/>
                    </a:cxn>
                    <a:cxn ang="0">
                      <a:pos x="39" y="35"/>
                    </a:cxn>
                    <a:cxn ang="0">
                      <a:pos x="46" y="30"/>
                    </a:cxn>
                    <a:cxn ang="0">
                      <a:pos x="53" y="25"/>
                    </a:cxn>
                    <a:cxn ang="0">
                      <a:pos x="60" y="21"/>
                    </a:cxn>
                    <a:cxn ang="0">
                      <a:pos x="67" y="23"/>
                    </a:cxn>
                    <a:cxn ang="0">
                      <a:pos x="74" y="30"/>
                    </a:cxn>
                    <a:cxn ang="0">
                      <a:pos x="81" y="37"/>
                    </a:cxn>
                    <a:cxn ang="0">
                      <a:pos x="88" y="44"/>
                    </a:cxn>
                    <a:cxn ang="0">
                      <a:pos x="95" y="42"/>
                    </a:cxn>
                    <a:cxn ang="0">
                      <a:pos x="101" y="37"/>
                    </a:cxn>
                    <a:cxn ang="0">
                      <a:pos x="108" y="30"/>
                    </a:cxn>
                    <a:cxn ang="0">
                      <a:pos x="115" y="30"/>
                    </a:cxn>
                    <a:cxn ang="0">
                      <a:pos x="122" y="35"/>
                    </a:cxn>
                    <a:cxn ang="0">
                      <a:pos x="129" y="42"/>
                    </a:cxn>
                    <a:cxn ang="0">
                      <a:pos x="136" y="42"/>
                    </a:cxn>
                    <a:cxn ang="0">
                      <a:pos x="145" y="35"/>
                    </a:cxn>
                    <a:cxn ang="0">
                      <a:pos x="148" y="28"/>
                    </a:cxn>
                    <a:cxn ang="0">
                      <a:pos x="152" y="21"/>
                    </a:cxn>
                    <a:cxn ang="0">
                      <a:pos x="159" y="12"/>
                    </a:cxn>
                    <a:cxn ang="0">
                      <a:pos x="164" y="9"/>
                    </a:cxn>
                    <a:cxn ang="0">
                      <a:pos x="171" y="14"/>
                    </a:cxn>
                    <a:cxn ang="0">
                      <a:pos x="175" y="21"/>
                    </a:cxn>
                    <a:cxn ang="0">
                      <a:pos x="177" y="30"/>
                    </a:cxn>
                    <a:cxn ang="0">
                      <a:pos x="182" y="37"/>
                    </a:cxn>
                    <a:cxn ang="0">
                      <a:pos x="184" y="44"/>
                    </a:cxn>
                    <a:cxn ang="0">
                      <a:pos x="191" y="51"/>
                    </a:cxn>
                    <a:cxn ang="0">
                      <a:pos x="198" y="51"/>
                    </a:cxn>
                    <a:cxn ang="0">
                      <a:pos x="205" y="44"/>
                    </a:cxn>
                    <a:cxn ang="0">
                      <a:pos x="210" y="37"/>
                    </a:cxn>
                    <a:cxn ang="0">
                      <a:pos x="217" y="28"/>
                    </a:cxn>
                    <a:cxn ang="0">
                      <a:pos x="223" y="19"/>
                    </a:cxn>
                    <a:cxn ang="0">
                      <a:pos x="228" y="12"/>
                    </a:cxn>
                    <a:cxn ang="0">
                      <a:pos x="235" y="7"/>
                    </a:cxn>
                    <a:cxn ang="0">
                      <a:pos x="242" y="5"/>
                    </a:cxn>
                    <a:cxn ang="0">
                      <a:pos x="249" y="2"/>
                    </a:cxn>
                    <a:cxn ang="0">
                      <a:pos x="256" y="0"/>
                    </a:cxn>
                    <a:cxn ang="0">
                      <a:pos x="263" y="2"/>
                    </a:cxn>
                  </a:cxnLst>
                  <a:rect l="0" t="0" r="r" b="b"/>
                  <a:pathLst>
                    <a:path w="267" h="53">
                      <a:moveTo>
                        <a:pt x="0" y="32"/>
                      </a:moveTo>
                      <a:lnTo>
                        <a:pt x="2" y="32"/>
                      </a:lnTo>
                      <a:lnTo>
                        <a:pt x="5" y="32"/>
                      </a:lnTo>
                      <a:lnTo>
                        <a:pt x="7" y="35"/>
                      </a:lnTo>
                      <a:lnTo>
                        <a:pt x="9" y="35"/>
                      </a:lnTo>
                      <a:lnTo>
                        <a:pt x="12" y="35"/>
                      </a:lnTo>
                      <a:lnTo>
                        <a:pt x="14" y="37"/>
                      </a:lnTo>
                      <a:lnTo>
                        <a:pt x="16" y="37"/>
                      </a:lnTo>
                      <a:lnTo>
                        <a:pt x="19" y="37"/>
                      </a:lnTo>
                      <a:lnTo>
                        <a:pt x="21" y="39"/>
                      </a:lnTo>
                      <a:lnTo>
                        <a:pt x="23" y="39"/>
                      </a:lnTo>
                      <a:lnTo>
                        <a:pt x="26" y="39"/>
                      </a:lnTo>
                      <a:lnTo>
                        <a:pt x="28" y="39"/>
                      </a:lnTo>
                      <a:lnTo>
                        <a:pt x="30" y="39"/>
                      </a:lnTo>
                      <a:lnTo>
                        <a:pt x="32" y="37"/>
                      </a:lnTo>
                      <a:lnTo>
                        <a:pt x="35" y="37"/>
                      </a:lnTo>
                      <a:lnTo>
                        <a:pt x="37" y="37"/>
                      </a:lnTo>
                      <a:lnTo>
                        <a:pt x="39" y="35"/>
                      </a:lnTo>
                      <a:lnTo>
                        <a:pt x="42" y="32"/>
                      </a:lnTo>
                      <a:lnTo>
                        <a:pt x="44" y="32"/>
                      </a:lnTo>
                      <a:lnTo>
                        <a:pt x="46" y="30"/>
                      </a:lnTo>
                      <a:lnTo>
                        <a:pt x="49" y="28"/>
                      </a:lnTo>
                      <a:lnTo>
                        <a:pt x="51" y="25"/>
                      </a:lnTo>
                      <a:lnTo>
                        <a:pt x="53" y="25"/>
                      </a:lnTo>
                      <a:lnTo>
                        <a:pt x="55" y="23"/>
                      </a:lnTo>
                      <a:lnTo>
                        <a:pt x="58" y="21"/>
                      </a:lnTo>
                      <a:lnTo>
                        <a:pt x="60" y="21"/>
                      </a:lnTo>
                      <a:lnTo>
                        <a:pt x="62" y="21"/>
                      </a:lnTo>
                      <a:lnTo>
                        <a:pt x="65" y="21"/>
                      </a:lnTo>
                      <a:lnTo>
                        <a:pt x="67" y="23"/>
                      </a:lnTo>
                      <a:lnTo>
                        <a:pt x="69" y="25"/>
                      </a:lnTo>
                      <a:lnTo>
                        <a:pt x="72" y="28"/>
                      </a:lnTo>
                      <a:lnTo>
                        <a:pt x="74" y="30"/>
                      </a:lnTo>
                      <a:lnTo>
                        <a:pt x="76" y="32"/>
                      </a:lnTo>
                      <a:lnTo>
                        <a:pt x="78" y="35"/>
                      </a:lnTo>
                      <a:lnTo>
                        <a:pt x="81" y="37"/>
                      </a:lnTo>
                      <a:lnTo>
                        <a:pt x="83" y="39"/>
                      </a:lnTo>
                      <a:lnTo>
                        <a:pt x="85" y="42"/>
                      </a:lnTo>
                      <a:lnTo>
                        <a:pt x="88" y="44"/>
                      </a:lnTo>
                      <a:lnTo>
                        <a:pt x="90" y="44"/>
                      </a:lnTo>
                      <a:lnTo>
                        <a:pt x="92" y="44"/>
                      </a:lnTo>
                      <a:lnTo>
                        <a:pt x="95" y="42"/>
                      </a:lnTo>
                      <a:lnTo>
                        <a:pt x="97" y="39"/>
                      </a:lnTo>
                      <a:lnTo>
                        <a:pt x="99" y="39"/>
                      </a:lnTo>
                      <a:lnTo>
                        <a:pt x="101" y="37"/>
                      </a:lnTo>
                      <a:lnTo>
                        <a:pt x="104" y="35"/>
                      </a:lnTo>
                      <a:lnTo>
                        <a:pt x="106" y="32"/>
                      </a:lnTo>
                      <a:lnTo>
                        <a:pt x="108" y="30"/>
                      </a:lnTo>
                      <a:lnTo>
                        <a:pt x="111" y="30"/>
                      </a:lnTo>
                      <a:lnTo>
                        <a:pt x="113" y="30"/>
                      </a:lnTo>
                      <a:lnTo>
                        <a:pt x="115" y="30"/>
                      </a:lnTo>
                      <a:lnTo>
                        <a:pt x="118" y="30"/>
                      </a:lnTo>
                      <a:lnTo>
                        <a:pt x="120" y="32"/>
                      </a:lnTo>
                      <a:lnTo>
                        <a:pt x="122" y="35"/>
                      </a:lnTo>
                      <a:lnTo>
                        <a:pt x="125" y="37"/>
                      </a:lnTo>
                      <a:lnTo>
                        <a:pt x="127" y="39"/>
                      </a:lnTo>
                      <a:lnTo>
                        <a:pt x="129" y="42"/>
                      </a:lnTo>
                      <a:lnTo>
                        <a:pt x="131" y="42"/>
                      </a:lnTo>
                      <a:lnTo>
                        <a:pt x="134" y="44"/>
                      </a:lnTo>
                      <a:lnTo>
                        <a:pt x="136" y="42"/>
                      </a:lnTo>
                      <a:lnTo>
                        <a:pt x="138" y="42"/>
                      </a:lnTo>
                      <a:lnTo>
                        <a:pt x="141" y="39"/>
                      </a:lnTo>
                      <a:lnTo>
                        <a:pt x="145" y="35"/>
                      </a:lnTo>
                      <a:lnTo>
                        <a:pt x="145" y="32"/>
                      </a:lnTo>
                      <a:lnTo>
                        <a:pt x="148" y="30"/>
                      </a:lnTo>
                      <a:lnTo>
                        <a:pt x="148" y="28"/>
                      </a:lnTo>
                      <a:lnTo>
                        <a:pt x="150" y="25"/>
                      </a:lnTo>
                      <a:lnTo>
                        <a:pt x="150" y="23"/>
                      </a:lnTo>
                      <a:lnTo>
                        <a:pt x="152" y="21"/>
                      </a:lnTo>
                      <a:lnTo>
                        <a:pt x="152" y="19"/>
                      </a:lnTo>
                      <a:lnTo>
                        <a:pt x="154" y="16"/>
                      </a:lnTo>
                      <a:lnTo>
                        <a:pt x="159" y="12"/>
                      </a:lnTo>
                      <a:lnTo>
                        <a:pt x="159" y="9"/>
                      </a:lnTo>
                      <a:lnTo>
                        <a:pt x="161" y="9"/>
                      </a:lnTo>
                      <a:lnTo>
                        <a:pt x="164" y="9"/>
                      </a:lnTo>
                      <a:lnTo>
                        <a:pt x="166" y="9"/>
                      </a:lnTo>
                      <a:lnTo>
                        <a:pt x="168" y="12"/>
                      </a:lnTo>
                      <a:lnTo>
                        <a:pt x="171" y="14"/>
                      </a:lnTo>
                      <a:lnTo>
                        <a:pt x="171" y="16"/>
                      </a:lnTo>
                      <a:lnTo>
                        <a:pt x="173" y="19"/>
                      </a:lnTo>
                      <a:lnTo>
                        <a:pt x="175" y="21"/>
                      </a:lnTo>
                      <a:lnTo>
                        <a:pt x="175" y="25"/>
                      </a:lnTo>
                      <a:lnTo>
                        <a:pt x="177" y="28"/>
                      </a:lnTo>
                      <a:lnTo>
                        <a:pt x="177" y="30"/>
                      </a:lnTo>
                      <a:lnTo>
                        <a:pt x="180" y="32"/>
                      </a:lnTo>
                      <a:lnTo>
                        <a:pt x="180" y="35"/>
                      </a:lnTo>
                      <a:lnTo>
                        <a:pt x="182" y="37"/>
                      </a:lnTo>
                      <a:lnTo>
                        <a:pt x="182" y="39"/>
                      </a:lnTo>
                      <a:lnTo>
                        <a:pt x="184" y="42"/>
                      </a:lnTo>
                      <a:lnTo>
                        <a:pt x="184" y="44"/>
                      </a:lnTo>
                      <a:lnTo>
                        <a:pt x="189" y="49"/>
                      </a:lnTo>
                      <a:lnTo>
                        <a:pt x="189" y="51"/>
                      </a:lnTo>
                      <a:lnTo>
                        <a:pt x="191" y="51"/>
                      </a:lnTo>
                      <a:lnTo>
                        <a:pt x="194" y="53"/>
                      </a:lnTo>
                      <a:lnTo>
                        <a:pt x="196" y="53"/>
                      </a:lnTo>
                      <a:lnTo>
                        <a:pt x="198" y="51"/>
                      </a:lnTo>
                      <a:lnTo>
                        <a:pt x="200" y="49"/>
                      </a:lnTo>
                      <a:lnTo>
                        <a:pt x="203" y="46"/>
                      </a:lnTo>
                      <a:lnTo>
                        <a:pt x="205" y="44"/>
                      </a:lnTo>
                      <a:lnTo>
                        <a:pt x="207" y="42"/>
                      </a:lnTo>
                      <a:lnTo>
                        <a:pt x="207" y="39"/>
                      </a:lnTo>
                      <a:lnTo>
                        <a:pt x="210" y="37"/>
                      </a:lnTo>
                      <a:lnTo>
                        <a:pt x="212" y="35"/>
                      </a:lnTo>
                      <a:lnTo>
                        <a:pt x="212" y="32"/>
                      </a:lnTo>
                      <a:lnTo>
                        <a:pt x="217" y="28"/>
                      </a:lnTo>
                      <a:lnTo>
                        <a:pt x="217" y="25"/>
                      </a:lnTo>
                      <a:lnTo>
                        <a:pt x="219" y="23"/>
                      </a:lnTo>
                      <a:lnTo>
                        <a:pt x="223" y="19"/>
                      </a:lnTo>
                      <a:lnTo>
                        <a:pt x="223" y="16"/>
                      </a:lnTo>
                      <a:lnTo>
                        <a:pt x="226" y="14"/>
                      </a:lnTo>
                      <a:lnTo>
                        <a:pt x="228" y="12"/>
                      </a:lnTo>
                      <a:lnTo>
                        <a:pt x="230" y="12"/>
                      </a:lnTo>
                      <a:lnTo>
                        <a:pt x="233" y="9"/>
                      </a:lnTo>
                      <a:lnTo>
                        <a:pt x="235" y="7"/>
                      </a:lnTo>
                      <a:lnTo>
                        <a:pt x="237" y="7"/>
                      </a:lnTo>
                      <a:lnTo>
                        <a:pt x="240" y="5"/>
                      </a:lnTo>
                      <a:lnTo>
                        <a:pt x="242" y="5"/>
                      </a:lnTo>
                      <a:lnTo>
                        <a:pt x="244" y="2"/>
                      </a:lnTo>
                      <a:lnTo>
                        <a:pt x="247" y="2"/>
                      </a:lnTo>
                      <a:lnTo>
                        <a:pt x="249" y="2"/>
                      </a:lnTo>
                      <a:lnTo>
                        <a:pt x="251" y="0"/>
                      </a:lnTo>
                      <a:lnTo>
                        <a:pt x="253" y="0"/>
                      </a:lnTo>
                      <a:lnTo>
                        <a:pt x="256" y="0"/>
                      </a:lnTo>
                      <a:lnTo>
                        <a:pt x="258" y="0"/>
                      </a:lnTo>
                      <a:lnTo>
                        <a:pt x="260" y="2"/>
                      </a:lnTo>
                      <a:lnTo>
                        <a:pt x="263" y="2"/>
                      </a:lnTo>
                      <a:lnTo>
                        <a:pt x="265" y="2"/>
                      </a:lnTo>
                      <a:lnTo>
                        <a:pt x="267" y="2"/>
                      </a:lnTo>
                    </a:path>
                  </a:pathLst>
                </a:custGeom>
                <a:noFill/>
                <a:ln w="1270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88" name="Freeform 160"/>
                <p:cNvSpPr>
                  <a:spLocks/>
                </p:cNvSpPr>
                <p:nvPr/>
              </p:nvSpPr>
              <p:spPr bwMode="auto">
                <a:xfrm>
                  <a:off x="1185863" y="2632074"/>
                  <a:ext cx="311150" cy="184150"/>
                </a:xfrm>
                <a:custGeom>
                  <a:avLst/>
                  <a:gdLst/>
                  <a:ahLst/>
                  <a:cxnLst>
                    <a:cxn ang="0">
                      <a:pos x="3" y="3"/>
                    </a:cxn>
                    <a:cxn ang="0">
                      <a:pos x="7" y="3"/>
                    </a:cxn>
                    <a:cxn ang="0">
                      <a:pos x="12" y="3"/>
                    </a:cxn>
                    <a:cxn ang="0">
                      <a:pos x="16" y="5"/>
                    </a:cxn>
                    <a:cxn ang="0">
                      <a:pos x="21" y="5"/>
                    </a:cxn>
                    <a:cxn ang="0">
                      <a:pos x="26" y="7"/>
                    </a:cxn>
                    <a:cxn ang="0">
                      <a:pos x="30" y="12"/>
                    </a:cxn>
                    <a:cxn ang="0">
                      <a:pos x="35" y="14"/>
                    </a:cxn>
                    <a:cxn ang="0">
                      <a:pos x="39" y="19"/>
                    </a:cxn>
                    <a:cxn ang="0">
                      <a:pos x="44" y="21"/>
                    </a:cxn>
                    <a:cxn ang="0">
                      <a:pos x="49" y="23"/>
                    </a:cxn>
                    <a:cxn ang="0">
                      <a:pos x="53" y="23"/>
                    </a:cxn>
                    <a:cxn ang="0">
                      <a:pos x="58" y="23"/>
                    </a:cxn>
                    <a:cxn ang="0">
                      <a:pos x="62" y="26"/>
                    </a:cxn>
                    <a:cxn ang="0">
                      <a:pos x="67" y="26"/>
                    </a:cxn>
                    <a:cxn ang="0">
                      <a:pos x="72" y="28"/>
                    </a:cxn>
                    <a:cxn ang="0">
                      <a:pos x="76" y="30"/>
                    </a:cxn>
                    <a:cxn ang="0">
                      <a:pos x="81" y="35"/>
                    </a:cxn>
                    <a:cxn ang="0">
                      <a:pos x="85" y="37"/>
                    </a:cxn>
                    <a:cxn ang="0">
                      <a:pos x="90" y="37"/>
                    </a:cxn>
                    <a:cxn ang="0">
                      <a:pos x="95" y="37"/>
                    </a:cxn>
                    <a:cxn ang="0">
                      <a:pos x="99" y="37"/>
                    </a:cxn>
                    <a:cxn ang="0">
                      <a:pos x="104" y="37"/>
                    </a:cxn>
                    <a:cxn ang="0">
                      <a:pos x="108" y="40"/>
                    </a:cxn>
                    <a:cxn ang="0">
                      <a:pos x="113" y="42"/>
                    </a:cxn>
                    <a:cxn ang="0">
                      <a:pos x="118" y="44"/>
                    </a:cxn>
                    <a:cxn ang="0">
                      <a:pos x="122" y="47"/>
                    </a:cxn>
                    <a:cxn ang="0">
                      <a:pos x="127" y="49"/>
                    </a:cxn>
                    <a:cxn ang="0">
                      <a:pos x="131" y="51"/>
                    </a:cxn>
                    <a:cxn ang="0">
                      <a:pos x="136" y="51"/>
                    </a:cxn>
                    <a:cxn ang="0">
                      <a:pos x="141" y="49"/>
                    </a:cxn>
                    <a:cxn ang="0">
                      <a:pos x="145" y="47"/>
                    </a:cxn>
                    <a:cxn ang="0">
                      <a:pos x="150" y="47"/>
                    </a:cxn>
                    <a:cxn ang="0">
                      <a:pos x="154" y="47"/>
                    </a:cxn>
                    <a:cxn ang="0">
                      <a:pos x="159" y="47"/>
                    </a:cxn>
                    <a:cxn ang="0">
                      <a:pos x="164" y="49"/>
                    </a:cxn>
                    <a:cxn ang="0">
                      <a:pos x="168" y="49"/>
                    </a:cxn>
                    <a:cxn ang="0">
                      <a:pos x="173" y="51"/>
                    </a:cxn>
                    <a:cxn ang="0">
                      <a:pos x="177" y="53"/>
                    </a:cxn>
                    <a:cxn ang="0">
                      <a:pos x="182" y="53"/>
                    </a:cxn>
                    <a:cxn ang="0">
                      <a:pos x="187" y="56"/>
                    </a:cxn>
                    <a:cxn ang="0">
                      <a:pos x="191" y="58"/>
                    </a:cxn>
                    <a:cxn ang="0">
                      <a:pos x="196" y="58"/>
                    </a:cxn>
                  </a:cxnLst>
                  <a:rect l="0" t="0" r="r" b="b"/>
                  <a:pathLst>
                    <a:path w="196" h="58">
                      <a:moveTo>
                        <a:pt x="0" y="0"/>
                      </a:moveTo>
                      <a:lnTo>
                        <a:pt x="3" y="3"/>
                      </a:lnTo>
                      <a:lnTo>
                        <a:pt x="5" y="3"/>
                      </a:lnTo>
                      <a:lnTo>
                        <a:pt x="7" y="3"/>
                      </a:lnTo>
                      <a:lnTo>
                        <a:pt x="9" y="3"/>
                      </a:lnTo>
                      <a:lnTo>
                        <a:pt x="12" y="3"/>
                      </a:lnTo>
                      <a:lnTo>
                        <a:pt x="14" y="5"/>
                      </a:lnTo>
                      <a:lnTo>
                        <a:pt x="16" y="5"/>
                      </a:lnTo>
                      <a:lnTo>
                        <a:pt x="19" y="5"/>
                      </a:lnTo>
                      <a:lnTo>
                        <a:pt x="21" y="5"/>
                      </a:lnTo>
                      <a:lnTo>
                        <a:pt x="23" y="7"/>
                      </a:lnTo>
                      <a:lnTo>
                        <a:pt x="26" y="7"/>
                      </a:lnTo>
                      <a:lnTo>
                        <a:pt x="28" y="10"/>
                      </a:lnTo>
                      <a:lnTo>
                        <a:pt x="30" y="12"/>
                      </a:lnTo>
                      <a:lnTo>
                        <a:pt x="32" y="14"/>
                      </a:lnTo>
                      <a:lnTo>
                        <a:pt x="35" y="14"/>
                      </a:lnTo>
                      <a:lnTo>
                        <a:pt x="37" y="17"/>
                      </a:lnTo>
                      <a:lnTo>
                        <a:pt x="39" y="19"/>
                      </a:lnTo>
                      <a:lnTo>
                        <a:pt x="42" y="21"/>
                      </a:lnTo>
                      <a:lnTo>
                        <a:pt x="44" y="21"/>
                      </a:lnTo>
                      <a:lnTo>
                        <a:pt x="46" y="23"/>
                      </a:lnTo>
                      <a:lnTo>
                        <a:pt x="49" y="23"/>
                      </a:lnTo>
                      <a:lnTo>
                        <a:pt x="51" y="23"/>
                      </a:lnTo>
                      <a:lnTo>
                        <a:pt x="53" y="23"/>
                      </a:lnTo>
                      <a:lnTo>
                        <a:pt x="55" y="23"/>
                      </a:lnTo>
                      <a:lnTo>
                        <a:pt x="58" y="23"/>
                      </a:lnTo>
                      <a:lnTo>
                        <a:pt x="60" y="23"/>
                      </a:lnTo>
                      <a:lnTo>
                        <a:pt x="62" y="26"/>
                      </a:lnTo>
                      <a:lnTo>
                        <a:pt x="65" y="26"/>
                      </a:lnTo>
                      <a:lnTo>
                        <a:pt x="67" y="26"/>
                      </a:lnTo>
                      <a:lnTo>
                        <a:pt x="69" y="28"/>
                      </a:lnTo>
                      <a:lnTo>
                        <a:pt x="72" y="28"/>
                      </a:lnTo>
                      <a:lnTo>
                        <a:pt x="74" y="30"/>
                      </a:lnTo>
                      <a:lnTo>
                        <a:pt x="76" y="30"/>
                      </a:lnTo>
                      <a:lnTo>
                        <a:pt x="78" y="33"/>
                      </a:lnTo>
                      <a:lnTo>
                        <a:pt x="81" y="35"/>
                      </a:lnTo>
                      <a:lnTo>
                        <a:pt x="83" y="35"/>
                      </a:lnTo>
                      <a:lnTo>
                        <a:pt x="85" y="37"/>
                      </a:lnTo>
                      <a:lnTo>
                        <a:pt x="88" y="37"/>
                      </a:lnTo>
                      <a:lnTo>
                        <a:pt x="90" y="37"/>
                      </a:lnTo>
                      <a:lnTo>
                        <a:pt x="92" y="37"/>
                      </a:lnTo>
                      <a:lnTo>
                        <a:pt x="95" y="37"/>
                      </a:lnTo>
                      <a:lnTo>
                        <a:pt x="97" y="37"/>
                      </a:lnTo>
                      <a:lnTo>
                        <a:pt x="99" y="37"/>
                      </a:lnTo>
                      <a:lnTo>
                        <a:pt x="102" y="37"/>
                      </a:lnTo>
                      <a:lnTo>
                        <a:pt x="104" y="37"/>
                      </a:lnTo>
                      <a:lnTo>
                        <a:pt x="106" y="40"/>
                      </a:lnTo>
                      <a:lnTo>
                        <a:pt x="108" y="40"/>
                      </a:lnTo>
                      <a:lnTo>
                        <a:pt x="111" y="40"/>
                      </a:lnTo>
                      <a:lnTo>
                        <a:pt x="113" y="42"/>
                      </a:lnTo>
                      <a:lnTo>
                        <a:pt x="115" y="42"/>
                      </a:lnTo>
                      <a:lnTo>
                        <a:pt x="118" y="44"/>
                      </a:lnTo>
                      <a:lnTo>
                        <a:pt x="120" y="47"/>
                      </a:lnTo>
                      <a:lnTo>
                        <a:pt x="122" y="47"/>
                      </a:lnTo>
                      <a:lnTo>
                        <a:pt x="125" y="49"/>
                      </a:lnTo>
                      <a:lnTo>
                        <a:pt x="127" y="49"/>
                      </a:lnTo>
                      <a:lnTo>
                        <a:pt x="129" y="51"/>
                      </a:lnTo>
                      <a:lnTo>
                        <a:pt x="131" y="51"/>
                      </a:lnTo>
                      <a:lnTo>
                        <a:pt x="134" y="51"/>
                      </a:lnTo>
                      <a:lnTo>
                        <a:pt x="136" y="51"/>
                      </a:lnTo>
                      <a:lnTo>
                        <a:pt x="138" y="49"/>
                      </a:lnTo>
                      <a:lnTo>
                        <a:pt x="141" y="49"/>
                      </a:lnTo>
                      <a:lnTo>
                        <a:pt x="143" y="49"/>
                      </a:lnTo>
                      <a:lnTo>
                        <a:pt x="145" y="47"/>
                      </a:lnTo>
                      <a:lnTo>
                        <a:pt x="148" y="47"/>
                      </a:lnTo>
                      <a:lnTo>
                        <a:pt x="150" y="47"/>
                      </a:lnTo>
                      <a:lnTo>
                        <a:pt x="152" y="47"/>
                      </a:lnTo>
                      <a:lnTo>
                        <a:pt x="154" y="47"/>
                      </a:lnTo>
                      <a:lnTo>
                        <a:pt x="157" y="47"/>
                      </a:lnTo>
                      <a:lnTo>
                        <a:pt x="159" y="47"/>
                      </a:lnTo>
                      <a:lnTo>
                        <a:pt x="161" y="47"/>
                      </a:lnTo>
                      <a:lnTo>
                        <a:pt x="164" y="49"/>
                      </a:lnTo>
                      <a:lnTo>
                        <a:pt x="166" y="49"/>
                      </a:lnTo>
                      <a:lnTo>
                        <a:pt x="168" y="49"/>
                      </a:lnTo>
                      <a:lnTo>
                        <a:pt x="171" y="51"/>
                      </a:lnTo>
                      <a:lnTo>
                        <a:pt x="173" y="51"/>
                      </a:lnTo>
                      <a:lnTo>
                        <a:pt x="175" y="51"/>
                      </a:lnTo>
                      <a:lnTo>
                        <a:pt x="177" y="53"/>
                      </a:lnTo>
                      <a:lnTo>
                        <a:pt x="180" y="53"/>
                      </a:lnTo>
                      <a:lnTo>
                        <a:pt x="182" y="53"/>
                      </a:lnTo>
                      <a:lnTo>
                        <a:pt x="184" y="53"/>
                      </a:lnTo>
                      <a:lnTo>
                        <a:pt x="187" y="56"/>
                      </a:lnTo>
                      <a:lnTo>
                        <a:pt x="189" y="56"/>
                      </a:lnTo>
                      <a:lnTo>
                        <a:pt x="191" y="58"/>
                      </a:lnTo>
                      <a:lnTo>
                        <a:pt x="194" y="58"/>
                      </a:lnTo>
                      <a:lnTo>
                        <a:pt x="196" y="58"/>
                      </a:lnTo>
                    </a:path>
                  </a:pathLst>
                </a:custGeom>
                <a:noFill/>
                <a:ln w="1270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grpSp>
          <p:sp>
            <p:nvSpPr>
              <p:cNvPr id="711" name="Line 594"/>
              <p:cNvSpPr>
                <a:spLocks noChangeShapeType="1"/>
              </p:cNvSpPr>
              <p:nvPr/>
            </p:nvSpPr>
            <p:spPr bwMode="auto">
              <a:xfrm>
                <a:off x="17919330" y="19687603"/>
                <a:ext cx="3176" cy="977900"/>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12" name="Line 595"/>
              <p:cNvSpPr>
                <a:spLocks noChangeShapeType="1"/>
              </p:cNvSpPr>
              <p:nvPr/>
            </p:nvSpPr>
            <p:spPr bwMode="auto">
              <a:xfrm>
                <a:off x="17655804" y="20182903"/>
                <a:ext cx="1463676" cy="63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13" name="Line 596"/>
              <p:cNvSpPr>
                <a:spLocks noChangeShapeType="1"/>
              </p:cNvSpPr>
              <p:nvPr/>
            </p:nvSpPr>
            <p:spPr bwMode="auto">
              <a:xfrm>
                <a:off x="17919330" y="20100355"/>
                <a:ext cx="3176" cy="1587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14" name="Freeform 599"/>
              <p:cNvSpPr>
                <a:spLocks/>
              </p:cNvSpPr>
              <p:nvPr/>
            </p:nvSpPr>
            <p:spPr bwMode="auto">
              <a:xfrm>
                <a:off x="17655804" y="20024155"/>
                <a:ext cx="863600" cy="349252"/>
              </a:xfrm>
              <a:custGeom>
                <a:avLst/>
                <a:gdLst/>
                <a:ahLst/>
                <a:cxnLst>
                  <a:cxn ang="0">
                    <a:pos x="5" y="18"/>
                  </a:cxn>
                  <a:cxn ang="0">
                    <a:pos x="12" y="18"/>
                  </a:cxn>
                  <a:cxn ang="0">
                    <a:pos x="19" y="21"/>
                  </a:cxn>
                  <a:cxn ang="0">
                    <a:pos x="26" y="25"/>
                  </a:cxn>
                  <a:cxn ang="0">
                    <a:pos x="32" y="30"/>
                  </a:cxn>
                  <a:cxn ang="0">
                    <a:pos x="39" y="30"/>
                  </a:cxn>
                  <a:cxn ang="0">
                    <a:pos x="46" y="28"/>
                  </a:cxn>
                  <a:cxn ang="0">
                    <a:pos x="53" y="21"/>
                  </a:cxn>
                  <a:cxn ang="0">
                    <a:pos x="60" y="18"/>
                  </a:cxn>
                  <a:cxn ang="0">
                    <a:pos x="67" y="21"/>
                  </a:cxn>
                  <a:cxn ang="0">
                    <a:pos x="74" y="28"/>
                  </a:cxn>
                  <a:cxn ang="0">
                    <a:pos x="81" y="37"/>
                  </a:cxn>
                  <a:cxn ang="0">
                    <a:pos x="88" y="42"/>
                  </a:cxn>
                  <a:cxn ang="0">
                    <a:pos x="95" y="42"/>
                  </a:cxn>
                  <a:cxn ang="0">
                    <a:pos x="101" y="37"/>
                  </a:cxn>
                  <a:cxn ang="0">
                    <a:pos x="108" y="30"/>
                  </a:cxn>
                  <a:cxn ang="0">
                    <a:pos x="118" y="30"/>
                  </a:cxn>
                  <a:cxn ang="0">
                    <a:pos x="120" y="30"/>
                  </a:cxn>
                  <a:cxn ang="0">
                    <a:pos x="127" y="37"/>
                  </a:cxn>
                  <a:cxn ang="0">
                    <a:pos x="134" y="42"/>
                  </a:cxn>
                  <a:cxn ang="0">
                    <a:pos x="141" y="39"/>
                  </a:cxn>
                  <a:cxn ang="0">
                    <a:pos x="148" y="32"/>
                  </a:cxn>
                  <a:cxn ang="0">
                    <a:pos x="154" y="23"/>
                  </a:cxn>
                  <a:cxn ang="0">
                    <a:pos x="159" y="16"/>
                  </a:cxn>
                  <a:cxn ang="0">
                    <a:pos x="166" y="14"/>
                  </a:cxn>
                  <a:cxn ang="0">
                    <a:pos x="173" y="21"/>
                  </a:cxn>
                  <a:cxn ang="0">
                    <a:pos x="177" y="28"/>
                  </a:cxn>
                  <a:cxn ang="0">
                    <a:pos x="180" y="35"/>
                  </a:cxn>
                  <a:cxn ang="0">
                    <a:pos x="184" y="42"/>
                  </a:cxn>
                  <a:cxn ang="0">
                    <a:pos x="189" y="51"/>
                  </a:cxn>
                  <a:cxn ang="0">
                    <a:pos x="196" y="55"/>
                  </a:cxn>
                  <a:cxn ang="0">
                    <a:pos x="203" y="53"/>
                  </a:cxn>
                  <a:cxn ang="0">
                    <a:pos x="210" y="44"/>
                  </a:cxn>
                  <a:cxn ang="0">
                    <a:pos x="217" y="35"/>
                  </a:cxn>
                  <a:cxn ang="0">
                    <a:pos x="221" y="28"/>
                  </a:cxn>
                  <a:cxn ang="0">
                    <a:pos x="226" y="18"/>
                  </a:cxn>
                  <a:cxn ang="0">
                    <a:pos x="233" y="12"/>
                  </a:cxn>
                  <a:cxn ang="0">
                    <a:pos x="240" y="7"/>
                  </a:cxn>
                  <a:cxn ang="0">
                    <a:pos x="247" y="2"/>
                  </a:cxn>
                  <a:cxn ang="0">
                    <a:pos x="253" y="0"/>
                  </a:cxn>
                  <a:cxn ang="0">
                    <a:pos x="260" y="0"/>
                  </a:cxn>
                  <a:cxn ang="0">
                    <a:pos x="267" y="0"/>
                  </a:cxn>
                </a:cxnLst>
                <a:rect l="0" t="0" r="r" b="b"/>
                <a:pathLst>
                  <a:path w="272" h="55">
                    <a:moveTo>
                      <a:pt x="0" y="21"/>
                    </a:moveTo>
                    <a:lnTo>
                      <a:pt x="2" y="21"/>
                    </a:lnTo>
                    <a:lnTo>
                      <a:pt x="5" y="18"/>
                    </a:lnTo>
                    <a:lnTo>
                      <a:pt x="7" y="18"/>
                    </a:lnTo>
                    <a:lnTo>
                      <a:pt x="9" y="18"/>
                    </a:lnTo>
                    <a:lnTo>
                      <a:pt x="12" y="18"/>
                    </a:lnTo>
                    <a:lnTo>
                      <a:pt x="14" y="21"/>
                    </a:lnTo>
                    <a:lnTo>
                      <a:pt x="16" y="21"/>
                    </a:lnTo>
                    <a:lnTo>
                      <a:pt x="19" y="21"/>
                    </a:lnTo>
                    <a:lnTo>
                      <a:pt x="21" y="23"/>
                    </a:lnTo>
                    <a:lnTo>
                      <a:pt x="23" y="25"/>
                    </a:lnTo>
                    <a:lnTo>
                      <a:pt x="26" y="25"/>
                    </a:lnTo>
                    <a:lnTo>
                      <a:pt x="28" y="28"/>
                    </a:lnTo>
                    <a:lnTo>
                      <a:pt x="30" y="30"/>
                    </a:lnTo>
                    <a:lnTo>
                      <a:pt x="32" y="30"/>
                    </a:lnTo>
                    <a:lnTo>
                      <a:pt x="35" y="32"/>
                    </a:lnTo>
                    <a:lnTo>
                      <a:pt x="37" y="32"/>
                    </a:lnTo>
                    <a:lnTo>
                      <a:pt x="39" y="30"/>
                    </a:lnTo>
                    <a:lnTo>
                      <a:pt x="42" y="30"/>
                    </a:lnTo>
                    <a:lnTo>
                      <a:pt x="44" y="30"/>
                    </a:lnTo>
                    <a:lnTo>
                      <a:pt x="46" y="28"/>
                    </a:lnTo>
                    <a:lnTo>
                      <a:pt x="49" y="25"/>
                    </a:lnTo>
                    <a:lnTo>
                      <a:pt x="51" y="23"/>
                    </a:lnTo>
                    <a:lnTo>
                      <a:pt x="53" y="21"/>
                    </a:lnTo>
                    <a:lnTo>
                      <a:pt x="55" y="21"/>
                    </a:lnTo>
                    <a:lnTo>
                      <a:pt x="58" y="18"/>
                    </a:lnTo>
                    <a:lnTo>
                      <a:pt x="60" y="18"/>
                    </a:lnTo>
                    <a:lnTo>
                      <a:pt x="62" y="18"/>
                    </a:lnTo>
                    <a:lnTo>
                      <a:pt x="65" y="18"/>
                    </a:lnTo>
                    <a:lnTo>
                      <a:pt x="67" y="21"/>
                    </a:lnTo>
                    <a:lnTo>
                      <a:pt x="69" y="23"/>
                    </a:lnTo>
                    <a:lnTo>
                      <a:pt x="72" y="25"/>
                    </a:lnTo>
                    <a:lnTo>
                      <a:pt x="74" y="28"/>
                    </a:lnTo>
                    <a:lnTo>
                      <a:pt x="76" y="30"/>
                    </a:lnTo>
                    <a:lnTo>
                      <a:pt x="81" y="35"/>
                    </a:lnTo>
                    <a:lnTo>
                      <a:pt x="81" y="37"/>
                    </a:lnTo>
                    <a:lnTo>
                      <a:pt x="83" y="39"/>
                    </a:lnTo>
                    <a:lnTo>
                      <a:pt x="85" y="42"/>
                    </a:lnTo>
                    <a:lnTo>
                      <a:pt x="88" y="42"/>
                    </a:lnTo>
                    <a:lnTo>
                      <a:pt x="90" y="44"/>
                    </a:lnTo>
                    <a:lnTo>
                      <a:pt x="92" y="44"/>
                    </a:lnTo>
                    <a:lnTo>
                      <a:pt x="95" y="42"/>
                    </a:lnTo>
                    <a:lnTo>
                      <a:pt x="97" y="39"/>
                    </a:lnTo>
                    <a:lnTo>
                      <a:pt x="99" y="39"/>
                    </a:lnTo>
                    <a:lnTo>
                      <a:pt x="101" y="37"/>
                    </a:lnTo>
                    <a:lnTo>
                      <a:pt x="104" y="35"/>
                    </a:lnTo>
                    <a:lnTo>
                      <a:pt x="106" y="32"/>
                    </a:lnTo>
                    <a:lnTo>
                      <a:pt x="108" y="30"/>
                    </a:lnTo>
                    <a:lnTo>
                      <a:pt x="111" y="30"/>
                    </a:lnTo>
                    <a:lnTo>
                      <a:pt x="113" y="30"/>
                    </a:lnTo>
                    <a:lnTo>
                      <a:pt x="118" y="30"/>
                    </a:lnTo>
                    <a:lnTo>
                      <a:pt x="115" y="30"/>
                    </a:lnTo>
                    <a:lnTo>
                      <a:pt x="118" y="30"/>
                    </a:lnTo>
                    <a:lnTo>
                      <a:pt x="120" y="30"/>
                    </a:lnTo>
                    <a:lnTo>
                      <a:pt x="122" y="32"/>
                    </a:lnTo>
                    <a:lnTo>
                      <a:pt x="125" y="35"/>
                    </a:lnTo>
                    <a:lnTo>
                      <a:pt x="127" y="37"/>
                    </a:lnTo>
                    <a:lnTo>
                      <a:pt x="129" y="39"/>
                    </a:lnTo>
                    <a:lnTo>
                      <a:pt x="131" y="39"/>
                    </a:lnTo>
                    <a:lnTo>
                      <a:pt x="134" y="42"/>
                    </a:lnTo>
                    <a:lnTo>
                      <a:pt x="136" y="42"/>
                    </a:lnTo>
                    <a:lnTo>
                      <a:pt x="138" y="42"/>
                    </a:lnTo>
                    <a:lnTo>
                      <a:pt x="141" y="39"/>
                    </a:lnTo>
                    <a:lnTo>
                      <a:pt x="143" y="37"/>
                    </a:lnTo>
                    <a:lnTo>
                      <a:pt x="145" y="35"/>
                    </a:lnTo>
                    <a:lnTo>
                      <a:pt x="148" y="32"/>
                    </a:lnTo>
                    <a:lnTo>
                      <a:pt x="150" y="30"/>
                    </a:lnTo>
                    <a:lnTo>
                      <a:pt x="150" y="28"/>
                    </a:lnTo>
                    <a:lnTo>
                      <a:pt x="154" y="23"/>
                    </a:lnTo>
                    <a:lnTo>
                      <a:pt x="154" y="21"/>
                    </a:lnTo>
                    <a:lnTo>
                      <a:pt x="157" y="18"/>
                    </a:lnTo>
                    <a:lnTo>
                      <a:pt x="159" y="16"/>
                    </a:lnTo>
                    <a:lnTo>
                      <a:pt x="161" y="14"/>
                    </a:lnTo>
                    <a:lnTo>
                      <a:pt x="164" y="14"/>
                    </a:lnTo>
                    <a:lnTo>
                      <a:pt x="166" y="14"/>
                    </a:lnTo>
                    <a:lnTo>
                      <a:pt x="168" y="16"/>
                    </a:lnTo>
                    <a:lnTo>
                      <a:pt x="171" y="18"/>
                    </a:lnTo>
                    <a:lnTo>
                      <a:pt x="173" y="21"/>
                    </a:lnTo>
                    <a:lnTo>
                      <a:pt x="175" y="23"/>
                    </a:lnTo>
                    <a:lnTo>
                      <a:pt x="175" y="25"/>
                    </a:lnTo>
                    <a:lnTo>
                      <a:pt x="177" y="28"/>
                    </a:lnTo>
                    <a:lnTo>
                      <a:pt x="177" y="30"/>
                    </a:lnTo>
                    <a:lnTo>
                      <a:pt x="180" y="32"/>
                    </a:lnTo>
                    <a:lnTo>
                      <a:pt x="180" y="35"/>
                    </a:lnTo>
                    <a:lnTo>
                      <a:pt x="182" y="37"/>
                    </a:lnTo>
                    <a:lnTo>
                      <a:pt x="182" y="39"/>
                    </a:lnTo>
                    <a:lnTo>
                      <a:pt x="184" y="42"/>
                    </a:lnTo>
                    <a:lnTo>
                      <a:pt x="184" y="44"/>
                    </a:lnTo>
                    <a:lnTo>
                      <a:pt x="189" y="48"/>
                    </a:lnTo>
                    <a:lnTo>
                      <a:pt x="189" y="51"/>
                    </a:lnTo>
                    <a:lnTo>
                      <a:pt x="191" y="53"/>
                    </a:lnTo>
                    <a:lnTo>
                      <a:pt x="194" y="55"/>
                    </a:lnTo>
                    <a:lnTo>
                      <a:pt x="196" y="55"/>
                    </a:lnTo>
                    <a:lnTo>
                      <a:pt x="198" y="55"/>
                    </a:lnTo>
                    <a:lnTo>
                      <a:pt x="200" y="53"/>
                    </a:lnTo>
                    <a:lnTo>
                      <a:pt x="203" y="53"/>
                    </a:lnTo>
                    <a:lnTo>
                      <a:pt x="207" y="48"/>
                    </a:lnTo>
                    <a:lnTo>
                      <a:pt x="207" y="46"/>
                    </a:lnTo>
                    <a:lnTo>
                      <a:pt x="210" y="44"/>
                    </a:lnTo>
                    <a:lnTo>
                      <a:pt x="214" y="39"/>
                    </a:lnTo>
                    <a:lnTo>
                      <a:pt x="214" y="37"/>
                    </a:lnTo>
                    <a:lnTo>
                      <a:pt x="217" y="35"/>
                    </a:lnTo>
                    <a:lnTo>
                      <a:pt x="217" y="32"/>
                    </a:lnTo>
                    <a:lnTo>
                      <a:pt x="219" y="30"/>
                    </a:lnTo>
                    <a:lnTo>
                      <a:pt x="221" y="28"/>
                    </a:lnTo>
                    <a:lnTo>
                      <a:pt x="221" y="25"/>
                    </a:lnTo>
                    <a:lnTo>
                      <a:pt x="226" y="21"/>
                    </a:lnTo>
                    <a:lnTo>
                      <a:pt x="226" y="18"/>
                    </a:lnTo>
                    <a:lnTo>
                      <a:pt x="228" y="16"/>
                    </a:lnTo>
                    <a:lnTo>
                      <a:pt x="230" y="14"/>
                    </a:lnTo>
                    <a:lnTo>
                      <a:pt x="233" y="12"/>
                    </a:lnTo>
                    <a:lnTo>
                      <a:pt x="235" y="9"/>
                    </a:lnTo>
                    <a:lnTo>
                      <a:pt x="237" y="7"/>
                    </a:lnTo>
                    <a:lnTo>
                      <a:pt x="240" y="7"/>
                    </a:lnTo>
                    <a:lnTo>
                      <a:pt x="242" y="5"/>
                    </a:lnTo>
                    <a:lnTo>
                      <a:pt x="244" y="2"/>
                    </a:lnTo>
                    <a:lnTo>
                      <a:pt x="247" y="2"/>
                    </a:lnTo>
                    <a:lnTo>
                      <a:pt x="249" y="0"/>
                    </a:lnTo>
                    <a:lnTo>
                      <a:pt x="251" y="0"/>
                    </a:lnTo>
                    <a:lnTo>
                      <a:pt x="253" y="0"/>
                    </a:lnTo>
                    <a:lnTo>
                      <a:pt x="256" y="0"/>
                    </a:lnTo>
                    <a:lnTo>
                      <a:pt x="258" y="0"/>
                    </a:lnTo>
                    <a:lnTo>
                      <a:pt x="260" y="0"/>
                    </a:lnTo>
                    <a:lnTo>
                      <a:pt x="263" y="0"/>
                    </a:lnTo>
                    <a:lnTo>
                      <a:pt x="265" y="0"/>
                    </a:lnTo>
                    <a:lnTo>
                      <a:pt x="267" y="0"/>
                    </a:lnTo>
                    <a:lnTo>
                      <a:pt x="270" y="0"/>
                    </a:lnTo>
                    <a:lnTo>
                      <a:pt x="272" y="2"/>
                    </a:lnTo>
                  </a:path>
                </a:pathLst>
              </a:custGeom>
              <a:noFill/>
              <a:ln w="12700" cap="flat">
                <a:solidFill>
                  <a:srgbClr val="C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15" name="Freeform 600"/>
              <p:cNvSpPr>
                <a:spLocks/>
              </p:cNvSpPr>
              <p:nvPr/>
            </p:nvSpPr>
            <p:spPr bwMode="auto">
              <a:xfrm>
                <a:off x="18519404" y="20036855"/>
                <a:ext cx="606426" cy="279400"/>
              </a:xfrm>
              <a:custGeom>
                <a:avLst/>
                <a:gdLst/>
                <a:ahLst/>
                <a:cxnLst>
                  <a:cxn ang="0">
                    <a:pos x="2" y="0"/>
                  </a:cxn>
                  <a:cxn ang="0">
                    <a:pos x="7" y="3"/>
                  </a:cxn>
                  <a:cxn ang="0">
                    <a:pos x="11" y="5"/>
                  </a:cxn>
                  <a:cxn ang="0">
                    <a:pos x="16" y="7"/>
                  </a:cxn>
                  <a:cxn ang="0">
                    <a:pos x="21" y="7"/>
                  </a:cxn>
                  <a:cxn ang="0">
                    <a:pos x="25" y="10"/>
                  </a:cxn>
                  <a:cxn ang="0">
                    <a:pos x="30" y="10"/>
                  </a:cxn>
                  <a:cxn ang="0">
                    <a:pos x="34" y="12"/>
                  </a:cxn>
                  <a:cxn ang="0">
                    <a:pos x="39" y="12"/>
                  </a:cxn>
                  <a:cxn ang="0">
                    <a:pos x="44" y="14"/>
                  </a:cxn>
                  <a:cxn ang="0">
                    <a:pos x="48" y="14"/>
                  </a:cxn>
                  <a:cxn ang="0">
                    <a:pos x="53" y="16"/>
                  </a:cxn>
                  <a:cxn ang="0">
                    <a:pos x="57" y="19"/>
                  </a:cxn>
                  <a:cxn ang="0">
                    <a:pos x="62" y="21"/>
                  </a:cxn>
                  <a:cxn ang="0">
                    <a:pos x="67" y="21"/>
                  </a:cxn>
                  <a:cxn ang="0">
                    <a:pos x="71" y="23"/>
                  </a:cxn>
                  <a:cxn ang="0">
                    <a:pos x="76" y="23"/>
                  </a:cxn>
                  <a:cxn ang="0">
                    <a:pos x="80" y="23"/>
                  </a:cxn>
                  <a:cxn ang="0">
                    <a:pos x="85" y="21"/>
                  </a:cxn>
                  <a:cxn ang="0">
                    <a:pos x="90" y="21"/>
                  </a:cxn>
                  <a:cxn ang="0">
                    <a:pos x="94" y="19"/>
                  </a:cxn>
                  <a:cxn ang="0">
                    <a:pos x="99" y="19"/>
                  </a:cxn>
                  <a:cxn ang="0">
                    <a:pos x="103" y="19"/>
                  </a:cxn>
                  <a:cxn ang="0">
                    <a:pos x="108" y="21"/>
                  </a:cxn>
                  <a:cxn ang="0">
                    <a:pos x="113" y="21"/>
                  </a:cxn>
                  <a:cxn ang="0">
                    <a:pos x="117" y="23"/>
                  </a:cxn>
                  <a:cxn ang="0">
                    <a:pos x="122" y="26"/>
                  </a:cxn>
                  <a:cxn ang="0">
                    <a:pos x="126" y="26"/>
                  </a:cxn>
                  <a:cxn ang="0">
                    <a:pos x="131" y="26"/>
                  </a:cxn>
                  <a:cxn ang="0">
                    <a:pos x="136" y="26"/>
                  </a:cxn>
                  <a:cxn ang="0">
                    <a:pos x="140" y="26"/>
                  </a:cxn>
                  <a:cxn ang="0">
                    <a:pos x="145" y="26"/>
                  </a:cxn>
                  <a:cxn ang="0">
                    <a:pos x="149" y="28"/>
                  </a:cxn>
                  <a:cxn ang="0">
                    <a:pos x="154" y="30"/>
                  </a:cxn>
                  <a:cxn ang="0">
                    <a:pos x="159" y="33"/>
                  </a:cxn>
                  <a:cxn ang="0">
                    <a:pos x="163" y="35"/>
                  </a:cxn>
                  <a:cxn ang="0">
                    <a:pos x="168" y="37"/>
                  </a:cxn>
                  <a:cxn ang="0">
                    <a:pos x="172" y="40"/>
                  </a:cxn>
                  <a:cxn ang="0">
                    <a:pos x="177" y="40"/>
                  </a:cxn>
                  <a:cxn ang="0">
                    <a:pos x="182" y="42"/>
                  </a:cxn>
                  <a:cxn ang="0">
                    <a:pos x="186" y="44"/>
                  </a:cxn>
                  <a:cxn ang="0">
                    <a:pos x="191" y="44"/>
                  </a:cxn>
                </a:cxnLst>
                <a:rect l="0" t="0" r="r" b="b"/>
                <a:pathLst>
                  <a:path w="191" h="44">
                    <a:moveTo>
                      <a:pt x="0" y="0"/>
                    </a:moveTo>
                    <a:lnTo>
                      <a:pt x="2" y="0"/>
                    </a:lnTo>
                    <a:lnTo>
                      <a:pt x="4" y="0"/>
                    </a:lnTo>
                    <a:lnTo>
                      <a:pt x="7" y="3"/>
                    </a:lnTo>
                    <a:lnTo>
                      <a:pt x="9" y="3"/>
                    </a:lnTo>
                    <a:lnTo>
                      <a:pt x="11" y="5"/>
                    </a:lnTo>
                    <a:lnTo>
                      <a:pt x="14" y="5"/>
                    </a:lnTo>
                    <a:lnTo>
                      <a:pt x="16" y="7"/>
                    </a:lnTo>
                    <a:lnTo>
                      <a:pt x="18" y="7"/>
                    </a:lnTo>
                    <a:lnTo>
                      <a:pt x="21" y="7"/>
                    </a:lnTo>
                    <a:lnTo>
                      <a:pt x="23" y="10"/>
                    </a:lnTo>
                    <a:lnTo>
                      <a:pt x="25" y="10"/>
                    </a:lnTo>
                    <a:lnTo>
                      <a:pt x="27" y="10"/>
                    </a:lnTo>
                    <a:lnTo>
                      <a:pt x="30" y="10"/>
                    </a:lnTo>
                    <a:lnTo>
                      <a:pt x="32" y="12"/>
                    </a:lnTo>
                    <a:lnTo>
                      <a:pt x="34" y="12"/>
                    </a:lnTo>
                    <a:lnTo>
                      <a:pt x="37" y="12"/>
                    </a:lnTo>
                    <a:lnTo>
                      <a:pt x="39" y="12"/>
                    </a:lnTo>
                    <a:lnTo>
                      <a:pt x="41" y="12"/>
                    </a:lnTo>
                    <a:lnTo>
                      <a:pt x="44" y="14"/>
                    </a:lnTo>
                    <a:lnTo>
                      <a:pt x="46" y="14"/>
                    </a:lnTo>
                    <a:lnTo>
                      <a:pt x="48" y="14"/>
                    </a:lnTo>
                    <a:lnTo>
                      <a:pt x="50" y="14"/>
                    </a:lnTo>
                    <a:lnTo>
                      <a:pt x="53" y="16"/>
                    </a:lnTo>
                    <a:lnTo>
                      <a:pt x="55" y="16"/>
                    </a:lnTo>
                    <a:lnTo>
                      <a:pt x="57" y="19"/>
                    </a:lnTo>
                    <a:lnTo>
                      <a:pt x="60" y="19"/>
                    </a:lnTo>
                    <a:lnTo>
                      <a:pt x="62" y="21"/>
                    </a:lnTo>
                    <a:lnTo>
                      <a:pt x="64" y="21"/>
                    </a:lnTo>
                    <a:lnTo>
                      <a:pt x="67" y="21"/>
                    </a:lnTo>
                    <a:lnTo>
                      <a:pt x="69" y="23"/>
                    </a:lnTo>
                    <a:lnTo>
                      <a:pt x="71" y="23"/>
                    </a:lnTo>
                    <a:lnTo>
                      <a:pt x="73" y="23"/>
                    </a:lnTo>
                    <a:lnTo>
                      <a:pt x="76" y="23"/>
                    </a:lnTo>
                    <a:lnTo>
                      <a:pt x="78" y="23"/>
                    </a:lnTo>
                    <a:lnTo>
                      <a:pt x="80" y="23"/>
                    </a:lnTo>
                    <a:lnTo>
                      <a:pt x="83" y="21"/>
                    </a:lnTo>
                    <a:lnTo>
                      <a:pt x="85" y="21"/>
                    </a:lnTo>
                    <a:lnTo>
                      <a:pt x="87" y="21"/>
                    </a:lnTo>
                    <a:lnTo>
                      <a:pt x="90" y="21"/>
                    </a:lnTo>
                    <a:lnTo>
                      <a:pt x="92" y="19"/>
                    </a:lnTo>
                    <a:lnTo>
                      <a:pt x="94" y="19"/>
                    </a:lnTo>
                    <a:lnTo>
                      <a:pt x="97" y="19"/>
                    </a:lnTo>
                    <a:lnTo>
                      <a:pt x="99" y="19"/>
                    </a:lnTo>
                    <a:lnTo>
                      <a:pt x="101" y="19"/>
                    </a:lnTo>
                    <a:lnTo>
                      <a:pt x="103" y="19"/>
                    </a:lnTo>
                    <a:lnTo>
                      <a:pt x="106" y="19"/>
                    </a:lnTo>
                    <a:lnTo>
                      <a:pt x="108" y="21"/>
                    </a:lnTo>
                    <a:lnTo>
                      <a:pt x="110" y="21"/>
                    </a:lnTo>
                    <a:lnTo>
                      <a:pt x="113" y="21"/>
                    </a:lnTo>
                    <a:lnTo>
                      <a:pt x="115" y="23"/>
                    </a:lnTo>
                    <a:lnTo>
                      <a:pt x="117" y="23"/>
                    </a:lnTo>
                    <a:lnTo>
                      <a:pt x="120" y="23"/>
                    </a:lnTo>
                    <a:lnTo>
                      <a:pt x="122" y="26"/>
                    </a:lnTo>
                    <a:lnTo>
                      <a:pt x="124" y="26"/>
                    </a:lnTo>
                    <a:lnTo>
                      <a:pt x="126" y="26"/>
                    </a:lnTo>
                    <a:lnTo>
                      <a:pt x="129" y="26"/>
                    </a:lnTo>
                    <a:lnTo>
                      <a:pt x="131" y="26"/>
                    </a:lnTo>
                    <a:lnTo>
                      <a:pt x="133" y="26"/>
                    </a:lnTo>
                    <a:lnTo>
                      <a:pt x="136" y="26"/>
                    </a:lnTo>
                    <a:lnTo>
                      <a:pt x="138" y="26"/>
                    </a:lnTo>
                    <a:lnTo>
                      <a:pt x="140" y="26"/>
                    </a:lnTo>
                    <a:lnTo>
                      <a:pt x="143" y="26"/>
                    </a:lnTo>
                    <a:lnTo>
                      <a:pt x="145" y="26"/>
                    </a:lnTo>
                    <a:lnTo>
                      <a:pt x="147" y="26"/>
                    </a:lnTo>
                    <a:lnTo>
                      <a:pt x="149" y="28"/>
                    </a:lnTo>
                    <a:lnTo>
                      <a:pt x="152" y="28"/>
                    </a:lnTo>
                    <a:lnTo>
                      <a:pt x="154" y="30"/>
                    </a:lnTo>
                    <a:lnTo>
                      <a:pt x="156" y="30"/>
                    </a:lnTo>
                    <a:lnTo>
                      <a:pt x="159" y="33"/>
                    </a:lnTo>
                    <a:lnTo>
                      <a:pt x="161" y="33"/>
                    </a:lnTo>
                    <a:lnTo>
                      <a:pt x="163" y="35"/>
                    </a:lnTo>
                    <a:lnTo>
                      <a:pt x="166" y="35"/>
                    </a:lnTo>
                    <a:lnTo>
                      <a:pt x="168" y="37"/>
                    </a:lnTo>
                    <a:lnTo>
                      <a:pt x="170" y="37"/>
                    </a:lnTo>
                    <a:lnTo>
                      <a:pt x="172" y="40"/>
                    </a:lnTo>
                    <a:lnTo>
                      <a:pt x="175" y="40"/>
                    </a:lnTo>
                    <a:lnTo>
                      <a:pt x="177" y="40"/>
                    </a:lnTo>
                    <a:lnTo>
                      <a:pt x="179" y="42"/>
                    </a:lnTo>
                    <a:lnTo>
                      <a:pt x="182" y="42"/>
                    </a:lnTo>
                    <a:lnTo>
                      <a:pt x="184" y="42"/>
                    </a:lnTo>
                    <a:lnTo>
                      <a:pt x="186" y="44"/>
                    </a:lnTo>
                    <a:lnTo>
                      <a:pt x="189" y="44"/>
                    </a:lnTo>
                    <a:lnTo>
                      <a:pt x="191" y="44"/>
                    </a:lnTo>
                  </a:path>
                </a:pathLst>
              </a:custGeom>
              <a:noFill/>
              <a:ln w="12700" cap="flat">
                <a:solidFill>
                  <a:srgbClr val="C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16" name="Line 601"/>
              <p:cNvSpPr>
                <a:spLocks noChangeShapeType="1"/>
              </p:cNvSpPr>
              <p:nvPr/>
            </p:nvSpPr>
            <p:spPr bwMode="auto">
              <a:xfrm>
                <a:off x="18182854" y="20143213"/>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17" name="Line 602"/>
              <p:cNvSpPr>
                <a:spLocks noChangeShapeType="1"/>
              </p:cNvSpPr>
              <p:nvPr/>
            </p:nvSpPr>
            <p:spPr bwMode="auto">
              <a:xfrm>
                <a:off x="18452730" y="20143213"/>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18" name="Line 603"/>
              <p:cNvSpPr>
                <a:spLocks noChangeShapeType="1"/>
              </p:cNvSpPr>
              <p:nvPr/>
            </p:nvSpPr>
            <p:spPr bwMode="auto">
              <a:xfrm>
                <a:off x="18716254" y="20143213"/>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19" name="Line 604"/>
              <p:cNvSpPr>
                <a:spLocks noChangeShapeType="1"/>
              </p:cNvSpPr>
              <p:nvPr/>
            </p:nvSpPr>
            <p:spPr bwMode="auto">
              <a:xfrm>
                <a:off x="18979780" y="20143213"/>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20" name="Rectangle 481"/>
              <p:cNvSpPr>
                <a:spLocks noChangeArrowheads="1"/>
              </p:cNvSpPr>
              <p:nvPr/>
            </p:nvSpPr>
            <p:spPr bwMode="auto">
              <a:xfrm>
                <a:off x="17912980" y="16107103"/>
                <a:ext cx="191158" cy="174407"/>
              </a:xfrm>
              <a:prstGeom prst="rect">
                <a:avLst/>
              </a:prstGeom>
              <a:noFill/>
              <a:ln w="19050">
                <a:noFill/>
                <a:miter lim="800000"/>
                <a:headEnd/>
                <a:tailEnd/>
              </a:ln>
            </p:spPr>
            <p:txBody>
              <a:bodyPr vert="horz" wrap="none" lIns="0" tIns="0" rIns="0" bIns="0" numCol="1" anchor="t" anchorCtr="0" compatLnSpc="1">
                <a:prstTxWarp prst="textNoShape">
                  <a:avLst/>
                </a:prstTxWarp>
                <a:spAutoFit/>
              </a:bodyPr>
              <a:lstStyle/>
              <a:p>
                <a:pPr defTabSz="2560320" fontAlgn="base">
                  <a:spcBef>
                    <a:spcPct val="0"/>
                  </a:spcBef>
                  <a:spcAft>
                    <a:spcPct val="0"/>
                  </a:spcAft>
                </a:pPr>
                <a:r>
                  <a:rPr lang="en-US" sz="1700" dirty="0">
                    <a:solidFill>
                      <a:srgbClr val="000000"/>
                    </a:solidFill>
                    <a:latin typeface="Arial" pitchFamily="34" charset="0"/>
                    <a:cs typeface="Arial" pitchFamily="34" charset="0"/>
                  </a:rPr>
                  <a:t>F3</a:t>
                </a:r>
                <a:endParaRPr lang="en-US" sz="5000" dirty="0">
                  <a:latin typeface="Arial" pitchFamily="34" charset="0"/>
                  <a:cs typeface="Arial" pitchFamily="34" charset="0"/>
                </a:endParaRPr>
              </a:p>
            </p:txBody>
          </p:sp>
          <p:sp>
            <p:nvSpPr>
              <p:cNvPr id="721" name="Rectangle 535"/>
              <p:cNvSpPr>
                <a:spLocks noChangeArrowheads="1"/>
              </p:cNvSpPr>
              <p:nvPr/>
            </p:nvSpPr>
            <p:spPr bwMode="auto">
              <a:xfrm>
                <a:off x="17897104" y="17775843"/>
                <a:ext cx="209192" cy="174407"/>
              </a:xfrm>
              <a:prstGeom prst="rect">
                <a:avLst/>
              </a:prstGeom>
              <a:noFill/>
              <a:ln w="19050">
                <a:noFill/>
                <a:miter lim="800000"/>
                <a:headEnd/>
                <a:tailEnd/>
              </a:ln>
            </p:spPr>
            <p:txBody>
              <a:bodyPr vert="horz" wrap="none" lIns="0" tIns="0" rIns="0" bIns="0" numCol="1" anchor="t" anchorCtr="0" compatLnSpc="1">
                <a:prstTxWarp prst="textNoShape">
                  <a:avLst/>
                </a:prstTxWarp>
                <a:spAutoFit/>
              </a:bodyPr>
              <a:lstStyle/>
              <a:p>
                <a:pPr defTabSz="2560320" fontAlgn="base">
                  <a:spcBef>
                    <a:spcPct val="0"/>
                  </a:spcBef>
                  <a:spcAft>
                    <a:spcPct val="0"/>
                  </a:spcAft>
                </a:pPr>
                <a:r>
                  <a:rPr lang="en-US" sz="1700" dirty="0">
                    <a:solidFill>
                      <a:srgbClr val="000000"/>
                    </a:solidFill>
                    <a:latin typeface="Arial" pitchFamily="34" charset="0"/>
                    <a:cs typeface="Arial" pitchFamily="34" charset="0"/>
                  </a:rPr>
                  <a:t>C3</a:t>
                </a:r>
                <a:endParaRPr lang="en-US" sz="5000" dirty="0">
                  <a:latin typeface="Arial" pitchFamily="34" charset="0"/>
                  <a:cs typeface="Arial" pitchFamily="34" charset="0"/>
                </a:endParaRPr>
              </a:p>
            </p:txBody>
          </p:sp>
          <p:sp>
            <p:nvSpPr>
              <p:cNvPr id="722" name="Rectangle 589"/>
              <p:cNvSpPr>
                <a:spLocks noChangeArrowheads="1"/>
              </p:cNvSpPr>
              <p:nvPr/>
            </p:nvSpPr>
            <p:spPr bwMode="auto">
              <a:xfrm>
                <a:off x="17903454" y="19446303"/>
                <a:ext cx="200776" cy="174407"/>
              </a:xfrm>
              <a:prstGeom prst="rect">
                <a:avLst/>
              </a:prstGeom>
              <a:noFill/>
              <a:ln w="19050">
                <a:noFill/>
                <a:miter lim="800000"/>
                <a:headEnd/>
                <a:tailEnd/>
              </a:ln>
            </p:spPr>
            <p:txBody>
              <a:bodyPr vert="horz" wrap="none" lIns="0" tIns="0" rIns="0" bIns="0" numCol="1" anchor="t" anchorCtr="0" compatLnSpc="1">
                <a:prstTxWarp prst="textNoShape">
                  <a:avLst/>
                </a:prstTxWarp>
                <a:spAutoFit/>
              </a:bodyPr>
              <a:lstStyle/>
              <a:p>
                <a:pPr defTabSz="2560320" fontAlgn="base">
                  <a:spcBef>
                    <a:spcPct val="0"/>
                  </a:spcBef>
                  <a:spcAft>
                    <a:spcPct val="0"/>
                  </a:spcAft>
                </a:pPr>
                <a:r>
                  <a:rPr lang="en-US" sz="1700">
                    <a:solidFill>
                      <a:srgbClr val="000000"/>
                    </a:solidFill>
                    <a:latin typeface="Arial" pitchFamily="34" charset="0"/>
                    <a:cs typeface="Arial" pitchFamily="34" charset="0"/>
                  </a:rPr>
                  <a:t>P3</a:t>
                </a:r>
                <a:endParaRPr lang="en-US" sz="5000">
                  <a:latin typeface="Arial" pitchFamily="34" charset="0"/>
                  <a:cs typeface="Arial" pitchFamily="34" charset="0"/>
                </a:endParaRPr>
              </a:p>
            </p:txBody>
          </p:sp>
          <p:sp>
            <p:nvSpPr>
              <p:cNvPr id="723" name="Freeform 80"/>
              <p:cNvSpPr>
                <a:spLocks/>
              </p:cNvSpPr>
              <p:nvPr/>
            </p:nvSpPr>
            <p:spPr bwMode="auto">
              <a:xfrm>
                <a:off x="19484604" y="16729403"/>
                <a:ext cx="768350" cy="749300"/>
              </a:xfrm>
              <a:custGeom>
                <a:avLst/>
                <a:gdLst/>
                <a:ahLst/>
                <a:cxnLst>
                  <a:cxn ang="0">
                    <a:pos x="5" y="10"/>
                  </a:cxn>
                  <a:cxn ang="0">
                    <a:pos x="12" y="12"/>
                  </a:cxn>
                  <a:cxn ang="0">
                    <a:pos x="19" y="14"/>
                  </a:cxn>
                  <a:cxn ang="0">
                    <a:pos x="26" y="19"/>
                  </a:cxn>
                  <a:cxn ang="0">
                    <a:pos x="33" y="19"/>
                  </a:cxn>
                  <a:cxn ang="0">
                    <a:pos x="40" y="19"/>
                  </a:cxn>
                  <a:cxn ang="0">
                    <a:pos x="46" y="16"/>
                  </a:cxn>
                  <a:cxn ang="0">
                    <a:pos x="53" y="14"/>
                  </a:cxn>
                  <a:cxn ang="0">
                    <a:pos x="60" y="16"/>
                  </a:cxn>
                  <a:cxn ang="0">
                    <a:pos x="67" y="21"/>
                  </a:cxn>
                  <a:cxn ang="0">
                    <a:pos x="76" y="30"/>
                  </a:cxn>
                  <a:cxn ang="0">
                    <a:pos x="81" y="40"/>
                  </a:cxn>
                  <a:cxn ang="0">
                    <a:pos x="88" y="49"/>
                  </a:cxn>
                  <a:cxn ang="0">
                    <a:pos x="95" y="53"/>
                  </a:cxn>
                  <a:cxn ang="0">
                    <a:pos x="102" y="51"/>
                  </a:cxn>
                  <a:cxn ang="0">
                    <a:pos x="109" y="44"/>
                  </a:cxn>
                  <a:cxn ang="0">
                    <a:pos x="118" y="35"/>
                  </a:cxn>
                  <a:cxn ang="0">
                    <a:pos x="122" y="23"/>
                  </a:cxn>
                  <a:cxn ang="0">
                    <a:pos x="129" y="14"/>
                  </a:cxn>
                  <a:cxn ang="0">
                    <a:pos x="132" y="7"/>
                  </a:cxn>
                  <a:cxn ang="0">
                    <a:pos x="136" y="3"/>
                  </a:cxn>
                  <a:cxn ang="0">
                    <a:pos x="143" y="0"/>
                  </a:cxn>
                  <a:cxn ang="0">
                    <a:pos x="148" y="7"/>
                  </a:cxn>
                  <a:cxn ang="0">
                    <a:pos x="152" y="19"/>
                  </a:cxn>
                  <a:cxn ang="0">
                    <a:pos x="155" y="30"/>
                  </a:cxn>
                  <a:cxn ang="0">
                    <a:pos x="159" y="46"/>
                  </a:cxn>
                  <a:cxn ang="0">
                    <a:pos x="162" y="65"/>
                  </a:cxn>
                  <a:cxn ang="0">
                    <a:pos x="166" y="79"/>
                  </a:cxn>
                  <a:cxn ang="0">
                    <a:pos x="168" y="97"/>
                  </a:cxn>
                  <a:cxn ang="0">
                    <a:pos x="173" y="106"/>
                  </a:cxn>
                  <a:cxn ang="0">
                    <a:pos x="175" y="116"/>
                  </a:cxn>
                  <a:cxn ang="0">
                    <a:pos x="182" y="118"/>
                  </a:cxn>
                  <a:cxn ang="0">
                    <a:pos x="189" y="106"/>
                  </a:cxn>
                  <a:cxn ang="0">
                    <a:pos x="191" y="99"/>
                  </a:cxn>
                  <a:cxn ang="0">
                    <a:pos x="196" y="90"/>
                  </a:cxn>
                  <a:cxn ang="0">
                    <a:pos x="198" y="79"/>
                  </a:cxn>
                  <a:cxn ang="0">
                    <a:pos x="203" y="69"/>
                  </a:cxn>
                  <a:cxn ang="0">
                    <a:pos x="210" y="60"/>
                  </a:cxn>
                  <a:cxn ang="0">
                    <a:pos x="217" y="56"/>
                  </a:cxn>
                  <a:cxn ang="0">
                    <a:pos x="224" y="51"/>
                  </a:cxn>
                  <a:cxn ang="0">
                    <a:pos x="231" y="44"/>
                  </a:cxn>
                  <a:cxn ang="0">
                    <a:pos x="237" y="35"/>
                  </a:cxn>
                </a:cxnLst>
                <a:rect l="0" t="0" r="r" b="b"/>
                <a:pathLst>
                  <a:path w="242" h="118">
                    <a:moveTo>
                      <a:pt x="0" y="7"/>
                    </a:moveTo>
                    <a:lnTo>
                      <a:pt x="3" y="10"/>
                    </a:lnTo>
                    <a:lnTo>
                      <a:pt x="5" y="10"/>
                    </a:lnTo>
                    <a:lnTo>
                      <a:pt x="7" y="10"/>
                    </a:lnTo>
                    <a:lnTo>
                      <a:pt x="10" y="10"/>
                    </a:lnTo>
                    <a:lnTo>
                      <a:pt x="12" y="12"/>
                    </a:lnTo>
                    <a:lnTo>
                      <a:pt x="14" y="12"/>
                    </a:lnTo>
                    <a:lnTo>
                      <a:pt x="16" y="14"/>
                    </a:lnTo>
                    <a:lnTo>
                      <a:pt x="19" y="14"/>
                    </a:lnTo>
                    <a:lnTo>
                      <a:pt x="21" y="16"/>
                    </a:lnTo>
                    <a:lnTo>
                      <a:pt x="23" y="16"/>
                    </a:lnTo>
                    <a:lnTo>
                      <a:pt x="26" y="19"/>
                    </a:lnTo>
                    <a:lnTo>
                      <a:pt x="28" y="19"/>
                    </a:lnTo>
                    <a:lnTo>
                      <a:pt x="30" y="19"/>
                    </a:lnTo>
                    <a:lnTo>
                      <a:pt x="33" y="19"/>
                    </a:lnTo>
                    <a:lnTo>
                      <a:pt x="35" y="19"/>
                    </a:lnTo>
                    <a:lnTo>
                      <a:pt x="37" y="19"/>
                    </a:lnTo>
                    <a:lnTo>
                      <a:pt x="40" y="19"/>
                    </a:lnTo>
                    <a:lnTo>
                      <a:pt x="42" y="19"/>
                    </a:lnTo>
                    <a:lnTo>
                      <a:pt x="44" y="19"/>
                    </a:lnTo>
                    <a:lnTo>
                      <a:pt x="46" y="16"/>
                    </a:lnTo>
                    <a:lnTo>
                      <a:pt x="49" y="16"/>
                    </a:lnTo>
                    <a:lnTo>
                      <a:pt x="51" y="16"/>
                    </a:lnTo>
                    <a:lnTo>
                      <a:pt x="53" y="14"/>
                    </a:lnTo>
                    <a:lnTo>
                      <a:pt x="56" y="14"/>
                    </a:lnTo>
                    <a:lnTo>
                      <a:pt x="58" y="14"/>
                    </a:lnTo>
                    <a:lnTo>
                      <a:pt x="60" y="16"/>
                    </a:lnTo>
                    <a:lnTo>
                      <a:pt x="63" y="16"/>
                    </a:lnTo>
                    <a:lnTo>
                      <a:pt x="65" y="19"/>
                    </a:lnTo>
                    <a:lnTo>
                      <a:pt x="67" y="21"/>
                    </a:lnTo>
                    <a:lnTo>
                      <a:pt x="69" y="23"/>
                    </a:lnTo>
                    <a:lnTo>
                      <a:pt x="72" y="26"/>
                    </a:lnTo>
                    <a:lnTo>
                      <a:pt x="76" y="30"/>
                    </a:lnTo>
                    <a:lnTo>
                      <a:pt x="76" y="35"/>
                    </a:lnTo>
                    <a:lnTo>
                      <a:pt x="79" y="37"/>
                    </a:lnTo>
                    <a:lnTo>
                      <a:pt x="81" y="40"/>
                    </a:lnTo>
                    <a:lnTo>
                      <a:pt x="86" y="44"/>
                    </a:lnTo>
                    <a:lnTo>
                      <a:pt x="86" y="46"/>
                    </a:lnTo>
                    <a:lnTo>
                      <a:pt x="88" y="49"/>
                    </a:lnTo>
                    <a:lnTo>
                      <a:pt x="90" y="51"/>
                    </a:lnTo>
                    <a:lnTo>
                      <a:pt x="92" y="51"/>
                    </a:lnTo>
                    <a:lnTo>
                      <a:pt x="95" y="53"/>
                    </a:lnTo>
                    <a:lnTo>
                      <a:pt x="97" y="53"/>
                    </a:lnTo>
                    <a:lnTo>
                      <a:pt x="99" y="51"/>
                    </a:lnTo>
                    <a:lnTo>
                      <a:pt x="102" y="51"/>
                    </a:lnTo>
                    <a:lnTo>
                      <a:pt x="104" y="49"/>
                    </a:lnTo>
                    <a:lnTo>
                      <a:pt x="106" y="46"/>
                    </a:lnTo>
                    <a:lnTo>
                      <a:pt x="109" y="44"/>
                    </a:lnTo>
                    <a:lnTo>
                      <a:pt x="111" y="42"/>
                    </a:lnTo>
                    <a:lnTo>
                      <a:pt x="113" y="40"/>
                    </a:lnTo>
                    <a:lnTo>
                      <a:pt x="118" y="35"/>
                    </a:lnTo>
                    <a:lnTo>
                      <a:pt x="118" y="33"/>
                    </a:lnTo>
                    <a:lnTo>
                      <a:pt x="122" y="28"/>
                    </a:lnTo>
                    <a:lnTo>
                      <a:pt x="122" y="23"/>
                    </a:lnTo>
                    <a:lnTo>
                      <a:pt x="127" y="19"/>
                    </a:lnTo>
                    <a:lnTo>
                      <a:pt x="127" y="16"/>
                    </a:lnTo>
                    <a:lnTo>
                      <a:pt x="129" y="14"/>
                    </a:lnTo>
                    <a:lnTo>
                      <a:pt x="129" y="12"/>
                    </a:lnTo>
                    <a:lnTo>
                      <a:pt x="132" y="10"/>
                    </a:lnTo>
                    <a:lnTo>
                      <a:pt x="132" y="7"/>
                    </a:lnTo>
                    <a:lnTo>
                      <a:pt x="136" y="3"/>
                    </a:lnTo>
                    <a:lnTo>
                      <a:pt x="134" y="3"/>
                    </a:lnTo>
                    <a:lnTo>
                      <a:pt x="136" y="3"/>
                    </a:lnTo>
                    <a:lnTo>
                      <a:pt x="138" y="0"/>
                    </a:lnTo>
                    <a:lnTo>
                      <a:pt x="141" y="0"/>
                    </a:lnTo>
                    <a:lnTo>
                      <a:pt x="143" y="0"/>
                    </a:lnTo>
                    <a:lnTo>
                      <a:pt x="145" y="3"/>
                    </a:lnTo>
                    <a:lnTo>
                      <a:pt x="148" y="5"/>
                    </a:lnTo>
                    <a:lnTo>
                      <a:pt x="148" y="7"/>
                    </a:lnTo>
                    <a:lnTo>
                      <a:pt x="150" y="10"/>
                    </a:lnTo>
                    <a:lnTo>
                      <a:pt x="150" y="14"/>
                    </a:lnTo>
                    <a:lnTo>
                      <a:pt x="152" y="19"/>
                    </a:lnTo>
                    <a:lnTo>
                      <a:pt x="152" y="23"/>
                    </a:lnTo>
                    <a:lnTo>
                      <a:pt x="155" y="28"/>
                    </a:lnTo>
                    <a:lnTo>
                      <a:pt x="155" y="30"/>
                    </a:lnTo>
                    <a:lnTo>
                      <a:pt x="157" y="35"/>
                    </a:lnTo>
                    <a:lnTo>
                      <a:pt x="157" y="42"/>
                    </a:lnTo>
                    <a:lnTo>
                      <a:pt x="159" y="46"/>
                    </a:lnTo>
                    <a:lnTo>
                      <a:pt x="159" y="53"/>
                    </a:lnTo>
                    <a:lnTo>
                      <a:pt x="162" y="58"/>
                    </a:lnTo>
                    <a:lnTo>
                      <a:pt x="162" y="65"/>
                    </a:lnTo>
                    <a:lnTo>
                      <a:pt x="164" y="69"/>
                    </a:lnTo>
                    <a:lnTo>
                      <a:pt x="164" y="74"/>
                    </a:lnTo>
                    <a:lnTo>
                      <a:pt x="166" y="79"/>
                    </a:lnTo>
                    <a:lnTo>
                      <a:pt x="166" y="86"/>
                    </a:lnTo>
                    <a:lnTo>
                      <a:pt x="168" y="90"/>
                    </a:lnTo>
                    <a:lnTo>
                      <a:pt x="168" y="97"/>
                    </a:lnTo>
                    <a:lnTo>
                      <a:pt x="171" y="99"/>
                    </a:lnTo>
                    <a:lnTo>
                      <a:pt x="171" y="104"/>
                    </a:lnTo>
                    <a:lnTo>
                      <a:pt x="173" y="106"/>
                    </a:lnTo>
                    <a:lnTo>
                      <a:pt x="173" y="109"/>
                    </a:lnTo>
                    <a:lnTo>
                      <a:pt x="175" y="111"/>
                    </a:lnTo>
                    <a:lnTo>
                      <a:pt x="175" y="116"/>
                    </a:lnTo>
                    <a:lnTo>
                      <a:pt x="178" y="118"/>
                    </a:lnTo>
                    <a:lnTo>
                      <a:pt x="180" y="118"/>
                    </a:lnTo>
                    <a:lnTo>
                      <a:pt x="182" y="118"/>
                    </a:lnTo>
                    <a:lnTo>
                      <a:pt x="187" y="113"/>
                    </a:lnTo>
                    <a:lnTo>
                      <a:pt x="187" y="109"/>
                    </a:lnTo>
                    <a:lnTo>
                      <a:pt x="189" y="106"/>
                    </a:lnTo>
                    <a:lnTo>
                      <a:pt x="189" y="104"/>
                    </a:lnTo>
                    <a:lnTo>
                      <a:pt x="191" y="102"/>
                    </a:lnTo>
                    <a:lnTo>
                      <a:pt x="191" y="99"/>
                    </a:lnTo>
                    <a:lnTo>
                      <a:pt x="194" y="97"/>
                    </a:lnTo>
                    <a:lnTo>
                      <a:pt x="194" y="93"/>
                    </a:lnTo>
                    <a:lnTo>
                      <a:pt x="196" y="90"/>
                    </a:lnTo>
                    <a:lnTo>
                      <a:pt x="196" y="86"/>
                    </a:lnTo>
                    <a:lnTo>
                      <a:pt x="198" y="83"/>
                    </a:lnTo>
                    <a:lnTo>
                      <a:pt x="198" y="79"/>
                    </a:lnTo>
                    <a:lnTo>
                      <a:pt x="201" y="76"/>
                    </a:lnTo>
                    <a:lnTo>
                      <a:pt x="203" y="74"/>
                    </a:lnTo>
                    <a:lnTo>
                      <a:pt x="203" y="69"/>
                    </a:lnTo>
                    <a:lnTo>
                      <a:pt x="205" y="67"/>
                    </a:lnTo>
                    <a:lnTo>
                      <a:pt x="210" y="63"/>
                    </a:lnTo>
                    <a:lnTo>
                      <a:pt x="210" y="60"/>
                    </a:lnTo>
                    <a:lnTo>
                      <a:pt x="212" y="58"/>
                    </a:lnTo>
                    <a:lnTo>
                      <a:pt x="214" y="56"/>
                    </a:lnTo>
                    <a:lnTo>
                      <a:pt x="217" y="56"/>
                    </a:lnTo>
                    <a:lnTo>
                      <a:pt x="219" y="53"/>
                    </a:lnTo>
                    <a:lnTo>
                      <a:pt x="221" y="53"/>
                    </a:lnTo>
                    <a:lnTo>
                      <a:pt x="224" y="51"/>
                    </a:lnTo>
                    <a:lnTo>
                      <a:pt x="226" y="49"/>
                    </a:lnTo>
                    <a:lnTo>
                      <a:pt x="228" y="46"/>
                    </a:lnTo>
                    <a:lnTo>
                      <a:pt x="231" y="44"/>
                    </a:lnTo>
                    <a:lnTo>
                      <a:pt x="235" y="40"/>
                    </a:lnTo>
                    <a:lnTo>
                      <a:pt x="235" y="37"/>
                    </a:lnTo>
                    <a:lnTo>
                      <a:pt x="237" y="35"/>
                    </a:lnTo>
                    <a:lnTo>
                      <a:pt x="240" y="33"/>
                    </a:lnTo>
                    <a:lnTo>
                      <a:pt x="242" y="30"/>
                    </a:lnTo>
                  </a:path>
                </a:pathLst>
              </a:custGeom>
              <a:noFill/>
              <a:ln w="12700" cap="flat">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24" name="Freeform 81"/>
              <p:cNvSpPr>
                <a:spLocks/>
              </p:cNvSpPr>
              <p:nvPr/>
            </p:nvSpPr>
            <p:spPr bwMode="auto">
              <a:xfrm>
                <a:off x="20252954" y="16875455"/>
                <a:ext cx="701676" cy="457200"/>
              </a:xfrm>
              <a:custGeom>
                <a:avLst/>
                <a:gdLst/>
                <a:ahLst/>
                <a:cxnLst>
                  <a:cxn ang="0">
                    <a:pos x="5" y="3"/>
                  </a:cxn>
                  <a:cxn ang="0">
                    <a:pos x="5" y="3"/>
                  </a:cxn>
                  <a:cxn ang="0">
                    <a:pos x="9" y="0"/>
                  </a:cxn>
                  <a:cxn ang="0">
                    <a:pos x="14" y="0"/>
                  </a:cxn>
                  <a:cxn ang="0">
                    <a:pos x="18" y="3"/>
                  </a:cxn>
                  <a:cxn ang="0">
                    <a:pos x="23" y="5"/>
                  </a:cxn>
                  <a:cxn ang="0">
                    <a:pos x="28" y="7"/>
                  </a:cxn>
                  <a:cxn ang="0">
                    <a:pos x="32" y="10"/>
                  </a:cxn>
                  <a:cxn ang="0">
                    <a:pos x="37" y="12"/>
                  </a:cxn>
                  <a:cxn ang="0">
                    <a:pos x="42" y="14"/>
                  </a:cxn>
                  <a:cxn ang="0">
                    <a:pos x="46" y="14"/>
                  </a:cxn>
                  <a:cxn ang="0">
                    <a:pos x="51" y="12"/>
                  </a:cxn>
                  <a:cxn ang="0">
                    <a:pos x="55" y="12"/>
                  </a:cxn>
                  <a:cxn ang="0">
                    <a:pos x="60" y="10"/>
                  </a:cxn>
                  <a:cxn ang="0">
                    <a:pos x="65" y="7"/>
                  </a:cxn>
                  <a:cxn ang="0">
                    <a:pos x="69" y="5"/>
                  </a:cxn>
                  <a:cxn ang="0">
                    <a:pos x="74" y="5"/>
                  </a:cxn>
                  <a:cxn ang="0">
                    <a:pos x="78" y="5"/>
                  </a:cxn>
                  <a:cxn ang="0">
                    <a:pos x="83" y="7"/>
                  </a:cxn>
                  <a:cxn ang="0">
                    <a:pos x="88" y="7"/>
                  </a:cxn>
                  <a:cxn ang="0">
                    <a:pos x="92" y="12"/>
                  </a:cxn>
                  <a:cxn ang="0">
                    <a:pos x="97" y="14"/>
                  </a:cxn>
                  <a:cxn ang="0">
                    <a:pos x="101" y="17"/>
                  </a:cxn>
                  <a:cxn ang="0">
                    <a:pos x="106" y="19"/>
                  </a:cxn>
                  <a:cxn ang="0">
                    <a:pos x="111" y="21"/>
                  </a:cxn>
                  <a:cxn ang="0">
                    <a:pos x="115" y="23"/>
                  </a:cxn>
                  <a:cxn ang="0">
                    <a:pos x="120" y="23"/>
                  </a:cxn>
                  <a:cxn ang="0">
                    <a:pos x="124" y="26"/>
                  </a:cxn>
                  <a:cxn ang="0">
                    <a:pos x="129" y="26"/>
                  </a:cxn>
                  <a:cxn ang="0">
                    <a:pos x="134" y="28"/>
                  </a:cxn>
                  <a:cxn ang="0">
                    <a:pos x="138" y="30"/>
                  </a:cxn>
                  <a:cxn ang="0">
                    <a:pos x="143" y="33"/>
                  </a:cxn>
                  <a:cxn ang="0">
                    <a:pos x="147" y="35"/>
                  </a:cxn>
                  <a:cxn ang="0">
                    <a:pos x="152" y="40"/>
                  </a:cxn>
                  <a:cxn ang="0">
                    <a:pos x="157" y="44"/>
                  </a:cxn>
                  <a:cxn ang="0">
                    <a:pos x="161" y="46"/>
                  </a:cxn>
                  <a:cxn ang="0">
                    <a:pos x="166" y="49"/>
                  </a:cxn>
                  <a:cxn ang="0">
                    <a:pos x="170" y="51"/>
                  </a:cxn>
                  <a:cxn ang="0">
                    <a:pos x="175" y="56"/>
                  </a:cxn>
                  <a:cxn ang="0">
                    <a:pos x="180" y="58"/>
                  </a:cxn>
                  <a:cxn ang="0">
                    <a:pos x="187" y="65"/>
                  </a:cxn>
                  <a:cxn ang="0">
                    <a:pos x="189" y="67"/>
                  </a:cxn>
                  <a:cxn ang="0">
                    <a:pos x="193" y="72"/>
                  </a:cxn>
                  <a:cxn ang="0">
                    <a:pos x="198" y="72"/>
                  </a:cxn>
                  <a:cxn ang="0">
                    <a:pos x="203" y="72"/>
                  </a:cxn>
                  <a:cxn ang="0">
                    <a:pos x="207" y="70"/>
                  </a:cxn>
                  <a:cxn ang="0">
                    <a:pos x="212" y="65"/>
                  </a:cxn>
                  <a:cxn ang="0">
                    <a:pos x="216" y="63"/>
                  </a:cxn>
                  <a:cxn ang="0">
                    <a:pos x="221" y="63"/>
                  </a:cxn>
                </a:cxnLst>
                <a:rect l="0" t="0" r="r" b="b"/>
                <a:pathLst>
                  <a:path w="221" h="72">
                    <a:moveTo>
                      <a:pt x="0" y="7"/>
                    </a:moveTo>
                    <a:lnTo>
                      <a:pt x="5" y="3"/>
                    </a:lnTo>
                    <a:lnTo>
                      <a:pt x="2" y="3"/>
                    </a:lnTo>
                    <a:lnTo>
                      <a:pt x="5" y="3"/>
                    </a:lnTo>
                    <a:lnTo>
                      <a:pt x="7" y="0"/>
                    </a:lnTo>
                    <a:lnTo>
                      <a:pt x="9" y="0"/>
                    </a:lnTo>
                    <a:lnTo>
                      <a:pt x="12" y="0"/>
                    </a:lnTo>
                    <a:lnTo>
                      <a:pt x="14" y="0"/>
                    </a:lnTo>
                    <a:lnTo>
                      <a:pt x="16" y="0"/>
                    </a:lnTo>
                    <a:lnTo>
                      <a:pt x="18" y="3"/>
                    </a:lnTo>
                    <a:lnTo>
                      <a:pt x="21" y="3"/>
                    </a:lnTo>
                    <a:lnTo>
                      <a:pt x="23" y="5"/>
                    </a:lnTo>
                    <a:lnTo>
                      <a:pt x="25" y="5"/>
                    </a:lnTo>
                    <a:lnTo>
                      <a:pt x="28" y="7"/>
                    </a:lnTo>
                    <a:lnTo>
                      <a:pt x="30" y="10"/>
                    </a:lnTo>
                    <a:lnTo>
                      <a:pt x="32" y="10"/>
                    </a:lnTo>
                    <a:lnTo>
                      <a:pt x="35" y="12"/>
                    </a:lnTo>
                    <a:lnTo>
                      <a:pt x="37" y="12"/>
                    </a:lnTo>
                    <a:lnTo>
                      <a:pt x="39" y="14"/>
                    </a:lnTo>
                    <a:lnTo>
                      <a:pt x="42" y="14"/>
                    </a:lnTo>
                    <a:lnTo>
                      <a:pt x="44" y="14"/>
                    </a:lnTo>
                    <a:lnTo>
                      <a:pt x="46" y="14"/>
                    </a:lnTo>
                    <a:lnTo>
                      <a:pt x="48" y="14"/>
                    </a:lnTo>
                    <a:lnTo>
                      <a:pt x="51" y="12"/>
                    </a:lnTo>
                    <a:lnTo>
                      <a:pt x="53" y="12"/>
                    </a:lnTo>
                    <a:lnTo>
                      <a:pt x="55" y="12"/>
                    </a:lnTo>
                    <a:lnTo>
                      <a:pt x="58" y="10"/>
                    </a:lnTo>
                    <a:lnTo>
                      <a:pt x="60" y="10"/>
                    </a:lnTo>
                    <a:lnTo>
                      <a:pt x="62" y="7"/>
                    </a:lnTo>
                    <a:lnTo>
                      <a:pt x="65" y="7"/>
                    </a:lnTo>
                    <a:lnTo>
                      <a:pt x="67" y="5"/>
                    </a:lnTo>
                    <a:lnTo>
                      <a:pt x="69" y="5"/>
                    </a:lnTo>
                    <a:lnTo>
                      <a:pt x="71" y="5"/>
                    </a:lnTo>
                    <a:lnTo>
                      <a:pt x="74" y="5"/>
                    </a:lnTo>
                    <a:lnTo>
                      <a:pt x="76" y="5"/>
                    </a:lnTo>
                    <a:lnTo>
                      <a:pt x="78" y="5"/>
                    </a:lnTo>
                    <a:lnTo>
                      <a:pt x="81" y="5"/>
                    </a:lnTo>
                    <a:lnTo>
                      <a:pt x="83" y="7"/>
                    </a:lnTo>
                    <a:lnTo>
                      <a:pt x="85" y="7"/>
                    </a:lnTo>
                    <a:lnTo>
                      <a:pt x="88" y="7"/>
                    </a:lnTo>
                    <a:lnTo>
                      <a:pt x="90" y="10"/>
                    </a:lnTo>
                    <a:lnTo>
                      <a:pt x="92" y="12"/>
                    </a:lnTo>
                    <a:lnTo>
                      <a:pt x="94" y="12"/>
                    </a:lnTo>
                    <a:lnTo>
                      <a:pt x="97" y="14"/>
                    </a:lnTo>
                    <a:lnTo>
                      <a:pt x="99" y="14"/>
                    </a:lnTo>
                    <a:lnTo>
                      <a:pt x="101" y="17"/>
                    </a:lnTo>
                    <a:lnTo>
                      <a:pt x="104" y="19"/>
                    </a:lnTo>
                    <a:lnTo>
                      <a:pt x="106" y="19"/>
                    </a:lnTo>
                    <a:lnTo>
                      <a:pt x="108" y="19"/>
                    </a:lnTo>
                    <a:lnTo>
                      <a:pt x="111" y="21"/>
                    </a:lnTo>
                    <a:lnTo>
                      <a:pt x="113" y="21"/>
                    </a:lnTo>
                    <a:lnTo>
                      <a:pt x="115" y="23"/>
                    </a:lnTo>
                    <a:lnTo>
                      <a:pt x="117" y="23"/>
                    </a:lnTo>
                    <a:lnTo>
                      <a:pt x="120" y="23"/>
                    </a:lnTo>
                    <a:lnTo>
                      <a:pt x="122" y="26"/>
                    </a:lnTo>
                    <a:lnTo>
                      <a:pt x="124" y="26"/>
                    </a:lnTo>
                    <a:lnTo>
                      <a:pt x="127" y="26"/>
                    </a:lnTo>
                    <a:lnTo>
                      <a:pt x="129" y="26"/>
                    </a:lnTo>
                    <a:lnTo>
                      <a:pt x="131" y="28"/>
                    </a:lnTo>
                    <a:lnTo>
                      <a:pt x="134" y="28"/>
                    </a:lnTo>
                    <a:lnTo>
                      <a:pt x="136" y="28"/>
                    </a:lnTo>
                    <a:lnTo>
                      <a:pt x="138" y="30"/>
                    </a:lnTo>
                    <a:lnTo>
                      <a:pt x="140" y="30"/>
                    </a:lnTo>
                    <a:lnTo>
                      <a:pt x="143" y="33"/>
                    </a:lnTo>
                    <a:lnTo>
                      <a:pt x="145" y="35"/>
                    </a:lnTo>
                    <a:lnTo>
                      <a:pt x="147" y="35"/>
                    </a:lnTo>
                    <a:lnTo>
                      <a:pt x="150" y="37"/>
                    </a:lnTo>
                    <a:lnTo>
                      <a:pt x="152" y="40"/>
                    </a:lnTo>
                    <a:lnTo>
                      <a:pt x="154" y="42"/>
                    </a:lnTo>
                    <a:lnTo>
                      <a:pt x="157" y="44"/>
                    </a:lnTo>
                    <a:lnTo>
                      <a:pt x="159" y="44"/>
                    </a:lnTo>
                    <a:lnTo>
                      <a:pt x="161" y="46"/>
                    </a:lnTo>
                    <a:lnTo>
                      <a:pt x="164" y="49"/>
                    </a:lnTo>
                    <a:lnTo>
                      <a:pt x="166" y="49"/>
                    </a:lnTo>
                    <a:lnTo>
                      <a:pt x="168" y="51"/>
                    </a:lnTo>
                    <a:lnTo>
                      <a:pt x="170" y="51"/>
                    </a:lnTo>
                    <a:lnTo>
                      <a:pt x="173" y="53"/>
                    </a:lnTo>
                    <a:lnTo>
                      <a:pt x="175" y="56"/>
                    </a:lnTo>
                    <a:lnTo>
                      <a:pt x="177" y="58"/>
                    </a:lnTo>
                    <a:lnTo>
                      <a:pt x="180" y="58"/>
                    </a:lnTo>
                    <a:lnTo>
                      <a:pt x="182" y="60"/>
                    </a:lnTo>
                    <a:lnTo>
                      <a:pt x="187" y="65"/>
                    </a:lnTo>
                    <a:lnTo>
                      <a:pt x="187" y="67"/>
                    </a:lnTo>
                    <a:lnTo>
                      <a:pt x="189" y="67"/>
                    </a:lnTo>
                    <a:lnTo>
                      <a:pt x="191" y="70"/>
                    </a:lnTo>
                    <a:lnTo>
                      <a:pt x="193" y="72"/>
                    </a:lnTo>
                    <a:lnTo>
                      <a:pt x="196" y="72"/>
                    </a:lnTo>
                    <a:lnTo>
                      <a:pt x="198" y="72"/>
                    </a:lnTo>
                    <a:lnTo>
                      <a:pt x="200" y="72"/>
                    </a:lnTo>
                    <a:lnTo>
                      <a:pt x="203" y="72"/>
                    </a:lnTo>
                    <a:lnTo>
                      <a:pt x="205" y="70"/>
                    </a:lnTo>
                    <a:lnTo>
                      <a:pt x="207" y="70"/>
                    </a:lnTo>
                    <a:lnTo>
                      <a:pt x="210" y="67"/>
                    </a:lnTo>
                    <a:lnTo>
                      <a:pt x="212" y="65"/>
                    </a:lnTo>
                    <a:lnTo>
                      <a:pt x="214" y="63"/>
                    </a:lnTo>
                    <a:lnTo>
                      <a:pt x="216" y="63"/>
                    </a:lnTo>
                    <a:lnTo>
                      <a:pt x="219" y="63"/>
                    </a:lnTo>
                    <a:lnTo>
                      <a:pt x="221" y="63"/>
                    </a:lnTo>
                  </a:path>
                </a:pathLst>
              </a:custGeom>
              <a:noFill/>
              <a:ln w="12700" cap="flat">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grpSp>
            <p:nvGrpSpPr>
              <p:cNvPr id="725" name="Group 727"/>
              <p:cNvGrpSpPr/>
              <p:nvPr/>
            </p:nvGrpSpPr>
            <p:grpSpPr>
              <a:xfrm>
                <a:off x="19494128" y="16684955"/>
                <a:ext cx="1460502" cy="736600"/>
                <a:chOff x="1681162" y="822326"/>
                <a:chExt cx="730251" cy="368300"/>
              </a:xfrm>
            </p:grpSpPr>
            <p:sp>
              <p:nvSpPr>
                <p:cNvPr id="785" name="Freeform 87"/>
                <p:cNvSpPr>
                  <a:spLocks/>
                </p:cNvSpPr>
                <p:nvPr/>
              </p:nvSpPr>
              <p:spPr bwMode="auto">
                <a:xfrm>
                  <a:off x="1681162" y="822326"/>
                  <a:ext cx="354013" cy="368300"/>
                </a:xfrm>
                <a:custGeom>
                  <a:avLst/>
                  <a:gdLst/>
                  <a:ahLst/>
                  <a:cxnLst>
                    <a:cxn ang="0">
                      <a:pos x="2" y="21"/>
                    </a:cxn>
                    <a:cxn ang="0">
                      <a:pos x="9" y="26"/>
                    </a:cxn>
                    <a:cxn ang="0">
                      <a:pos x="16" y="26"/>
                    </a:cxn>
                    <a:cxn ang="0">
                      <a:pos x="23" y="23"/>
                    </a:cxn>
                    <a:cxn ang="0">
                      <a:pos x="30" y="19"/>
                    </a:cxn>
                    <a:cxn ang="0">
                      <a:pos x="37" y="19"/>
                    </a:cxn>
                    <a:cxn ang="0">
                      <a:pos x="43" y="19"/>
                    </a:cxn>
                    <a:cxn ang="0">
                      <a:pos x="50" y="21"/>
                    </a:cxn>
                    <a:cxn ang="0">
                      <a:pos x="57" y="26"/>
                    </a:cxn>
                    <a:cxn ang="0">
                      <a:pos x="64" y="30"/>
                    </a:cxn>
                    <a:cxn ang="0">
                      <a:pos x="71" y="37"/>
                    </a:cxn>
                    <a:cxn ang="0">
                      <a:pos x="78" y="40"/>
                    </a:cxn>
                    <a:cxn ang="0">
                      <a:pos x="85" y="42"/>
                    </a:cxn>
                    <a:cxn ang="0">
                      <a:pos x="92" y="44"/>
                    </a:cxn>
                    <a:cxn ang="0">
                      <a:pos x="99" y="47"/>
                    </a:cxn>
                    <a:cxn ang="0">
                      <a:pos x="106" y="47"/>
                    </a:cxn>
                    <a:cxn ang="0">
                      <a:pos x="112" y="47"/>
                    </a:cxn>
                    <a:cxn ang="0">
                      <a:pos x="122" y="37"/>
                    </a:cxn>
                    <a:cxn ang="0">
                      <a:pos x="126" y="28"/>
                    </a:cxn>
                    <a:cxn ang="0">
                      <a:pos x="129" y="19"/>
                    </a:cxn>
                    <a:cxn ang="0">
                      <a:pos x="133" y="10"/>
                    </a:cxn>
                    <a:cxn ang="0">
                      <a:pos x="140" y="0"/>
                    </a:cxn>
                    <a:cxn ang="0">
                      <a:pos x="142" y="0"/>
                    </a:cxn>
                    <a:cxn ang="0">
                      <a:pos x="147" y="7"/>
                    </a:cxn>
                    <a:cxn ang="0">
                      <a:pos x="152" y="17"/>
                    </a:cxn>
                    <a:cxn ang="0">
                      <a:pos x="154" y="30"/>
                    </a:cxn>
                    <a:cxn ang="0">
                      <a:pos x="159" y="47"/>
                    </a:cxn>
                    <a:cxn ang="0">
                      <a:pos x="161" y="65"/>
                    </a:cxn>
                    <a:cxn ang="0">
                      <a:pos x="165" y="81"/>
                    </a:cxn>
                    <a:cxn ang="0">
                      <a:pos x="168" y="100"/>
                    </a:cxn>
                    <a:cxn ang="0">
                      <a:pos x="172" y="106"/>
                    </a:cxn>
                    <a:cxn ang="0">
                      <a:pos x="175" y="116"/>
                    </a:cxn>
                    <a:cxn ang="0">
                      <a:pos x="182" y="113"/>
                    </a:cxn>
                    <a:cxn ang="0">
                      <a:pos x="186" y="106"/>
                    </a:cxn>
                    <a:cxn ang="0">
                      <a:pos x="188" y="95"/>
                    </a:cxn>
                    <a:cxn ang="0">
                      <a:pos x="193" y="83"/>
                    </a:cxn>
                    <a:cxn ang="0">
                      <a:pos x="195" y="70"/>
                    </a:cxn>
                    <a:cxn ang="0">
                      <a:pos x="200" y="60"/>
                    </a:cxn>
                    <a:cxn ang="0">
                      <a:pos x="202" y="47"/>
                    </a:cxn>
                    <a:cxn ang="0">
                      <a:pos x="207" y="40"/>
                    </a:cxn>
                    <a:cxn ang="0">
                      <a:pos x="211" y="30"/>
                    </a:cxn>
                    <a:cxn ang="0">
                      <a:pos x="218" y="26"/>
                    </a:cxn>
                  </a:cxnLst>
                  <a:rect l="0" t="0" r="r" b="b"/>
                  <a:pathLst>
                    <a:path w="223" h="116">
                      <a:moveTo>
                        <a:pt x="0" y="19"/>
                      </a:moveTo>
                      <a:lnTo>
                        <a:pt x="0" y="21"/>
                      </a:lnTo>
                      <a:lnTo>
                        <a:pt x="2" y="21"/>
                      </a:lnTo>
                      <a:lnTo>
                        <a:pt x="4" y="23"/>
                      </a:lnTo>
                      <a:lnTo>
                        <a:pt x="7" y="23"/>
                      </a:lnTo>
                      <a:lnTo>
                        <a:pt x="9" y="26"/>
                      </a:lnTo>
                      <a:lnTo>
                        <a:pt x="11" y="26"/>
                      </a:lnTo>
                      <a:lnTo>
                        <a:pt x="13" y="26"/>
                      </a:lnTo>
                      <a:lnTo>
                        <a:pt x="16" y="26"/>
                      </a:lnTo>
                      <a:lnTo>
                        <a:pt x="18" y="23"/>
                      </a:lnTo>
                      <a:lnTo>
                        <a:pt x="20" y="23"/>
                      </a:lnTo>
                      <a:lnTo>
                        <a:pt x="23" y="23"/>
                      </a:lnTo>
                      <a:lnTo>
                        <a:pt x="25" y="21"/>
                      </a:lnTo>
                      <a:lnTo>
                        <a:pt x="27" y="21"/>
                      </a:lnTo>
                      <a:lnTo>
                        <a:pt x="30" y="19"/>
                      </a:lnTo>
                      <a:lnTo>
                        <a:pt x="32" y="19"/>
                      </a:lnTo>
                      <a:lnTo>
                        <a:pt x="34" y="19"/>
                      </a:lnTo>
                      <a:lnTo>
                        <a:pt x="37" y="19"/>
                      </a:lnTo>
                      <a:lnTo>
                        <a:pt x="39" y="19"/>
                      </a:lnTo>
                      <a:lnTo>
                        <a:pt x="41" y="19"/>
                      </a:lnTo>
                      <a:lnTo>
                        <a:pt x="43" y="19"/>
                      </a:lnTo>
                      <a:lnTo>
                        <a:pt x="46" y="19"/>
                      </a:lnTo>
                      <a:lnTo>
                        <a:pt x="48" y="21"/>
                      </a:lnTo>
                      <a:lnTo>
                        <a:pt x="50" y="21"/>
                      </a:lnTo>
                      <a:lnTo>
                        <a:pt x="53" y="23"/>
                      </a:lnTo>
                      <a:lnTo>
                        <a:pt x="55" y="23"/>
                      </a:lnTo>
                      <a:lnTo>
                        <a:pt x="57" y="26"/>
                      </a:lnTo>
                      <a:lnTo>
                        <a:pt x="60" y="28"/>
                      </a:lnTo>
                      <a:lnTo>
                        <a:pt x="62" y="30"/>
                      </a:lnTo>
                      <a:lnTo>
                        <a:pt x="64" y="30"/>
                      </a:lnTo>
                      <a:lnTo>
                        <a:pt x="66" y="33"/>
                      </a:lnTo>
                      <a:lnTo>
                        <a:pt x="69" y="35"/>
                      </a:lnTo>
                      <a:lnTo>
                        <a:pt x="71" y="37"/>
                      </a:lnTo>
                      <a:lnTo>
                        <a:pt x="73" y="37"/>
                      </a:lnTo>
                      <a:lnTo>
                        <a:pt x="76" y="40"/>
                      </a:lnTo>
                      <a:lnTo>
                        <a:pt x="78" y="40"/>
                      </a:lnTo>
                      <a:lnTo>
                        <a:pt x="80" y="42"/>
                      </a:lnTo>
                      <a:lnTo>
                        <a:pt x="83" y="42"/>
                      </a:lnTo>
                      <a:lnTo>
                        <a:pt x="85" y="42"/>
                      </a:lnTo>
                      <a:lnTo>
                        <a:pt x="87" y="44"/>
                      </a:lnTo>
                      <a:lnTo>
                        <a:pt x="89" y="44"/>
                      </a:lnTo>
                      <a:lnTo>
                        <a:pt x="92" y="44"/>
                      </a:lnTo>
                      <a:lnTo>
                        <a:pt x="94" y="44"/>
                      </a:lnTo>
                      <a:lnTo>
                        <a:pt x="96" y="44"/>
                      </a:lnTo>
                      <a:lnTo>
                        <a:pt x="99" y="47"/>
                      </a:lnTo>
                      <a:lnTo>
                        <a:pt x="101" y="47"/>
                      </a:lnTo>
                      <a:lnTo>
                        <a:pt x="103" y="47"/>
                      </a:lnTo>
                      <a:lnTo>
                        <a:pt x="106" y="47"/>
                      </a:lnTo>
                      <a:lnTo>
                        <a:pt x="108" y="47"/>
                      </a:lnTo>
                      <a:lnTo>
                        <a:pt x="110" y="47"/>
                      </a:lnTo>
                      <a:lnTo>
                        <a:pt x="112" y="47"/>
                      </a:lnTo>
                      <a:lnTo>
                        <a:pt x="115" y="44"/>
                      </a:lnTo>
                      <a:lnTo>
                        <a:pt x="117" y="42"/>
                      </a:lnTo>
                      <a:lnTo>
                        <a:pt x="122" y="37"/>
                      </a:lnTo>
                      <a:lnTo>
                        <a:pt x="122" y="33"/>
                      </a:lnTo>
                      <a:lnTo>
                        <a:pt x="124" y="30"/>
                      </a:lnTo>
                      <a:lnTo>
                        <a:pt x="126" y="28"/>
                      </a:lnTo>
                      <a:lnTo>
                        <a:pt x="126" y="23"/>
                      </a:lnTo>
                      <a:lnTo>
                        <a:pt x="129" y="21"/>
                      </a:lnTo>
                      <a:lnTo>
                        <a:pt x="129" y="19"/>
                      </a:lnTo>
                      <a:lnTo>
                        <a:pt x="131" y="17"/>
                      </a:lnTo>
                      <a:lnTo>
                        <a:pt x="131" y="12"/>
                      </a:lnTo>
                      <a:lnTo>
                        <a:pt x="133" y="10"/>
                      </a:lnTo>
                      <a:lnTo>
                        <a:pt x="135" y="7"/>
                      </a:lnTo>
                      <a:lnTo>
                        <a:pt x="135" y="5"/>
                      </a:lnTo>
                      <a:lnTo>
                        <a:pt x="140" y="0"/>
                      </a:lnTo>
                      <a:lnTo>
                        <a:pt x="138" y="0"/>
                      </a:lnTo>
                      <a:lnTo>
                        <a:pt x="140" y="0"/>
                      </a:lnTo>
                      <a:lnTo>
                        <a:pt x="142" y="0"/>
                      </a:lnTo>
                      <a:lnTo>
                        <a:pt x="145" y="3"/>
                      </a:lnTo>
                      <a:lnTo>
                        <a:pt x="147" y="5"/>
                      </a:lnTo>
                      <a:lnTo>
                        <a:pt x="147" y="7"/>
                      </a:lnTo>
                      <a:lnTo>
                        <a:pt x="149" y="10"/>
                      </a:lnTo>
                      <a:lnTo>
                        <a:pt x="149" y="14"/>
                      </a:lnTo>
                      <a:lnTo>
                        <a:pt x="152" y="17"/>
                      </a:lnTo>
                      <a:lnTo>
                        <a:pt x="152" y="21"/>
                      </a:lnTo>
                      <a:lnTo>
                        <a:pt x="154" y="23"/>
                      </a:lnTo>
                      <a:lnTo>
                        <a:pt x="154" y="30"/>
                      </a:lnTo>
                      <a:lnTo>
                        <a:pt x="156" y="35"/>
                      </a:lnTo>
                      <a:lnTo>
                        <a:pt x="156" y="44"/>
                      </a:lnTo>
                      <a:lnTo>
                        <a:pt x="159" y="47"/>
                      </a:lnTo>
                      <a:lnTo>
                        <a:pt x="159" y="56"/>
                      </a:lnTo>
                      <a:lnTo>
                        <a:pt x="161" y="60"/>
                      </a:lnTo>
                      <a:lnTo>
                        <a:pt x="161" y="65"/>
                      </a:lnTo>
                      <a:lnTo>
                        <a:pt x="163" y="70"/>
                      </a:lnTo>
                      <a:lnTo>
                        <a:pt x="163" y="76"/>
                      </a:lnTo>
                      <a:lnTo>
                        <a:pt x="165" y="81"/>
                      </a:lnTo>
                      <a:lnTo>
                        <a:pt x="165" y="88"/>
                      </a:lnTo>
                      <a:lnTo>
                        <a:pt x="168" y="93"/>
                      </a:lnTo>
                      <a:lnTo>
                        <a:pt x="168" y="100"/>
                      </a:lnTo>
                      <a:lnTo>
                        <a:pt x="170" y="102"/>
                      </a:lnTo>
                      <a:lnTo>
                        <a:pt x="170" y="104"/>
                      </a:lnTo>
                      <a:lnTo>
                        <a:pt x="172" y="106"/>
                      </a:lnTo>
                      <a:lnTo>
                        <a:pt x="172" y="111"/>
                      </a:lnTo>
                      <a:lnTo>
                        <a:pt x="177" y="116"/>
                      </a:lnTo>
                      <a:lnTo>
                        <a:pt x="175" y="116"/>
                      </a:lnTo>
                      <a:lnTo>
                        <a:pt x="177" y="116"/>
                      </a:lnTo>
                      <a:lnTo>
                        <a:pt x="179" y="116"/>
                      </a:lnTo>
                      <a:lnTo>
                        <a:pt x="182" y="113"/>
                      </a:lnTo>
                      <a:lnTo>
                        <a:pt x="184" y="111"/>
                      </a:lnTo>
                      <a:lnTo>
                        <a:pt x="184" y="109"/>
                      </a:lnTo>
                      <a:lnTo>
                        <a:pt x="186" y="106"/>
                      </a:lnTo>
                      <a:lnTo>
                        <a:pt x="186" y="102"/>
                      </a:lnTo>
                      <a:lnTo>
                        <a:pt x="188" y="97"/>
                      </a:lnTo>
                      <a:lnTo>
                        <a:pt x="188" y="95"/>
                      </a:lnTo>
                      <a:lnTo>
                        <a:pt x="191" y="93"/>
                      </a:lnTo>
                      <a:lnTo>
                        <a:pt x="191" y="88"/>
                      </a:lnTo>
                      <a:lnTo>
                        <a:pt x="193" y="83"/>
                      </a:lnTo>
                      <a:lnTo>
                        <a:pt x="193" y="79"/>
                      </a:lnTo>
                      <a:lnTo>
                        <a:pt x="195" y="74"/>
                      </a:lnTo>
                      <a:lnTo>
                        <a:pt x="195" y="70"/>
                      </a:lnTo>
                      <a:lnTo>
                        <a:pt x="198" y="65"/>
                      </a:lnTo>
                      <a:lnTo>
                        <a:pt x="198" y="63"/>
                      </a:lnTo>
                      <a:lnTo>
                        <a:pt x="200" y="60"/>
                      </a:lnTo>
                      <a:lnTo>
                        <a:pt x="200" y="56"/>
                      </a:lnTo>
                      <a:lnTo>
                        <a:pt x="202" y="51"/>
                      </a:lnTo>
                      <a:lnTo>
                        <a:pt x="202" y="47"/>
                      </a:lnTo>
                      <a:lnTo>
                        <a:pt x="205" y="44"/>
                      </a:lnTo>
                      <a:lnTo>
                        <a:pt x="205" y="42"/>
                      </a:lnTo>
                      <a:lnTo>
                        <a:pt x="207" y="40"/>
                      </a:lnTo>
                      <a:lnTo>
                        <a:pt x="207" y="37"/>
                      </a:lnTo>
                      <a:lnTo>
                        <a:pt x="211" y="33"/>
                      </a:lnTo>
                      <a:lnTo>
                        <a:pt x="211" y="30"/>
                      </a:lnTo>
                      <a:lnTo>
                        <a:pt x="214" y="28"/>
                      </a:lnTo>
                      <a:lnTo>
                        <a:pt x="216" y="26"/>
                      </a:lnTo>
                      <a:lnTo>
                        <a:pt x="218" y="26"/>
                      </a:lnTo>
                      <a:lnTo>
                        <a:pt x="221" y="23"/>
                      </a:lnTo>
                      <a:lnTo>
                        <a:pt x="223" y="23"/>
                      </a:lnTo>
                    </a:path>
                  </a:pathLst>
                </a:custGeom>
                <a:noFill/>
                <a:ln w="1270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86" name="Freeform 88"/>
                <p:cNvSpPr>
                  <a:spLocks/>
                </p:cNvSpPr>
                <p:nvPr/>
              </p:nvSpPr>
              <p:spPr bwMode="auto">
                <a:xfrm>
                  <a:off x="2035175" y="844550"/>
                  <a:ext cx="376238" cy="257176"/>
                </a:xfrm>
                <a:custGeom>
                  <a:avLst/>
                  <a:gdLst/>
                  <a:ahLst/>
                  <a:cxnLst>
                    <a:cxn ang="0">
                      <a:pos x="2" y="16"/>
                    </a:cxn>
                    <a:cxn ang="0">
                      <a:pos x="7" y="16"/>
                    </a:cxn>
                    <a:cxn ang="0">
                      <a:pos x="11" y="16"/>
                    </a:cxn>
                    <a:cxn ang="0">
                      <a:pos x="16" y="14"/>
                    </a:cxn>
                    <a:cxn ang="0">
                      <a:pos x="21" y="12"/>
                    </a:cxn>
                    <a:cxn ang="0">
                      <a:pos x="25" y="10"/>
                    </a:cxn>
                    <a:cxn ang="0">
                      <a:pos x="30" y="7"/>
                    </a:cxn>
                    <a:cxn ang="0">
                      <a:pos x="34" y="5"/>
                    </a:cxn>
                    <a:cxn ang="0">
                      <a:pos x="39" y="3"/>
                    </a:cxn>
                    <a:cxn ang="0">
                      <a:pos x="44" y="3"/>
                    </a:cxn>
                    <a:cxn ang="0">
                      <a:pos x="48" y="0"/>
                    </a:cxn>
                    <a:cxn ang="0">
                      <a:pos x="53" y="0"/>
                    </a:cxn>
                    <a:cxn ang="0">
                      <a:pos x="58" y="0"/>
                    </a:cxn>
                    <a:cxn ang="0">
                      <a:pos x="62" y="0"/>
                    </a:cxn>
                    <a:cxn ang="0">
                      <a:pos x="67" y="3"/>
                    </a:cxn>
                    <a:cxn ang="0">
                      <a:pos x="71" y="5"/>
                    </a:cxn>
                    <a:cxn ang="0">
                      <a:pos x="76" y="7"/>
                    </a:cxn>
                    <a:cxn ang="0">
                      <a:pos x="81" y="10"/>
                    </a:cxn>
                    <a:cxn ang="0">
                      <a:pos x="85" y="12"/>
                    </a:cxn>
                    <a:cxn ang="0">
                      <a:pos x="90" y="14"/>
                    </a:cxn>
                    <a:cxn ang="0">
                      <a:pos x="94" y="14"/>
                    </a:cxn>
                    <a:cxn ang="0">
                      <a:pos x="99" y="16"/>
                    </a:cxn>
                    <a:cxn ang="0">
                      <a:pos x="104" y="16"/>
                    </a:cxn>
                    <a:cxn ang="0">
                      <a:pos x="108" y="19"/>
                    </a:cxn>
                    <a:cxn ang="0">
                      <a:pos x="113" y="21"/>
                    </a:cxn>
                    <a:cxn ang="0">
                      <a:pos x="117" y="23"/>
                    </a:cxn>
                    <a:cxn ang="0">
                      <a:pos x="122" y="26"/>
                    </a:cxn>
                    <a:cxn ang="0">
                      <a:pos x="127" y="28"/>
                    </a:cxn>
                    <a:cxn ang="0">
                      <a:pos x="131" y="28"/>
                    </a:cxn>
                    <a:cxn ang="0">
                      <a:pos x="136" y="30"/>
                    </a:cxn>
                    <a:cxn ang="0">
                      <a:pos x="140" y="30"/>
                    </a:cxn>
                    <a:cxn ang="0">
                      <a:pos x="145" y="33"/>
                    </a:cxn>
                    <a:cxn ang="0">
                      <a:pos x="150" y="35"/>
                    </a:cxn>
                    <a:cxn ang="0">
                      <a:pos x="154" y="37"/>
                    </a:cxn>
                    <a:cxn ang="0">
                      <a:pos x="159" y="42"/>
                    </a:cxn>
                    <a:cxn ang="0">
                      <a:pos x="163" y="46"/>
                    </a:cxn>
                    <a:cxn ang="0">
                      <a:pos x="168" y="51"/>
                    </a:cxn>
                    <a:cxn ang="0">
                      <a:pos x="173" y="53"/>
                    </a:cxn>
                    <a:cxn ang="0">
                      <a:pos x="177" y="56"/>
                    </a:cxn>
                    <a:cxn ang="0">
                      <a:pos x="182" y="56"/>
                    </a:cxn>
                    <a:cxn ang="0">
                      <a:pos x="186" y="53"/>
                    </a:cxn>
                    <a:cxn ang="0">
                      <a:pos x="191" y="53"/>
                    </a:cxn>
                    <a:cxn ang="0">
                      <a:pos x="196" y="53"/>
                    </a:cxn>
                    <a:cxn ang="0">
                      <a:pos x="200" y="53"/>
                    </a:cxn>
                    <a:cxn ang="0">
                      <a:pos x="205" y="56"/>
                    </a:cxn>
                    <a:cxn ang="0">
                      <a:pos x="209" y="58"/>
                    </a:cxn>
                    <a:cxn ang="0">
                      <a:pos x="214" y="60"/>
                    </a:cxn>
                    <a:cxn ang="0">
                      <a:pos x="219" y="65"/>
                    </a:cxn>
                    <a:cxn ang="0">
                      <a:pos x="223" y="69"/>
                    </a:cxn>
                    <a:cxn ang="0">
                      <a:pos x="228" y="74"/>
                    </a:cxn>
                    <a:cxn ang="0">
                      <a:pos x="232" y="79"/>
                    </a:cxn>
                    <a:cxn ang="0">
                      <a:pos x="237" y="81"/>
                    </a:cxn>
                  </a:cxnLst>
                  <a:rect l="0" t="0" r="r" b="b"/>
                  <a:pathLst>
                    <a:path w="237" h="81">
                      <a:moveTo>
                        <a:pt x="0" y="16"/>
                      </a:moveTo>
                      <a:lnTo>
                        <a:pt x="2" y="16"/>
                      </a:lnTo>
                      <a:lnTo>
                        <a:pt x="5" y="16"/>
                      </a:lnTo>
                      <a:lnTo>
                        <a:pt x="7" y="16"/>
                      </a:lnTo>
                      <a:lnTo>
                        <a:pt x="9" y="16"/>
                      </a:lnTo>
                      <a:lnTo>
                        <a:pt x="11" y="16"/>
                      </a:lnTo>
                      <a:lnTo>
                        <a:pt x="14" y="14"/>
                      </a:lnTo>
                      <a:lnTo>
                        <a:pt x="16" y="14"/>
                      </a:lnTo>
                      <a:lnTo>
                        <a:pt x="18" y="14"/>
                      </a:lnTo>
                      <a:lnTo>
                        <a:pt x="21" y="12"/>
                      </a:lnTo>
                      <a:lnTo>
                        <a:pt x="23" y="12"/>
                      </a:lnTo>
                      <a:lnTo>
                        <a:pt x="25" y="10"/>
                      </a:lnTo>
                      <a:lnTo>
                        <a:pt x="28" y="10"/>
                      </a:lnTo>
                      <a:lnTo>
                        <a:pt x="30" y="7"/>
                      </a:lnTo>
                      <a:lnTo>
                        <a:pt x="32" y="7"/>
                      </a:lnTo>
                      <a:lnTo>
                        <a:pt x="34" y="5"/>
                      </a:lnTo>
                      <a:lnTo>
                        <a:pt x="37" y="5"/>
                      </a:lnTo>
                      <a:lnTo>
                        <a:pt x="39" y="3"/>
                      </a:lnTo>
                      <a:lnTo>
                        <a:pt x="41" y="3"/>
                      </a:lnTo>
                      <a:lnTo>
                        <a:pt x="44" y="3"/>
                      </a:lnTo>
                      <a:lnTo>
                        <a:pt x="46" y="0"/>
                      </a:lnTo>
                      <a:lnTo>
                        <a:pt x="48" y="0"/>
                      </a:lnTo>
                      <a:lnTo>
                        <a:pt x="51" y="0"/>
                      </a:lnTo>
                      <a:lnTo>
                        <a:pt x="53" y="0"/>
                      </a:lnTo>
                      <a:lnTo>
                        <a:pt x="55" y="0"/>
                      </a:lnTo>
                      <a:lnTo>
                        <a:pt x="58" y="0"/>
                      </a:lnTo>
                      <a:lnTo>
                        <a:pt x="60" y="0"/>
                      </a:lnTo>
                      <a:lnTo>
                        <a:pt x="62" y="0"/>
                      </a:lnTo>
                      <a:lnTo>
                        <a:pt x="64" y="0"/>
                      </a:lnTo>
                      <a:lnTo>
                        <a:pt x="67" y="3"/>
                      </a:lnTo>
                      <a:lnTo>
                        <a:pt x="69" y="3"/>
                      </a:lnTo>
                      <a:lnTo>
                        <a:pt x="71" y="5"/>
                      </a:lnTo>
                      <a:lnTo>
                        <a:pt x="74" y="5"/>
                      </a:lnTo>
                      <a:lnTo>
                        <a:pt x="76" y="7"/>
                      </a:lnTo>
                      <a:lnTo>
                        <a:pt x="78" y="7"/>
                      </a:lnTo>
                      <a:lnTo>
                        <a:pt x="81" y="10"/>
                      </a:lnTo>
                      <a:lnTo>
                        <a:pt x="83" y="10"/>
                      </a:lnTo>
                      <a:lnTo>
                        <a:pt x="85" y="12"/>
                      </a:lnTo>
                      <a:lnTo>
                        <a:pt x="87" y="12"/>
                      </a:lnTo>
                      <a:lnTo>
                        <a:pt x="90" y="14"/>
                      </a:lnTo>
                      <a:lnTo>
                        <a:pt x="92" y="14"/>
                      </a:lnTo>
                      <a:lnTo>
                        <a:pt x="94" y="14"/>
                      </a:lnTo>
                      <a:lnTo>
                        <a:pt x="97" y="16"/>
                      </a:lnTo>
                      <a:lnTo>
                        <a:pt x="99" y="16"/>
                      </a:lnTo>
                      <a:lnTo>
                        <a:pt x="101" y="16"/>
                      </a:lnTo>
                      <a:lnTo>
                        <a:pt x="104" y="16"/>
                      </a:lnTo>
                      <a:lnTo>
                        <a:pt x="106" y="19"/>
                      </a:lnTo>
                      <a:lnTo>
                        <a:pt x="108" y="19"/>
                      </a:lnTo>
                      <a:lnTo>
                        <a:pt x="110" y="21"/>
                      </a:lnTo>
                      <a:lnTo>
                        <a:pt x="113" y="21"/>
                      </a:lnTo>
                      <a:lnTo>
                        <a:pt x="115" y="23"/>
                      </a:lnTo>
                      <a:lnTo>
                        <a:pt x="117" y="23"/>
                      </a:lnTo>
                      <a:lnTo>
                        <a:pt x="120" y="26"/>
                      </a:lnTo>
                      <a:lnTo>
                        <a:pt x="122" y="26"/>
                      </a:lnTo>
                      <a:lnTo>
                        <a:pt x="124" y="26"/>
                      </a:lnTo>
                      <a:lnTo>
                        <a:pt x="127" y="28"/>
                      </a:lnTo>
                      <a:lnTo>
                        <a:pt x="129" y="28"/>
                      </a:lnTo>
                      <a:lnTo>
                        <a:pt x="131" y="28"/>
                      </a:lnTo>
                      <a:lnTo>
                        <a:pt x="133" y="28"/>
                      </a:lnTo>
                      <a:lnTo>
                        <a:pt x="136" y="30"/>
                      </a:lnTo>
                      <a:lnTo>
                        <a:pt x="138" y="30"/>
                      </a:lnTo>
                      <a:lnTo>
                        <a:pt x="140" y="30"/>
                      </a:lnTo>
                      <a:lnTo>
                        <a:pt x="143" y="30"/>
                      </a:lnTo>
                      <a:lnTo>
                        <a:pt x="145" y="33"/>
                      </a:lnTo>
                      <a:lnTo>
                        <a:pt x="147" y="33"/>
                      </a:lnTo>
                      <a:lnTo>
                        <a:pt x="150" y="35"/>
                      </a:lnTo>
                      <a:lnTo>
                        <a:pt x="152" y="35"/>
                      </a:lnTo>
                      <a:lnTo>
                        <a:pt x="154" y="37"/>
                      </a:lnTo>
                      <a:lnTo>
                        <a:pt x="156" y="40"/>
                      </a:lnTo>
                      <a:lnTo>
                        <a:pt x="159" y="42"/>
                      </a:lnTo>
                      <a:lnTo>
                        <a:pt x="161" y="44"/>
                      </a:lnTo>
                      <a:lnTo>
                        <a:pt x="163" y="46"/>
                      </a:lnTo>
                      <a:lnTo>
                        <a:pt x="166" y="49"/>
                      </a:lnTo>
                      <a:lnTo>
                        <a:pt x="168" y="51"/>
                      </a:lnTo>
                      <a:lnTo>
                        <a:pt x="170" y="51"/>
                      </a:lnTo>
                      <a:lnTo>
                        <a:pt x="173" y="53"/>
                      </a:lnTo>
                      <a:lnTo>
                        <a:pt x="175" y="53"/>
                      </a:lnTo>
                      <a:lnTo>
                        <a:pt x="177" y="56"/>
                      </a:lnTo>
                      <a:lnTo>
                        <a:pt x="180" y="56"/>
                      </a:lnTo>
                      <a:lnTo>
                        <a:pt x="182" y="56"/>
                      </a:lnTo>
                      <a:lnTo>
                        <a:pt x="184" y="56"/>
                      </a:lnTo>
                      <a:lnTo>
                        <a:pt x="186" y="53"/>
                      </a:lnTo>
                      <a:lnTo>
                        <a:pt x="189" y="53"/>
                      </a:lnTo>
                      <a:lnTo>
                        <a:pt x="191" y="53"/>
                      </a:lnTo>
                      <a:lnTo>
                        <a:pt x="193" y="53"/>
                      </a:lnTo>
                      <a:lnTo>
                        <a:pt x="196" y="53"/>
                      </a:lnTo>
                      <a:lnTo>
                        <a:pt x="198" y="53"/>
                      </a:lnTo>
                      <a:lnTo>
                        <a:pt x="200" y="53"/>
                      </a:lnTo>
                      <a:lnTo>
                        <a:pt x="203" y="53"/>
                      </a:lnTo>
                      <a:lnTo>
                        <a:pt x="205" y="56"/>
                      </a:lnTo>
                      <a:lnTo>
                        <a:pt x="207" y="56"/>
                      </a:lnTo>
                      <a:lnTo>
                        <a:pt x="209" y="58"/>
                      </a:lnTo>
                      <a:lnTo>
                        <a:pt x="212" y="60"/>
                      </a:lnTo>
                      <a:lnTo>
                        <a:pt x="214" y="60"/>
                      </a:lnTo>
                      <a:lnTo>
                        <a:pt x="216" y="63"/>
                      </a:lnTo>
                      <a:lnTo>
                        <a:pt x="219" y="65"/>
                      </a:lnTo>
                      <a:lnTo>
                        <a:pt x="221" y="67"/>
                      </a:lnTo>
                      <a:lnTo>
                        <a:pt x="223" y="69"/>
                      </a:lnTo>
                      <a:lnTo>
                        <a:pt x="226" y="72"/>
                      </a:lnTo>
                      <a:lnTo>
                        <a:pt x="228" y="74"/>
                      </a:lnTo>
                      <a:lnTo>
                        <a:pt x="230" y="76"/>
                      </a:lnTo>
                      <a:lnTo>
                        <a:pt x="232" y="79"/>
                      </a:lnTo>
                      <a:lnTo>
                        <a:pt x="235" y="81"/>
                      </a:lnTo>
                      <a:lnTo>
                        <a:pt x="237" y="81"/>
                      </a:lnTo>
                    </a:path>
                  </a:pathLst>
                </a:custGeom>
                <a:noFill/>
                <a:ln w="1270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grpSp>
          <p:sp>
            <p:nvSpPr>
              <p:cNvPr id="726" name="Line 522"/>
              <p:cNvSpPr>
                <a:spLocks noChangeShapeType="1"/>
              </p:cNvSpPr>
              <p:nvPr/>
            </p:nvSpPr>
            <p:spPr bwMode="auto">
              <a:xfrm>
                <a:off x="19748128" y="16348403"/>
                <a:ext cx="3176" cy="9842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27" name="Line 523"/>
              <p:cNvSpPr>
                <a:spLocks noChangeShapeType="1"/>
              </p:cNvSpPr>
              <p:nvPr/>
            </p:nvSpPr>
            <p:spPr bwMode="auto">
              <a:xfrm>
                <a:off x="19484604" y="16850055"/>
                <a:ext cx="1463676" cy="63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28" name="Line 524"/>
              <p:cNvSpPr>
                <a:spLocks noChangeShapeType="1"/>
              </p:cNvSpPr>
              <p:nvPr/>
            </p:nvSpPr>
            <p:spPr bwMode="auto">
              <a:xfrm>
                <a:off x="19748128" y="16761155"/>
                <a:ext cx="3176" cy="1587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29" name="Freeform 528"/>
              <p:cNvSpPr>
                <a:spLocks/>
              </p:cNvSpPr>
              <p:nvPr/>
            </p:nvSpPr>
            <p:spPr bwMode="auto">
              <a:xfrm>
                <a:off x="20173578" y="16748455"/>
                <a:ext cx="781050" cy="317500"/>
              </a:xfrm>
              <a:custGeom>
                <a:avLst/>
                <a:gdLst/>
                <a:ahLst/>
                <a:cxnLst>
                  <a:cxn ang="0">
                    <a:pos x="2" y="18"/>
                  </a:cxn>
                  <a:cxn ang="0">
                    <a:pos x="7" y="18"/>
                  </a:cxn>
                  <a:cxn ang="0">
                    <a:pos x="11" y="16"/>
                  </a:cxn>
                  <a:cxn ang="0">
                    <a:pos x="16" y="13"/>
                  </a:cxn>
                  <a:cxn ang="0">
                    <a:pos x="20" y="9"/>
                  </a:cxn>
                  <a:cxn ang="0">
                    <a:pos x="25" y="4"/>
                  </a:cxn>
                  <a:cxn ang="0">
                    <a:pos x="30" y="2"/>
                  </a:cxn>
                  <a:cxn ang="0">
                    <a:pos x="34" y="0"/>
                  </a:cxn>
                  <a:cxn ang="0">
                    <a:pos x="39" y="0"/>
                  </a:cxn>
                  <a:cxn ang="0">
                    <a:pos x="43" y="0"/>
                  </a:cxn>
                  <a:cxn ang="0">
                    <a:pos x="48" y="2"/>
                  </a:cxn>
                  <a:cxn ang="0">
                    <a:pos x="53" y="4"/>
                  </a:cxn>
                  <a:cxn ang="0">
                    <a:pos x="57" y="7"/>
                  </a:cxn>
                  <a:cxn ang="0">
                    <a:pos x="62" y="7"/>
                  </a:cxn>
                  <a:cxn ang="0">
                    <a:pos x="67" y="7"/>
                  </a:cxn>
                  <a:cxn ang="0">
                    <a:pos x="71" y="7"/>
                  </a:cxn>
                  <a:cxn ang="0">
                    <a:pos x="76" y="7"/>
                  </a:cxn>
                  <a:cxn ang="0">
                    <a:pos x="80" y="7"/>
                  </a:cxn>
                  <a:cxn ang="0">
                    <a:pos x="85" y="4"/>
                  </a:cxn>
                  <a:cxn ang="0">
                    <a:pos x="90" y="4"/>
                  </a:cxn>
                  <a:cxn ang="0">
                    <a:pos x="94" y="2"/>
                  </a:cxn>
                  <a:cxn ang="0">
                    <a:pos x="99" y="2"/>
                  </a:cxn>
                  <a:cxn ang="0">
                    <a:pos x="103" y="2"/>
                  </a:cxn>
                  <a:cxn ang="0">
                    <a:pos x="108" y="4"/>
                  </a:cxn>
                  <a:cxn ang="0">
                    <a:pos x="113" y="4"/>
                  </a:cxn>
                  <a:cxn ang="0">
                    <a:pos x="117" y="7"/>
                  </a:cxn>
                  <a:cxn ang="0">
                    <a:pos x="122" y="9"/>
                  </a:cxn>
                  <a:cxn ang="0">
                    <a:pos x="126" y="11"/>
                  </a:cxn>
                  <a:cxn ang="0">
                    <a:pos x="131" y="13"/>
                  </a:cxn>
                  <a:cxn ang="0">
                    <a:pos x="136" y="16"/>
                  </a:cxn>
                  <a:cxn ang="0">
                    <a:pos x="140" y="18"/>
                  </a:cxn>
                  <a:cxn ang="0">
                    <a:pos x="145" y="18"/>
                  </a:cxn>
                  <a:cxn ang="0">
                    <a:pos x="149" y="20"/>
                  </a:cxn>
                  <a:cxn ang="0">
                    <a:pos x="154" y="20"/>
                  </a:cxn>
                  <a:cxn ang="0">
                    <a:pos x="159" y="20"/>
                  </a:cxn>
                  <a:cxn ang="0">
                    <a:pos x="163" y="23"/>
                  </a:cxn>
                  <a:cxn ang="0">
                    <a:pos x="168" y="25"/>
                  </a:cxn>
                  <a:cxn ang="0">
                    <a:pos x="172" y="25"/>
                  </a:cxn>
                  <a:cxn ang="0">
                    <a:pos x="177" y="27"/>
                  </a:cxn>
                  <a:cxn ang="0">
                    <a:pos x="182" y="27"/>
                  </a:cxn>
                  <a:cxn ang="0">
                    <a:pos x="186" y="27"/>
                  </a:cxn>
                  <a:cxn ang="0">
                    <a:pos x="191" y="30"/>
                  </a:cxn>
                  <a:cxn ang="0">
                    <a:pos x="195" y="30"/>
                  </a:cxn>
                  <a:cxn ang="0">
                    <a:pos x="200" y="32"/>
                  </a:cxn>
                  <a:cxn ang="0">
                    <a:pos x="205" y="34"/>
                  </a:cxn>
                  <a:cxn ang="0">
                    <a:pos x="209" y="39"/>
                  </a:cxn>
                  <a:cxn ang="0">
                    <a:pos x="214" y="41"/>
                  </a:cxn>
                  <a:cxn ang="0">
                    <a:pos x="218" y="43"/>
                  </a:cxn>
                  <a:cxn ang="0">
                    <a:pos x="223" y="46"/>
                  </a:cxn>
                  <a:cxn ang="0">
                    <a:pos x="228" y="48"/>
                  </a:cxn>
                  <a:cxn ang="0">
                    <a:pos x="232" y="48"/>
                  </a:cxn>
                  <a:cxn ang="0">
                    <a:pos x="237" y="48"/>
                  </a:cxn>
                  <a:cxn ang="0">
                    <a:pos x="241" y="50"/>
                  </a:cxn>
                  <a:cxn ang="0">
                    <a:pos x="246" y="50"/>
                  </a:cxn>
                </a:cxnLst>
                <a:rect l="0" t="0" r="r" b="b"/>
                <a:pathLst>
                  <a:path w="246" h="50">
                    <a:moveTo>
                      <a:pt x="0" y="20"/>
                    </a:moveTo>
                    <a:lnTo>
                      <a:pt x="2" y="18"/>
                    </a:lnTo>
                    <a:lnTo>
                      <a:pt x="4" y="18"/>
                    </a:lnTo>
                    <a:lnTo>
                      <a:pt x="7" y="18"/>
                    </a:lnTo>
                    <a:lnTo>
                      <a:pt x="9" y="16"/>
                    </a:lnTo>
                    <a:lnTo>
                      <a:pt x="11" y="16"/>
                    </a:lnTo>
                    <a:lnTo>
                      <a:pt x="14" y="13"/>
                    </a:lnTo>
                    <a:lnTo>
                      <a:pt x="16" y="13"/>
                    </a:lnTo>
                    <a:lnTo>
                      <a:pt x="18" y="11"/>
                    </a:lnTo>
                    <a:lnTo>
                      <a:pt x="20" y="9"/>
                    </a:lnTo>
                    <a:lnTo>
                      <a:pt x="23" y="7"/>
                    </a:lnTo>
                    <a:lnTo>
                      <a:pt x="25" y="4"/>
                    </a:lnTo>
                    <a:lnTo>
                      <a:pt x="27" y="4"/>
                    </a:lnTo>
                    <a:lnTo>
                      <a:pt x="30" y="2"/>
                    </a:lnTo>
                    <a:lnTo>
                      <a:pt x="32" y="2"/>
                    </a:lnTo>
                    <a:lnTo>
                      <a:pt x="34" y="0"/>
                    </a:lnTo>
                    <a:lnTo>
                      <a:pt x="37" y="0"/>
                    </a:lnTo>
                    <a:lnTo>
                      <a:pt x="39" y="0"/>
                    </a:lnTo>
                    <a:lnTo>
                      <a:pt x="41" y="0"/>
                    </a:lnTo>
                    <a:lnTo>
                      <a:pt x="43" y="0"/>
                    </a:lnTo>
                    <a:lnTo>
                      <a:pt x="46" y="2"/>
                    </a:lnTo>
                    <a:lnTo>
                      <a:pt x="48" y="2"/>
                    </a:lnTo>
                    <a:lnTo>
                      <a:pt x="50" y="2"/>
                    </a:lnTo>
                    <a:lnTo>
                      <a:pt x="53" y="4"/>
                    </a:lnTo>
                    <a:lnTo>
                      <a:pt x="55" y="4"/>
                    </a:lnTo>
                    <a:lnTo>
                      <a:pt x="57" y="7"/>
                    </a:lnTo>
                    <a:lnTo>
                      <a:pt x="60" y="7"/>
                    </a:lnTo>
                    <a:lnTo>
                      <a:pt x="62" y="7"/>
                    </a:lnTo>
                    <a:lnTo>
                      <a:pt x="64" y="7"/>
                    </a:lnTo>
                    <a:lnTo>
                      <a:pt x="67" y="7"/>
                    </a:lnTo>
                    <a:lnTo>
                      <a:pt x="69" y="7"/>
                    </a:lnTo>
                    <a:lnTo>
                      <a:pt x="71" y="7"/>
                    </a:lnTo>
                    <a:lnTo>
                      <a:pt x="73" y="7"/>
                    </a:lnTo>
                    <a:lnTo>
                      <a:pt x="76" y="7"/>
                    </a:lnTo>
                    <a:lnTo>
                      <a:pt x="78" y="7"/>
                    </a:lnTo>
                    <a:lnTo>
                      <a:pt x="80" y="7"/>
                    </a:lnTo>
                    <a:lnTo>
                      <a:pt x="83" y="4"/>
                    </a:lnTo>
                    <a:lnTo>
                      <a:pt x="85" y="4"/>
                    </a:lnTo>
                    <a:lnTo>
                      <a:pt x="87" y="4"/>
                    </a:lnTo>
                    <a:lnTo>
                      <a:pt x="90" y="4"/>
                    </a:lnTo>
                    <a:lnTo>
                      <a:pt x="92" y="4"/>
                    </a:lnTo>
                    <a:lnTo>
                      <a:pt x="94" y="2"/>
                    </a:lnTo>
                    <a:lnTo>
                      <a:pt x="96" y="2"/>
                    </a:lnTo>
                    <a:lnTo>
                      <a:pt x="99" y="2"/>
                    </a:lnTo>
                    <a:lnTo>
                      <a:pt x="101" y="2"/>
                    </a:lnTo>
                    <a:lnTo>
                      <a:pt x="103" y="2"/>
                    </a:lnTo>
                    <a:lnTo>
                      <a:pt x="106" y="2"/>
                    </a:lnTo>
                    <a:lnTo>
                      <a:pt x="108" y="4"/>
                    </a:lnTo>
                    <a:lnTo>
                      <a:pt x="110" y="4"/>
                    </a:lnTo>
                    <a:lnTo>
                      <a:pt x="113" y="4"/>
                    </a:lnTo>
                    <a:lnTo>
                      <a:pt x="115" y="4"/>
                    </a:lnTo>
                    <a:lnTo>
                      <a:pt x="117" y="7"/>
                    </a:lnTo>
                    <a:lnTo>
                      <a:pt x="119" y="7"/>
                    </a:lnTo>
                    <a:lnTo>
                      <a:pt x="122" y="9"/>
                    </a:lnTo>
                    <a:lnTo>
                      <a:pt x="124" y="9"/>
                    </a:lnTo>
                    <a:lnTo>
                      <a:pt x="126" y="11"/>
                    </a:lnTo>
                    <a:lnTo>
                      <a:pt x="129" y="13"/>
                    </a:lnTo>
                    <a:lnTo>
                      <a:pt x="131" y="13"/>
                    </a:lnTo>
                    <a:lnTo>
                      <a:pt x="133" y="16"/>
                    </a:lnTo>
                    <a:lnTo>
                      <a:pt x="136" y="16"/>
                    </a:lnTo>
                    <a:lnTo>
                      <a:pt x="138" y="16"/>
                    </a:lnTo>
                    <a:lnTo>
                      <a:pt x="140" y="18"/>
                    </a:lnTo>
                    <a:lnTo>
                      <a:pt x="142" y="18"/>
                    </a:lnTo>
                    <a:lnTo>
                      <a:pt x="145" y="18"/>
                    </a:lnTo>
                    <a:lnTo>
                      <a:pt x="147" y="18"/>
                    </a:lnTo>
                    <a:lnTo>
                      <a:pt x="149" y="20"/>
                    </a:lnTo>
                    <a:lnTo>
                      <a:pt x="152" y="20"/>
                    </a:lnTo>
                    <a:lnTo>
                      <a:pt x="154" y="20"/>
                    </a:lnTo>
                    <a:lnTo>
                      <a:pt x="156" y="20"/>
                    </a:lnTo>
                    <a:lnTo>
                      <a:pt x="159" y="20"/>
                    </a:lnTo>
                    <a:lnTo>
                      <a:pt x="161" y="23"/>
                    </a:lnTo>
                    <a:lnTo>
                      <a:pt x="163" y="23"/>
                    </a:lnTo>
                    <a:lnTo>
                      <a:pt x="165" y="23"/>
                    </a:lnTo>
                    <a:lnTo>
                      <a:pt x="168" y="25"/>
                    </a:lnTo>
                    <a:lnTo>
                      <a:pt x="170" y="25"/>
                    </a:lnTo>
                    <a:lnTo>
                      <a:pt x="172" y="25"/>
                    </a:lnTo>
                    <a:lnTo>
                      <a:pt x="175" y="25"/>
                    </a:lnTo>
                    <a:lnTo>
                      <a:pt x="177" y="27"/>
                    </a:lnTo>
                    <a:lnTo>
                      <a:pt x="179" y="27"/>
                    </a:lnTo>
                    <a:lnTo>
                      <a:pt x="182" y="27"/>
                    </a:lnTo>
                    <a:lnTo>
                      <a:pt x="184" y="27"/>
                    </a:lnTo>
                    <a:lnTo>
                      <a:pt x="186" y="27"/>
                    </a:lnTo>
                    <a:lnTo>
                      <a:pt x="189" y="27"/>
                    </a:lnTo>
                    <a:lnTo>
                      <a:pt x="191" y="30"/>
                    </a:lnTo>
                    <a:lnTo>
                      <a:pt x="193" y="30"/>
                    </a:lnTo>
                    <a:lnTo>
                      <a:pt x="195" y="30"/>
                    </a:lnTo>
                    <a:lnTo>
                      <a:pt x="198" y="30"/>
                    </a:lnTo>
                    <a:lnTo>
                      <a:pt x="200" y="32"/>
                    </a:lnTo>
                    <a:lnTo>
                      <a:pt x="202" y="34"/>
                    </a:lnTo>
                    <a:lnTo>
                      <a:pt x="205" y="34"/>
                    </a:lnTo>
                    <a:lnTo>
                      <a:pt x="207" y="37"/>
                    </a:lnTo>
                    <a:lnTo>
                      <a:pt x="209" y="39"/>
                    </a:lnTo>
                    <a:lnTo>
                      <a:pt x="212" y="39"/>
                    </a:lnTo>
                    <a:lnTo>
                      <a:pt x="214" y="41"/>
                    </a:lnTo>
                    <a:lnTo>
                      <a:pt x="216" y="43"/>
                    </a:lnTo>
                    <a:lnTo>
                      <a:pt x="218" y="43"/>
                    </a:lnTo>
                    <a:lnTo>
                      <a:pt x="221" y="46"/>
                    </a:lnTo>
                    <a:lnTo>
                      <a:pt x="223" y="46"/>
                    </a:lnTo>
                    <a:lnTo>
                      <a:pt x="225" y="46"/>
                    </a:lnTo>
                    <a:lnTo>
                      <a:pt x="228" y="48"/>
                    </a:lnTo>
                    <a:lnTo>
                      <a:pt x="230" y="48"/>
                    </a:lnTo>
                    <a:lnTo>
                      <a:pt x="232" y="48"/>
                    </a:lnTo>
                    <a:lnTo>
                      <a:pt x="235" y="48"/>
                    </a:lnTo>
                    <a:lnTo>
                      <a:pt x="237" y="48"/>
                    </a:lnTo>
                    <a:lnTo>
                      <a:pt x="239" y="48"/>
                    </a:lnTo>
                    <a:lnTo>
                      <a:pt x="241" y="50"/>
                    </a:lnTo>
                    <a:lnTo>
                      <a:pt x="244" y="50"/>
                    </a:lnTo>
                    <a:lnTo>
                      <a:pt x="246" y="50"/>
                    </a:lnTo>
                  </a:path>
                </a:pathLst>
              </a:custGeom>
              <a:noFill/>
              <a:ln w="12700" cap="flat">
                <a:solidFill>
                  <a:srgbClr val="C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grpSp>
            <p:nvGrpSpPr>
              <p:cNvPr id="730" name="Group 712"/>
              <p:cNvGrpSpPr/>
              <p:nvPr/>
            </p:nvGrpSpPr>
            <p:grpSpPr>
              <a:xfrm>
                <a:off x="18182854" y="16808775"/>
                <a:ext cx="2628900" cy="79376"/>
                <a:chOff x="1025525" y="874712"/>
                <a:chExt cx="1314450" cy="39688"/>
              </a:xfrm>
            </p:grpSpPr>
            <p:sp>
              <p:nvSpPr>
                <p:cNvPr id="777" name="Line 493"/>
                <p:cNvSpPr>
                  <a:spLocks noChangeShapeType="1"/>
                </p:cNvSpPr>
                <p:nvPr/>
              </p:nvSpPr>
              <p:spPr bwMode="auto">
                <a:xfrm>
                  <a:off x="1025525" y="874712"/>
                  <a:ext cx="1588" cy="39688"/>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78" name="Line 494"/>
                <p:cNvSpPr>
                  <a:spLocks noChangeShapeType="1"/>
                </p:cNvSpPr>
                <p:nvPr/>
              </p:nvSpPr>
              <p:spPr bwMode="auto">
                <a:xfrm>
                  <a:off x="1160463" y="874712"/>
                  <a:ext cx="1588" cy="39688"/>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79" name="Line 495"/>
                <p:cNvSpPr>
                  <a:spLocks noChangeShapeType="1"/>
                </p:cNvSpPr>
                <p:nvPr/>
              </p:nvSpPr>
              <p:spPr bwMode="auto">
                <a:xfrm>
                  <a:off x="1292225" y="874712"/>
                  <a:ext cx="1588" cy="39688"/>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80" name="Line 496"/>
                <p:cNvSpPr>
                  <a:spLocks noChangeShapeType="1"/>
                </p:cNvSpPr>
                <p:nvPr/>
              </p:nvSpPr>
              <p:spPr bwMode="auto">
                <a:xfrm>
                  <a:off x="1423988" y="874712"/>
                  <a:ext cx="1588" cy="39688"/>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81" name="Line 529"/>
                <p:cNvSpPr>
                  <a:spLocks noChangeShapeType="1"/>
                </p:cNvSpPr>
                <p:nvPr/>
              </p:nvSpPr>
              <p:spPr bwMode="auto">
                <a:xfrm>
                  <a:off x="1939925" y="874712"/>
                  <a:ext cx="1588" cy="39688"/>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82" name="Line 530"/>
                <p:cNvSpPr>
                  <a:spLocks noChangeShapeType="1"/>
                </p:cNvSpPr>
                <p:nvPr/>
              </p:nvSpPr>
              <p:spPr bwMode="auto">
                <a:xfrm>
                  <a:off x="2074862" y="874712"/>
                  <a:ext cx="1588" cy="39688"/>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83" name="Line 531"/>
                <p:cNvSpPr>
                  <a:spLocks noChangeShapeType="1"/>
                </p:cNvSpPr>
                <p:nvPr/>
              </p:nvSpPr>
              <p:spPr bwMode="auto">
                <a:xfrm>
                  <a:off x="2206625" y="874712"/>
                  <a:ext cx="1588" cy="39688"/>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84" name="Line 532"/>
                <p:cNvSpPr>
                  <a:spLocks noChangeShapeType="1"/>
                </p:cNvSpPr>
                <p:nvPr/>
              </p:nvSpPr>
              <p:spPr bwMode="auto">
                <a:xfrm>
                  <a:off x="2338387" y="874712"/>
                  <a:ext cx="1588" cy="39688"/>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grpSp>
          <p:sp>
            <p:nvSpPr>
              <p:cNvPr id="731" name="Freeform 134"/>
              <p:cNvSpPr>
                <a:spLocks/>
              </p:cNvSpPr>
              <p:nvPr/>
            </p:nvSpPr>
            <p:spPr bwMode="auto">
              <a:xfrm>
                <a:off x="19484604" y="18309247"/>
                <a:ext cx="857250" cy="527052"/>
              </a:xfrm>
              <a:custGeom>
                <a:avLst/>
                <a:gdLst/>
                <a:ahLst/>
                <a:cxnLst>
                  <a:cxn ang="0">
                    <a:pos x="3" y="28"/>
                  </a:cxn>
                  <a:cxn ang="0">
                    <a:pos x="10" y="28"/>
                  </a:cxn>
                  <a:cxn ang="0">
                    <a:pos x="16" y="30"/>
                  </a:cxn>
                  <a:cxn ang="0">
                    <a:pos x="23" y="33"/>
                  </a:cxn>
                  <a:cxn ang="0">
                    <a:pos x="30" y="35"/>
                  </a:cxn>
                  <a:cxn ang="0">
                    <a:pos x="37" y="35"/>
                  </a:cxn>
                  <a:cxn ang="0">
                    <a:pos x="44" y="33"/>
                  </a:cxn>
                  <a:cxn ang="0">
                    <a:pos x="51" y="28"/>
                  </a:cxn>
                  <a:cxn ang="0">
                    <a:pos x="58" y="23"/>
                  </a:cxn>
                  <a:cxn ang="0">
                    <a:pos x="65" y="26"/>
                  </a:cxn>
                  <a:cxn ang="0">
                    <a:pos x="72" y="35"/>
                  </a:cxn>
                  <a:cxn ang="0">
                    <a:pos x="81" y="49"/>
                  </a:cxn>
                  <a:cxn ang="0">
                    <a:pos x="86" y="58"/>
                  </a:cxn>
                  <a:cxn ang="0">
                    <a:pos x="92" y="63"/>
                  </a:cxn>
                  <a:cxn ang="0">
                    <a:pos x="99" y="58"/>
                  </a:cxn>
                  <a:cxn ang="0">
                    <a:pos x="106" y="51"/>
                  </a:cxn>
                  <a:cxn ang="0">
                    <a:pos x="115" y="42"/>
                  </a:cxn>
                  <a:cxn ang="0">
                    <a:pos x="120" y="35"/>
                  </a:cxn>
                  <a:cxn ang="0">
                    <a:pos x="127" y="30"/>
                  </a:cxn>
                  <a:cxn ang="0">
                    <a:pos x="134" y="26"/>
                  </a:cxn>
                  <a:cxn ang="0">
                    <a:pos x="141" y="23"/>
                  </a:cxn>
                  <a:cxn ang="0">
                    <a:pos x="148" y="23"/>
                  </a:cxn>
                  <a:cxn ang="0">
                    <a:pos x="155" y="33"/>
                  </a:cxn>
                  <a:cxn ang="0">
                    <a:pos x="159" y="40"/>
                  </a:cxn>
                  <a:cxn ang="0">
                    <a:pos x="162" y="49"/>
                  </a:cxn>
                  <a:cxn ang="0">
                    <a:pos x="166" y="56"/>
                  </a:cxn>
                  <a:cxn ang="0">
                    <a:pos x="168" y="65"/>
                  </a:cxn>
                  <a:cxn ang="0">
                    <a:pos x="173" y="74"/>
                  </a:cxn>
                  <a:cxn ang="0">
                    <a:pos x="180" y="81"/>
                  </a:cxn>
                  <a:cxn ang="0">
                    <a:pos x="187" y="81"/>
                  </a:cxn>
                  <a:cxn ang="0">
                    <a:pos x="194" y="72"/>
                  </a:cxn>
                  <a:cxn ang="0">
                    <a:pos x="198" y="65"/>
                  </a:cxn>
                  <a:cxn ang="0">
                    <a:pos x="205" y="56"/>
                  </a:cxn>
                  <a:cxn ang="0">
                    <a:pos x="210" y="46"/>
                  </a:cxn>
                  <a:cxn ang="0">
                    <a:pos x="217" y="40"/>
                  </a:cxn>
                  <a:cxn ang="0">
                    <a:pos x="224" y="33"/>
                  </a:cxn>
                  <a:cxn ang="0">
                    <a:pos x="231" y="26"/>
                  </a:cxn>
                  <a:cxn ang="0">
                    <a:pos x="237" y="16"/>
                  </a:cxn>
                  <a:cxn ang="0">
                    <a:pos x="244" y="10"/>
                  </a:cxn>
                  <a:cxn ang="0">
                    <a:pos x="251" y="3"/>
                  </a:cxn>
                  <a:cxn ang="0">
                    <a:pos x="258" y="0"/>
                  </a:cxn>
                  <a:cxn ang="0">
                    <a:pos x="265" y="3"/>
                  </a:cxn>
                </a:cxnLst>
                <a:rect l="0" t="0" r="r" b="b"/>
                <a:pathLst>
                  <a:path w="270" h="83">
                    <a:moveTo>
                      <a:pt x="3" y="28"/>
                    </a:moveTo>
                    <a:lnTo>
                      <a:pt x="0" y="28"/>
                    </a:lnTo>
                    <a:lnTo>
                      <a:pt x="3" y="28"/>
                    </a:lnTo>
                    <a:lnTo>
                      <a:pt x="5" y="28"/>
                    </a:lnTo>
                    <a:lnTo>
                      <a:pt x="7" y="28"/>
                    </a:lnTo>
                    <a:lnTo>
                      <a:pt x="10" y="28"/>
                    </a:lnTo>
                    <a:lnTo>
                      <a:pt x="12" y="28"/>
                    </a:lnTo>
                    <a:lnTo>
                      <a:pt x="14" y="30"/>
                    </a:lnTo>
                    <a:lnTo>
                      <a:pt x="16" y="30"/>
                    </a:lnTo>
                    <a:lnTo>
                      <a:pt x="19" y="30"/>
                    </a:lnTo>
                    <a:lnTo>
                      <a:pt x="21" y="33"/>
                    </a:lnTo>
                    <a:lnTo>
                      <a:pt x="23" y="33"/>
                    </a:lnTo>
                    <a:lnTo>
                      <a:pt x="26" y="33"/>
                    </a:lnTo>
                    <a:lnTo>
                      <a:pt x="28" y="35"/>
                    </a:lnTo>
                    <a:lnTo>
                      <a:pt x="30" y="35"/>
                    </a:lnTo>
                    <a:lnTo>
                      <a:pt x="33" y="35"/>
                    </a:lnTo>
                    <a:lnTo>
                      <a:pt x="35" y="35"/>
                    </a:lnTo>
                    <a:lnTo>
                      <a:pt x="37" y="35"/>
                    </a:lnTo>
                    <a:lnTo>
                      <a:pt x="40" y="35"/>
                    </a:lnTo>
                    <a:lnTo>
                      <a:pt x="42" y="33"/>
                    </a:lnTo>
                    <a:lnTo>
                      <a:pt x="44" y="33"/>
                    </a:lnTo>
                    <a:lnTo>
                      <a:pt x="46" y="30"/>
                    </a:lnTo>
                    <a:lnTo>
                      <a:pt x="49" y="28"/>
                    </a:lnTo>
                    <a:lnTo>
                      <a:pt x="51" y="28"/>
                    </a:lnTo>
                    <a:lnTo>
                      <a:pt x="53" y="26"/>
                    </a:lnTo>
                    <a:lnTo>
                      <a:pt x="56" y="26"/>
                    </a:lnTo>
                    <a:lnTo>
                      <a:pt x="58" y="23"/>
                    </a:lnTo>
                    <a:lnTo>
                      <a:pt x="60" y="23"/>
                    </a:lnTo>
                    <a:lnTo>
                      <a:pt x="63" y="26"/>
                    </a:lnTo>
                    <a:lnTo>
                      <a:pt x="65" y="26"/>
                    </a:lnTo>
                    <a:lnTo>
                      <a:pt x="67" y="28"/>
                    </a:lnTo>
                    <a:lnTo>
                      <a:pt x="72" y="33"/>
                    </a:lnTo>
                    <a:lnTo>
                      <a:pt x="72" y="35"/>
                    </a:lnTo>
                    <a:lnTo>
                      <a:pt x="76" y="40"/>
                    </a:lnTo>
                    <a:lnTo>
                      <a:pt x="76" y="44"/>
                    </a:lnTo>
                    <a:lnTo>
                      <a:pt x="81" y="49"/>
                    </a:lnTo>
                    <a:lnTo>
                      <a:pt x="81" y="51"/>
                    </a:lnTo>
                    <a:lnTo>
                      <a:pt x="86" y="56"/>
                    </a:lnTo>
                    <a:lnTo>
                      <a:pt x="86" y="58"/>
                    </a:lnTo>
                    <a:lnTo>
                      <a:pt x="88" y="60"/>
                    </a:lnTo>
                    <a:lnTo>
                      <a:pt x="90" y="60"/>
                    </a:lnTo>
                    <a:lnTo>
                      <a:pt x="92" y="63"/>
                    </a:lnTo>
                    <a:lnTo>
                      <a:pt x="95" y="60"/>
                    </a:lnTo>
                    <a:lnTo>
                      <a:pt x="97" y="60"/>
                    </a:lnTo>
                    <a:lnTo>
                      <a:pt x="99" y="58"/>
                    </a:lnTo>
                    <a:lnTo>
                      <a:pt x="102" y="56"/>
                    </a:lnTo>
                    <a:lnTo>
                      <a:pt x="104" y="53"/>
                    </a:lnTo>
                    <a:lnTo>
                      <a:pt x="106" y="51"/>
                    </a:lnTo>
                    <a:lnTo>
                      <a:pt x="109" y="49"/>
                    </a:lnTo>
                    <a:lnTo>
                      <a:pt x="111" y="46"/>
                    </a:lnTo>
                    <a:lnTo>
                      <a:pt x="115" y="42"/>
                    </a:lnTo>
                    <a:lnTo>
                      <a:pt x="115" y="40"/>
                    </a:lnTo>
                    <a:lnTo>
                      <a:pt x="118" y="37"/>
                    </a:lnTo>
                    <a:lnTo>
                      <a:pt x="120" y="35"/>
                    </a:lnTo>
                    <a:lnTo>
                      <a:pt x="122" y="33"/>
                    </a:lnTo>
                    <a:lnTo>
                      <a:pt x="125" y="30"/>
                    </a:lnTo>
                    <a:lnTo>
                      <a:pt x="127" y="30"/>
                    </a:lnTo>
                    <a:lnTo>
                      <a:pt x="129" y="28"/>
                    </a:lnTo>
                    <a:lnTo>
                      <a:pt x="132" y="26"/>
                    </a:lnTo>
                    <a:lnTo>
                      <a:pt x="134" y="26"/>
                    </a:lnTo>
                    <a:lnTo>
                      <a:pt x="136" y="23"/>
                    </a:lnTo>
                    <a:lnTo>
                      <a:pt x="138" y="23"/>
                    </a:lnTo>
                    <a:lnTo>
                      <a:pt x="141" y="23"/>
                    </a:lnTo>
                    <a:lnTo>
                      <a:pt x="143" y="23"/>
                    </a:lnTo>
                    <a:lnTo>
                      <a:pt x="145" y="23"/>
                    </a:lnTo>
                    <a:lnTo>
                      <a:pt x="148" y="23"/>
                    </a:lnTo>
                    <a:lnTo>
                      <a:pt x="150" y="26"/>
                    </a:lnTo>
                    <a:lnTo>
                      <a:pt x="155" y="30"/>
                    </a:lnTo>
                    <a:lnTo>
                      <a:pt x="155" y="33"/>
                    </a:lnTo>
                    <a:lnTo>
                      <a:pt x="157" y="35"/>
                    </a:lnTo>
                    <a:lnTo>
                      <a:pt x="157" y="37"/>
                    </a:lnTo>
                    <a:lnTo>
                      <a:pt x="159" y="40"/>
                    </a:lnTo>
                    <a:lnTo>
                      <a:pt x="159" y="44"/>
                    </a:lnTo>
                    <a:lnTo>
                      <a:pt x="162" y="46"/>
                    </a:lnTo>
                    <a:lnTo>
                      <a:pt x="162" y="49"/>
                    </a:lnTo>
                    <a:lnTo>
                      <a:pt x="164" y="51"/>
                    </a:lnTo>
                    <a:lnTo>
                      <a:pt x="164" y="53"/>
                    </a:lnTo>
                    <a:lnTo>
                      <a:pt x="166" y="56"/>
                    </a:lnTo>
                    <a:lnTo>
                      <a:pt x="166" y="60"/>
                    </a:lnTo>
                    <a:lnTo>
                      <a:pt x="168" y="63"/>
                    </a:lnTo>
                    <a:lnTo>
                      <a:pt x="168" y="65"/>
                    </a:lnTo>
                    <a:lnTo>
                      <a:pt x="171" y="67"/>
                    </a:lnTo>
                    <a:lnTo>
                      <a:pt x="171" y="72"/>
                    </a:lnTo>
                    <a:lnTo>
                      <a:pt x="173" y="74"/>
                    </a:lnTo>
                    <a:lnTo>
                      <a:pt x="178" y="79"/>
                    </a:lnTo>
                    <a:lnTo>
                      <a:pt x="178" y="81"/>
                    </a:lnTo>
                    <a:lnTo>
                      <a:pt x="180" y="81"/>
                    </a:lnTo>
                    <a:lnTo>
                      <a:pt x="182" y="83"/>
                    </a:lnTo>
                    <a:lnTo>
                      <a:pt x="185" y="81"/>
                    </a:lnTo>
                    <a:lnTo>
                      <a:pt x="187" y="81"/>
                    </a:lnTo>
                    <a:lnTo>
                      <a:pt x="191" y="76"/>
                    </a:lnTo>
                    <a:lnTo>
                      <a:pt x="191" y="74"/>
                    </a:lnTo>
                    <a:lnTo>
                      <a:pt x="194" y="72"/>
                    </a:lnTo>
                    <a:lnTo>
                      <a:pt x="196" y="69"/>
                    </a:lnTo>
                    <a:lnTo>
                      <a:pt x="196" y="67"/>
                    </a:lnTo>
                    <a:lnTo>
                      <a:pt x="198" y="65"/>
                    </a:lnTo>
                    <a:lnTo>
                      <a:pt x="198" y="63"/>
                    </a:lnTo>
                    <a:lnTo>
                      <a:pt x="201" y="60"/>
                    </a:lnTo>
                    <a:lnTo>
                      <a:pt x="205" y="56"/>
                    </a:lnTo>
                    <a:lnTo>
                      <a:pt x="205" y="51"/>
                    </a:lnTo>
                    <a:lnTo>
                      <a:pt x="208" y="49"/>
                    </a:lnTo>
                    <a:lnTo>
                      <a:pt x="210" y="46"/>
                    </a:lnTo>
                    <a:lnTo>
                      <a:pt x="212" y="44"/>
                    </a:lnTo>
                    <a:lnTo>
                      <a:pt x="214" y="42"/>
                    </a:lnTo>
                    <a:lnTo>
                      <a:pt x="217" y="40"/>
                    </a:lnTo>
                    <a:lnTo>
                      <a:pt x="219" y="37"/>
                    </a:lnTo>
                    <a:lnTo>
                      <a:pt x="221" y="35"/>
                    </a:lnTo>
                    <a:lnTo>
                      <a:pt x="224" y="33"/>
                    </a:lnTo>
                    <a:lnTo>
                      <a:pt x="226" y="30"/>
                    </a:lnTo>
                    <a:lnTo>
                      <a:pt x="228" y="28"/>
                    </a:lnTo>
                    <a:lnTo>
                      <a:pt x="231" y="26"/>
                    </a:lnTo>
                    <a:lnTo>
                      <a:pt x="233" y="23"/>
                    </a:lnTo>
                    <a:lnTo>
                      <a:pt x="237" y="19"/>
                    </a:lnTo>
                    <a:lnTo>
                      <a:pt x="237" y="16"/>
                    </a:lnTo>
                    <a:lnTo>
                      <a:pt x="240" y="14"/>
                    </a:lnTo>
                    <a:lnTo>
                      <a:pt x="242" y="12"/>
                    </a:lnTo>
                    <a:lnTo>
                      <a:pt x="244" y="10"/>
                    </a:lnTo>
                    <a:lnTo>
                      <a:pt x="247" y="7"/>
                    </a:lnTo>
                    <a:lnTo>
                      <a:pt x="249" y="5"/>
                    </a:lnTo>
                    <a:lnTo>
                      <a:pt x="251" y="3"/>
                    </a:lnTo>
                    <a:lnTo>
                      <a:pt x="254" y="3"/>
                    </a:lnTo>
                    <a:lnTo>
                      <a:pt x="256" y="3"/>
                    </a:lnTo>
                    <a:lnTo>
                      <a:pt x="258" y="0"/>
                    </a:lnTo>
                    <a:lnTo>
                      <a:pt x="260" y="3"/>
                    </a:lnTo>
                    <a:lnTo>
                      <a:pt x="263" y="3"/>
                    </a:lnTo>
                    <a:lnTo>
                      <a:pt x="265" y="3"/>
                    </a:lnTo>
                    <a:lnTo>
                      <a:pt x="267" y="5"/>
                    </a:lnTo>
                    <a:lnTo>
                      <a:pt x="270" y="5"/>
                    </a:lnTo>
                  </a:path>
                </a:pathLst>
              </a:custGeom>
              <a:noFill/>
              <a:ln w="12700" cap="flat">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32" name="Freeform 135"/>
              <p:cNvSpPr>
                <a:spLocks/>
              </p:cNvSpPr>
              <p:nvPr/>
            </p:nvSpPr>
            <p:spPr bwMode="auto">
              <a:xfrm>
                <a:off x="20341854" y="18340995"/>
                <a:ext cx="612776" cy="514352"/>
              </a:xfrm>
              <a:custGeom>
                <a:avLst/>
                <a:gdLst/>
                <a:ahLst/>
                <a:cxnLst>
                  <a:cxn ang="0">
                    <a:pos x="2" y="2"/>
                  </a:cxn>
                  <a:cxn ang="0">
                    <a:pos x="7" y="5"/>
                  </a:cxn>
                  <a:cxn ang="0">
                    <a:pos x="11" y="7"/>
                  </a:cxn>
                  <a:cxn ang="0">
                    <a:pos x="16" y="9"/>
                  </a:cxn>
                  <a:cxn ang="0">
                    <a:pos x="20" y="9"/>
                  </a:cxn>
                  <a:cxn ang="0">
                    <a:pos x="25" y="9"/>
                  </a:cxn>
                  <a:cxn ang="0">
                    <a:pos x="30" y="7"/>
                  </a:cxn>
                  <a:cxn ang="0">
                    <a:pos x="34" y="7"/>
                  </a:cxn>
                  <a:cxn ang="0">
                    <a:pos x="39" y="7"/>
                  </a:cxn>
                  <a:cxn ang="0">
                    <a:pos x="43" y="7"/>
                  </a:cxn>
                  <a:cxn ang="0">
                    <a:pos x="48" y="7"/>
                  </a:cxn>
                  <a:cxn ang="0">
                    <a:pos x="53" y="9"/>
                  </a:cxn>
                  <a:cxn ang="0">
                    <a:pos x="57" y="14"/>
                  </a:cxn>
                  <a:cxn ang="0">
                    <a:pos x="62" y="18"/>
                  </a:cxn>
                  <a:cxn ang="0">
                    <a:pos x="66" y="25"/>
                  </a:cxn>
                  <a:cxn ang="0">
                    <a:pos x="71" y="30"/>
                  </a:cxn>
                  <a:cxn ang="0">
                    <a:pos x="76" y="35"/>
                  </a:cxn>
                  <a:cxn ang="0">
                    <a:pos x="80" y="37"/>
                  </a:cxn>
                  <a:cxn ang="0">
                    <a:pos x="85" y="39"/>
                  </a:cxn>
                  <a:cxn ang="0">
                    <a:pos x="89" y="39"/>
                  </a:cxn>
                  <a:cxn ang="0">
                    <a:pos x="94" y="41"/>
                  </a:cxn>
                  <a:cxn ang="0">
                    <a:pos x="99" y="41"/>
                  </a:cxn>
                  <a:cxn ang="0">
                    <a:pos x="103" y="44"/>
                  </a:cxn>
                  <a:cxn ang="0">
                    <a:pos x="108" y="44"/>
                  </a:cxn>
                  <a:cxn ang="0">
                    <a:pos x="112" y="48"/>
                  </a:cxn>
                  <a:cxn ang="0">
                    <a:pos x="117" y="51"/>
                  </a:cxn>
                  <a:cxn ang="0">
                    <a:pos x="122" y="55"/>
                  </a:cxn>
                  <a:cxn ang="0">
                    <a:pos x="126" y="58"/>
                  </a:cxn>
                  <a:cxn ang="0">
                    <a:pos x="131" y="60"/>
                  </a:cxn>
                  <a:cxn ang="0">
                    <a:pos x="136" y="60"/>
                  </a:cxn>
                  <a:cxn ang="0">
                    <a:pos x="140" y="62"/>
                  </a:cxn>
                  <a:cxn ang="0">
                    <a:pos x="145" y="62"/>
                  </a:cxn>
                  <a:cxn ang="0">
                    <a:pos x="149" y="64"/>
                  </a:cxn>
                  <a:cxn ang="0">
                    <a:pos x="154" y="67"/>
                  </a:cxn>
                  <a:cxn ang="0">
                    <a:pos x="159" y="71"/>
                  </a:cxn>
                  <a:cxn ang="0">
                    <a:pos x="163" y="76"/>
                  </a:cxn>
                  <a:cxn ang="0">
                    <a:pos x="168" y="78"/>
                  </a:cxn>
                  <a:cxn ang="0">
                    <a:pos x="172" y="81"/>
                  </a:cxn>
                  <a:cxn ang="0">
                    <a:pos x="177" y="78"/>
                  </a:cxn>
                  <a:cxn ang="0">
                    <a:pos x="182" y="76"/>
                  </a:cxn>
                  <a:cxn ang="0">
                    <a:pos x="186" y="76"/>
                  </a:cxn>
                  <a:cxn ang="0">
                    <a:pos x="191" y="74"/>
                  </a:cxn>
                </a:cxnLst>
                <a:rect l="0" t="0" r="r" b="b"/>
                <a:pathLst>
                  <a:path w="193" h="81">
                    <a:moveTo>
                      <a:pt x="0" y="0"/>
                    </a:moveTo>
                    <a:lnTo>
                      <a:pt x="2" y="2"/>
                    </a:lnTo>
                    <a:lnTo>
                      <a:pt x="4" y="2"/>
                    </a:lnTo>
                    <a:lnTo>
                      <a:pt x="7" y="5"/>
                    </a:lnTo>
                    <a:lnTo>
                      <a:pt x="9" y="5"/>
                    </a:lnTo>
                    <a:lnTo>
                      <a:pt x="11" y="7"/>
                    </a:lnTo>
                    <a:lnTo>
                      <a:pt x="14" y="7"/>
                    </a:lnTo>
                    <a:lnTo>
                      <a:pt x="16" y="9"/>
                    </a:lnTo>
                    <a:lnTo>
                      <a:pt x="18" y="9"/>
                    </a:lnTo>
                    <a:lnTo>
                      <a:pt x="20" y="9"/>
                    </a:lnTo>
                    <a:lnTo>
                      <a:pt x="23" y="9"/>
                    </a:lnTo>
                    <a:lnTo>
                      <a:pt x="25" y="9"/>
                    </a:lnTo>
                    <a:lnTo>
                      <a:pt x="27" y="9"/>
                    </a:lnTo>
                    <a:lnTo>
                      <a:pt x="30" y="7"/>
                    </a:lnTo>
                    <a:lnTo>
                      <a:pt x="32" y="7"/>
                    </a:lnTo>
                    <a:lnTo>
                      <a:pt x="34" y="7"/>
                    </a:lnTo>
                    <a:lnTo>
                      <a:pt x="37" y="7"/>
                    </a:lnTo>
                    <a:lnTo>
                      <a:pt x="39" y="7"/>
                    </a:lnTo>
                    <a:lnTo>
                      <a:pt x="41" y="7"/>
                    </a:lnTo>
                    <a:lnTo>
                      <a:pt x="43" y="7"/>
                    </a:lnTo>
                    <a:lnTo>
                      <a:pt x="46" y="7"/>
                    </a:lnTo>
                    <a:lnTo>
                      <a:pt x="48" y="7"/>
                    </a:lnTo>
                    <a:lnTo>
                      <a:pt x="50" y="9"/>
                    </a:lnTo>
                    <a:lnTo>
                      <a:pt x="53" y="9"/>
                    </a:lnTo>
                    <a:lnTo>
                      <a:pt x="55" y="11"/>
                    </a:lnTo>
                    <a:lnTo>
                      <a:pt x="57" y="14"/>
                    </a:lnTo>
                    <a:lnTo>
                      <a:pt x="60" y="16"/>
                    </a:lnTo>
                    <a:lnTo>
                      <a:pt x="62" y="18"/>
                    </a:lnTo>
                    <a:lnTo>
                      <a:pt x="66" y="23"/>
                    </a:lnTo>
                    <a:lnTo>
                      <a:pt x="66" y="25"/>
                    </a:lnTo>
                    <a:lnTo>
                      <a:pt x="69" y="28"/>
                    </a:lnTo>
                    <a:lnTo>
                      <a:pt x="71" y="30"/>
                    </a:lnTo>
                    <a:lnTo>
                      <a:pt x="73" y="32"/>
                    </a:lnTo>
                    <a:lnTo>
                      <a:pt x="76" y="35"/>
                    </a:lnTo>
                    <a:lnTo>
                      <a:pt x="78" y="35"/>
                    </a:lnTo>
                    <a:lnTo>
                      <a:pt x="80" y="37"/>
                    </a:lnTo>
                    <a:lnTo>
                      <a:pt x="83" y="39"/>
                    </a:lnTo>
                    <a:lnTo>
                      <a:pt x="85" y="39"/>
                    </a:lnTo>
                    <a:lnTo>
                      <a:pt x="87" y="39"/>
                    </a:lnTo>
                    <a:lnTo>
                      <a:pt x="89" y="39"/>
                    </a:lnTo>
                    <a:lnTo>
                      <a:pt x="92" y="41"/>
                    </a:lnTo>
                    <a:lnTo>
                      <a:pt x="94" y="41"/>
                    </a:lnTo>
                    <a:lnTo>
                      <a:pt x="96" y="41"/>
                    </a:lnTo>
                    <a:lnTo>
                      <a:pt x="99" y="41"/>
                    </a:lnTo>
                    <a:lnTo>
                      <a:pt x="101" y="41"/>
                    </a:lnTo>
                    <a:lnTo>
                      <a:pt x="103" y="44"/>
                    </a:lnTo>
                    <a:lnTo>
                      <a:pt x="106" y="44"/>
                    </a:lnTo>
                    <a:lnTo>
                      <a:pt x="108" y="44"/>
                    </a:lnTo>
                    <a:lnTo>
                      <a:pt x="110" y="46"/>
                    </a:lnTo>
                    <a:lnTo>
                      <a:pt x="112" y="48"/>
                    </a:lnTo>
                    <a:lnTo>
                      <a:pt x="115" y="48"/>
                    </a:lnTo>
                    <a:lnTo>
                      <a:pt x="117" y="51"/>
                    </a:lnTo>
                    <a:lnTo>
                      <a:pt x="119" y="53"/>
                    </a:lnTo>
                    <a:lnTo>
                      <a:pt x="122" y="55"/>
                    </a:lnTo>
                    <a:lnTo>
                      <a:pt x="124" y="55"/>
                    </a:lnTo>
                    <a:lnTo>
                      <a:pt x="126" y="58"/>
                    </a:lnTo>
                    <a:lnTo>
                      <a:pt x="129" y="58"/>
                    </a:lnTo>
                    <a:lnTo>
                      <a:pt x="131" y="60"/>
                    </a:lnTo>
                    <a:lnTo>
                      <a:pt x="133" y="60"/>
                    </a:lnTo>
                    <a:lnTo>
                      <a:pt x="136" y="60"/>
                    </a:lnTo>
                    <a:lnTo>
                      <a:pt x="138" y="60"/>
                    </a:lnTo>
                    <a:lnTo>
                      <a:pt x="140" y="62"/>
                    </a:lnTo>
                    <a:lnTo>
                      <a:pt x="142" y="62"/>
                    </a:lnTo>
                    <a:lnTo>
                      <a:pt x="145" y="62"/>
                    </a:lnTo>
                    <a:lnTo>
                      <a:pt x="147" y="62"/>
                    </a:lnTo>
                    <a:lnTo>
                      <a:pt x="149" y="64"/>
                    </a:lnTo>
                    <a:lnTo>
                      <a:pt x="152" y="67"/>
                    </a:lnTo>
                    <a:lnTo>
                      <a:pt x="154" y="67"/>
                    </a:lnTo>
                    <a:lnTo>
                      <a:pt x="156" y="69"/>
                    </a:lnTo>
                    <a:lnTo>
                      <a:pt x="159" y="71"/>
                    </a:lnTo>
                    <a:lnTo>
                      <a:pt x="161" y="74"/>
                    </a:lnTo>
                    <a:lnTo>
                      <a:pt x="163" y="76"/>
                    </a:lnTo>
                    <a:lnTo>
                      <a:pt x="165" y="78"/>
                    </a:lnTo>
                    <a:lnTo>
                      <a:pt x="168" y="78"/>
                    </a:lnTo>
                    <a:lnTo>
                      <a:pt x="170" y="78"/>
                    </a:lnTo>
                    <a:lnTo>
                      <a:pt x="172" y="81"/>
                    </a:lnTo>
                    <a:lnTo>
                      <a:pt x="175" y="81"/>
                    </a:lnTo>
                    <a:lnTo>
                      <a:pt x="177" y="78"/>
                    </a:lnTo>
                    <a:lnTo>
                      <a:pt x="179" y="78"/>
                    </a:lnTo>
                    <a:lnTo>
                      <a:pt x="182" y="76"/>
                    </a:lnTo>
                    <a:lnTo>
                      <a:pt x="184" y="76"/>
                    </a:lnTo>
                    <a:lnTo>
                      <a:pt x="186" y="76"/>
                    </a:lnTo>
                    <a:lnTo>
                      <a:pt x="188" y="74"/>
                    </a:lnTo>
                    <a:lnTo>
                      <a:pt x="191" y="74"/>
                    </a:lnTo>
                    <a:lnTo>
                      <a:pt x="193" y="74"/>
                    </a:lnTo>
                  </a:path>
                </a:pathLst>
              </a:custGeom>
              <a:noFill/>
              <a:ln w="12700" cap="flat">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grpSp>
            <p:nvGrpSpPr>
              <p:cNvPr id="733" name="Group 729"/>
              <p:cNvGrpSpPr/>
              <p:nvPr/>
            </p:nvGrpSpPr>
            <p:grpSpPr>
              <a:xfrm>
                <a:off x="19484604" y="18194947"/>
                <a:ext cx="1470026" cy="584200"/>
                <a:chOff x="1676400" y="1651000"/>
                <a:chExt cx="735013" cy="292100"/>
              </a:xfrm>
            </p:grpSpPr>
            <p:sp>
              <p:nvSpPr>
                <p:cNvPr id="775" name="Freeform 141"/>
                <p:cNvSpPr>
                  <a:spLocks/>
                </p:cNvSpPr>
                <p:nvPr/>
              </p:nvSpPr>
              <p:spPr bwMode="auto">
                <a:xfrm>
                  <a:off x="1676400" y="1651000"/>
                  <a:ext cx="406400" cy="285750"/>
                </a:xfrm>
                <a:custGeom>
                  <a:avLst/>
                  <a:gdLst/>
                  <a:ahLst/>
                  <a:cxnLst>
                    <a:cxn ang="0">
                      <a:pos x="5" y="48"/>
                    </a:cxn>
                    <a:cxn ang="0">
                      <a:pos x="12" y="51"/>
                    </a:cxn>
                    <a:cxn ang="0">
                      <a:pos x="19" y="51"/>
                    </a:cxn>
                    <a:cxn ang="0">
                      <a:pos x="26" y="51"/>
                    </a:cxn>
                    <a:cxn ang="0">
                      <a:pos x="33" y="51"/>
                    </a:cxn>
                    <a:cxn ang="0">
                      <a:pos x="40" y="51"/>
                    </a:cxn>
                    <a:cxn ang="0">
                      <a:pos x="46" y="48"/>
                    </a:cxn>
                    <a:cxn ang="0">
                      <a:pos x="53" y="46"/>
                    </a:cxn>
                    <a:cxn ang="0">
                      <a:pos x="60" y="44"/>
                    </a:cxn>
                    <a:cxn ang="0">
                      <a:pos x="67" y="48"/>
                    </a:cxn>
                    <a:cxn ang="0">
                      <a:pos x="74" y="53"/>
                    </a:cxn>
                    <a:cxn ang="0">
                      <a:pos x="81" y="62"/>
                    </a:cxn>
                    <a:cxn ang="0">
                      <a:pos x="88" y="69"/>
                    </a:cxn>
                    <a:cxn ang="0">
                      <a:pos x="95" y="71"/>
                    </a:cxn>
                    <a:cxn ang="0">
                      <a:pos x="102" y="69"/>
                    </a:cxn>
                    <a:cxn ang="0">
                      <a:pos x="109" y="64"/>
                    </a:cxn>
                    <a:cxn ang="0">
                      <a:pos x="115" y="58"/>
                    </a:cxn>
                    <a:cxn ang="0">
                      <a:pos x="122" y="53"/>
                    </a:cxn>
                    <a:cxn ang="0">
                      <a:pos x="129" y="48"/>
                    </a:cxn>
                    <a:cxn ang="0">
                      <a:pos x="134" y="41"/>
                    </a:cxn>
                    <a:cxn ang="0">
                      <a:pos x="141" y="34"/>
                    </a:cxn>
                    <a:cxn ang="0">
                      <a:pos x="148" y="32"/>
                    </a:cxn>
                    <a:cxn ang="0">
                      <a:pos x="155" y="37"/>
                    </a:cxn>
                    <a:cxn ang="0">
                      <a:pos x="159" y="44"/>
                    </a:cxn>
                    <a:cxn ang="0">
                      <a:pos x="162" y="53"/>
                    </a:cxn>
                    <a:cxn ang="0">
                      <a:pos x="166" y="60"/>
                    </a:cxn>
                    <a:cxn ang="0">
                      <a:pos x="168" y="71"/>
                    </a:cxn>
                    <a:cxn ang="0">
                      <a:pos x="173" y="78"/>
                    </a:cxn>
                    <a:cxn ang="0">
                      <a:pos x="175" y="85"/>
                    </a:cxn>
                    <a:cxn ang="0">
                      <a:pos x="182" y="90"/>
                    </a:cxn>
                    <a:cxn ang="0">
                      <a:pos x="191" y="83"/>
                    </a:cxn>
                    <a:cxn ang="0">
                      <a:pos x="194" y="76"/>
                    </a:cxn>
                    <a:cxn ang="0">
                      <a:pos x="198" y="67"/>
                    </a:cxn>
                    <a:cxn ang="0">
                      <a:pos x="201" y="60"/>
                    </a:cxn>
                    <a:cxn ang="0">
                      <a:pos x="205" y="53"/>
                    </a:cxn>
                    <a:cxn ang="0">
                      <a:pos x="210" y="41"/>
                    </a:cxn>
                    <a:cxn ang="0">
                      <a:pos x="217" y="32"/>
                    </a:cxn>
                    <a:cxn ang="0">
                      <a:pos x="224" y="30"/>
                    </a:cxn>
                    <a:cxn ang="0">
                      <a:pos x="231" y="25"/>
                    </a:cxn>
                    <a:cxn ang="0">
                      <a:pos x="237" y="21"/>
                    </a:cxn>
                    <a:cxn ang="0">
                      <a:pos x="244" y="11"/>
                    </a:cxn>
                    <a:cxn ang="0">
                      <a:pos x="251" y="5"/>
                    </a:cxn>
                  </a:cxnLst>
                  <a:rect l="0" t="0" r="r" b="b"/>
                  <a:pathLst>
                    <a:path w="256" h="90">
                      <a:moveTo>
                        <a:pt x="0" y="46"/>
                      </a:moveTo>
                      <a:lnTo>
                        <a:pt x="3" y="48"/>
                      </a:lnTo>
                      <a:lnTo>
                        <a:pt x="5" y="48"/>
                      </a:lnTo>
                      <a:lnTo>
                        <a:pt x="7" y="48"/>
                      </a:lnTo>
                      <a:lnTo>
                        <a:pt x="10" y="51"/>
                      </a:lnTo>
                      <a:lnTo>
                        <a:pt x="12" y="51"/>
                      </a:lnTo>
                      <a:lnTo>
                        <a:pt x="14" y="51"/>
                      </a:lnTo>
                      <a:lnTo>
                        <a:pt x="16" y="51"/>
                      </a:lnTo>
                      <a:lnTo>
                        <a:pt x="19" y="51"/>
                      </a:lnTo>
                      <a:lnTo>
                        <a:pt x="21" y="51"/>
                      </a:lnTo>
                      <a:lnTo>
                        <a:pt x="23" y="51"/>
                      </a:lnTo>
                      <a:lnTo>
                        <a:pt x="26" y="51"/>
                      </a:lnTo>
                      <a:lnTo>
                        <a:pt x="28" y="51"/>
                      </a:lnTo>
                      <a:lnTo>
                        <a:pt x="30" y="51"/>
                      </a:lnTo>
                      <a:lnTo>
                        <a:pt x="33" y="51"/>
                      </a:lnTo>
                      <a:lnTo>
                        <a:pt x="35" y="51"/>
                      </a:lnTo>
                      <a:lnTo>
                        <a:pt x="37" y="51"/>
                      </a:lnTo>
                      <a:lnTo>
                        <a:pt x="40" y="51"/>
                      </a:lnTo>
                      <a:lnTo>
                        <a:pt x="42" y="51"/>
                      </a:lnTo>
                      <a:lnTo>
                        <a:pt x="44" y="48"/>
                      </a:lnTo>
                      <a:lnTo>
                        <a:pt x="46" y="48"/>
                      </a:lnTo>
                      <a:lnTo>
                        <a:pt x="49" y="48"/>
                      </a:lnTo>
                      <a:lnTo>
                        <a:pt x="51" y="46"/>
                      </a:lnTo>
                      <a:lnTo>
                        <a:pt x="53" y="46"/>
                      </a:lnTo>
                      <a:lnTo>
                        <a:pt x="56" y="46"/>
                      </a:lnTo>
                      <a:lnTo>
                        <a:pt x="58" y="44"/>
                      </a:lnTo>
                      <a:lnTo>
                        <a:pt x="60" y="44"/>
                      </a:lnTo>
                      <a:lnTo>
                        <a:pt x="63" y="46"/>
                      </a:lnTo>
                      <a:lnTo>
                        <a:pt x="65" y="46"/>
                      </a:lnTo>
                      <a:lnTo>
                        <a:pt x="67" y="48"/>
                      </a:lnTo>
                      <a:lnTo>
                        <a:pt x="69" y="48"/>
                      </a:lnTo>
                      <a:lnTo>
                        <a:pt x="72" y="51"/>
                      </a:lnTo>
                      <a:lnTo>
                        <a:pt x="74" y="53"/>
                      </a:lnTo>
                      <a:lnTo>
                        <a:pt x="79" y="58"/>
                      </a:lnTo>
                      <a:lnTo>
                        <a:pt x="79" y="60"/>
                      </a:lnTo>
                      <a:lnTo>
                        <a:pt x="81" y="62"/>
                      </a:lnTo>
                      <a:lnTo>
                        <a:pt x="83" y="64"/>
                      </a:lnTo>
                      <a:lnTo>
                        <a:pt x="86" y="67"/>
                      </a:lnTo>
                      <a:lnTo>
                        <a:pt x="88" y="69"/>
                      </a:lnTo>
                      <a:lnTo>
                        <a:pt x="90" y="71"/>
                      </a:lnTo>
                      <a:lnTo>
                        <a:pt x="92" y="71"/>
                      </a:lnTo>
                      <a:lnTo>
                        <a:pt x="95" y="71"/>
                      </a:lnTo>
                      <a:lnTo>
                        <a:pt x="97" y="71"/>
                      </a:lnTo>
                      <a:lnTo>
                        <a:pt x="99" y="69"/>
                      </a:lnTo>
                      <a:lnTo>
                        <a:pt x="102" y="69"/>
                      </a:lnTo>
                      <a:lnTo>
                        <a:pt x="104" y="67"/>
                      </a:lnTo>
                      <a:lnTo>
                        <a:pt x="106" y="64"/>
                      </a:lnTo>
                      <a:lnTo>
                        <a:pt x="109" y="64"/>
                      </a:lnTo>
                      <a:lnTo>
                        <a:pt x="111" y="62"/>
                      </a:lnTo>
                      <a:lnTo>
                        <a:pt x="113" y="60"/>
                      </a:lnTo>
                      <a:lnTo>
                        <a:pt x="115" y="58"/>
                      </a:lnTo>
                      <a:lnTo>
                        <a:pt x="118" y="58"/>
                      </a:lnTo>
                      <a:lnTo>
                        <a:pt x="120" y="55"/>
                      </a:lnTo>
                      <a:lnTo>
                        <a:pt x="122" y="53"/>
                      </a:lnTo>
                      <a:lnTo>
                        <a:pt x="125" y="51"/>
                      </a:lnTo>
                      <a:lnTo>
                        <a:pt x="127" y="51"/>
                      </a:lnTo>
                      <a:lnTo>
                        <a:pt x="129" y="48"/>
                      </a:lnTo>
                      <a:lnTo>
                        <a:pt x="132" y="46"/>
                      </a:lnTo>
                      <a:lnTo>
                        <a:pt x="136" y="41"/>
                      </a:lnTo>
                      <a:lnTo>
                        <a:pt x="134" y="41"/>
                      </a:lnTo>
                      <a:lnTo>
                        <a:pt x="136" y="41"/>
                      </a:lnTo>
                      <a:lnTo>
                        <a:pt x="141" y="37"/>
                      </a:lnTo>
                      <a:lnTo>
                        <a:pt x="141" y="34"/>
                      </a:lnTo>
                      <a:lnTo>
                        <a:pt x="143" y="34"/>
                      </a:lnTo>
                      <a:lnTo>
                        <a:pt x="145" y="32"/>
                      </a:lnTo>
                      <a:lnTo>
                        <a:pt x="148" y="32"/>
                      </a:lnTo>
                      <a:lnTo>
                        <a:pt x="150" y="34"/>
                      </a:lnTo>
                      <a:lnTo>
                        <a:pt x="152" y="34"/>
                      </a:lnTo>
                      <a:lnTo>
                        <a:pt x="155" y="37"/>
                      </a:lnTo>
                      <a:lnTo>
                        <a:pt x="157" y="39"/>
                      </a:lnTo>
                      <a:lnTo>
                        <a:pt x="157" y="41"/>
                      </a:lnTo>
                      <a:lnTo>
                        <a:pt x="159" y="44"/>
                      </a:lnTo>
                      <a:lnTo>
                        <a:pt x="159" y="46"/>
                      </a:lnTo>
                      <a:lnTo>
                        <a:pt x="162" y="48"/>
                      </a:lnTo>
                      <a:lnTo>
                        <a:pt x="162" y="53"/>
                      </a:lnTo>
                      <a:lnTo>
                        <a:pt x="164" y="55"/>
                      </a:lnTo>
                      <a:lnTo>
                        <a:pt x="164" y="58"/>
                      </a:lnTo>
                      <a:lnTo>
                        <a:pt x="166" y="60"/>
                      </a:lnTo>
                      <a:lnTo>
                        <a:pt x="166" y="64"/>
                      </a:lnTo>
                      <a:lnTo>
                        <a:pt x="168" y="67"/>
                      </a:lnTo>
                      <a:lnTo>
                        <a:pt x="168" y="71"/>
                      </a:lnTo>
                      <a:lnTo>
                        <a:pt x="171" y="74"/>
                      </a:lnTo>
                      <a:lnTo>
                        <a:pt x="171" y="76"/>
                      </a:lnTo>
                      <a:lnTo>
                        <a:pt x="173" y="78"/>
                      </a:lnTo>
                      <a:lnTo>
                        <a:pt x="173" y="81"/>
                      </a:lnTo>
                      <a:lnTo>
                        <a:pt x="175" y="83"/>
                      </a:lnTo>
                      <a:lnTo>
                        <a:pt x="175" y="85"/>
                      </a:lnTo>
                      <a:lnTo>
                        <a:pt x="178" y="87"/>
                      </a:lnTo>
                      <a:lnTo>
                        <a:pt x="180" y="90"/>
                      </a:lnTo>
                      <a:lnTo>
                        <a:pt x="182" y="90"/>
                      </a:lnTo>
                      <a:lnTo>
                        <a:pt x="185" y="90"/>
                      </a:lnTo>
                      <a:lnTo>
                        <a:pt x="187" y="87"/>
                      </a:lnTo>
                      <a:lnTo>
                        <a:pt x="191" y="83"/>
                      </a:lnTo>
                      <a:lnTo>
                        <a:pt x="191" y="81"/>
                      </a:lnTo>
                      <a:lnTo>
                        <a:pt x="194" y="78"/>
                      </a:lnTo>
                      <a:lnTo>
                        <a:pt x="194" y="76"/>
                      </a:lnTo>
                      <a:lnTo>
                        <a:pt x="196" y="74"/>
                      </a:lnTo>
                      <a:lnTo>
                        <a:pt x="196" y="69"/>
                      </a:lnTo>
                      <a:lnTo>
                        <a:pt x="198" y="67"/>
                      </a:lnTo>
                      <a:lnTo>
                        <a:pt x="198" y="64"/>
                      </a:lnTo>
                      <a:lnTo>
                        <a:pt x="201" y="62"/>
                      </a:lnTo>
                      <a:lnTo>
                        <a:pt x="201" y="60"/>
                      </a:lnTo>
                      <a:lnTo>
                        <a:pt x="203" y="58"/>
                      </a:lnTo>
                      <a:lnTo>
                        <a:pt x="203" y="55"/>
                      </a:lnTo>
                      <a:lnTo>
                        <a:pt x="205" y="53"/>
                      </a:lnTo>
                      <a:lnTo>
                        <a:pt x="205" y="48"/>
                      </a:lnTo>
                      <a:lnTo>
                        <a:pt x="210" y="44"/>
                      </a:lnTo>
                      <a:lnTo>
                        <a:pt x="210" y="41"/>
                      </a:lnTo>
                      <a:lnTo>
                        <a:pt x="212" y="39"/>
                      </a:lnTo>
                      <a:lnTo>
                        <a:pt x="217" y="34"/>
                      </a:lnTo>
                      <a:lnTo>
                        <a:pt x="217" y="32"/>
                      </a:lnTo>
                      <a:lnTo>
                        <a:pt x="219" y="32"/>
                      </a:lnTo>
                      <a:lnTo>
                        <a:pt x="221" y="30"/>
                      </a:lnTo>
                      <a:lnTo>
                        <a:pt x="224" y="30"/>
                      </a:lnTo>
                      <a:lnTo>
                        <a:pt x="226" y="28"/>
                      </a:lnTo>
                      <a:lnTo>
                        <a:pt x="228" y="28"/>
                      </a:lnTo>
                      <a:lnTo>
                        <a:pt x="231" y="25"/>
                      </a:lnTo>
                      <a:lnTo>
                        <a:pt x="233" y="23"/>
                      </a:lnTo>
                      <a:lnTo>
                        <a:pt x="235" y="23"/>
                      </a:lnTo>
                      <a:lnTo>
                        <a:pt x="237" y="21"/>
                      </a:lnTo>
                      <a:lnTo>
                        <a:pt x="240" y="18"/>
                      </a:lnTo>
                      <a:lnTo>
                        <a:pt x="244" y="14"/>
                      </a:lnTo>
                      <a:lnTo>
                        <a:pt x="244" y="11"/>
                      </a:lnTo>
                      <a:lnTo>
                        <a:pt x="247" y="9"/>
                      </a:lnTo>
                      <a:lnTo>
                        <a:pt x="249" y="7"/>
                      </a:lnTo>
                      <a:lnTo>
                        <a:pt x="251" y="5"/>
                      </a:lnTo>
                      <a:lnTo>
                        <a:pt x="254" y="2"/>
                      </a:lnTo>
                      <a:lnTo>
                        <a:pt x="256" y="0"/>
                      </a:lnTo>
                    </a:path>
                  </a:pathLst>
                </a:custGeom>
                <a:noFill/>
                <a:ln w="1270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76" name="Freeform 142"/>
                <p:cNvSpPr>
                  <a:spLocks/>
                </p:cNvSpPr>
                <p:nvPr/>
              </p:nvSpPr>
              <p:spPr bwMode="auto">
                <a:xfrm>
                  <a:off x="2082800" y="1651000"/>
                  <a:ext cx="328613" cy="292100"/>
                </a:xfrm>
                <a:custGeom>
                  <a:avLst/>
                  <a:gdLst/>
                  <a:ahLst/>
                  <a:cxnLst>
                    <a:cxn ang="0">
                      <a:pos x="2" y="0"/>
                    </a:cxn>
                    <a:cxn ang="0">
                      <a:pos x="7" y="0"/>
                    </a:cxn>
                    <a:cxn ang="0">
                      <a:pos x="11" y="0"/>
                    </a:cxn>
                    <a:cxn ang="0">
                      <a:pos x="16" y="5"/>
                    </a:cxn>
                    <a:cxn ang="0">
                      <a:pos x="21" y="7"/>
                    </a:cxn>
                    <a:cxn ang="0">
                      <a:pos x="25" y="11"/>
                    </a:cxn>
                    <a:cxn ang="0">
                      <a:pos x="30" y="14"/>
                    </a:cxn>
                    <a:cxn ang="0">
                      <a:pos x="34" y="16"/>
                    </a:cxn>
                    <a:cxn ang="0">
                      <a:pos x="39" y="16"/>
                    </a:cxn>
                    <a:cxn ang="0">
                      <a:pos x="44" y="16"/>
                    </a:cxn>
                    <a:cxn ang="0">
                      <a:pos x="48" y="16"/>
                    </a:cxn>
                    <a:cxn ang="0">
                      <a:pos x="53" y="16"/>
                    </a:cxn>
                    <a:cxn ang="0">
                      <a:pos x="57" y="18"/>
                    </a:cxn>
                    <a:cxn ang="0">
                      <a:pos x="62" y="21"/>
                    </a:cxn>
                    <a:cxn ang="0">
                      <a:pos x="67" y="23"/>
                    </a:cxn>
                    <a:cxn ang="0">
                      <a:pos x="71" y="25"/>
                    </a:cxn>
                    <a:cxn ang="0">
                      <a:pos x="76" y="30"/>
                    </a:cxn>
                    <a:cxn ang="0">
                      <a:pos x="80" y="34"/>
                    </a:cxn>
                    <a:cxn ang="0">
                      <a:pos x="85" y="37"/>
                    </a:cxn>
                    <a:cxn ang="0">
                      <a:pos x="90" y="39"/>
                    </a:cxn>
                    <a:cxn ang="0">
                      <a:pos x="94" y="41"/>
                    </a:cxn>
                    <a:cxn ang="0">
                      <a:pos x="99" y="41"/>
                    </a:cxn>
                    <a:cxn ang="0">
                      <a:pos x="103" y="44"/>
                    </a:cxn>
                    <a:cxn ang="0">
                      <a:pos x="108" y="44"/>
                    </a:cxn>
                    <a:cxn ang="0">
                      <a:pos x="113" y="46"/>
                    </a:cxn>
                    <a:cxn ang="0">
                      <a:pos x="117" y="51"/>
                    </a:cxn>
                    <a:cxn ang="0">
                      <a:pos x="122" y="53"/>
                    </a:cxn>
                    <a:cxn ang="0">
                      <a:pos x="126" y="58"/>
                    </a:cxn>
                    <a:cxn ang="0">
                      <a:pos x="131" y="60"/>
                    </a:cxn>
                    <a:cxn ang="0">
                      <a:pos x="136" y="64"/>
                    </a:cxn>
                    <a:cxn ang="0">
                      <a:pos x="140" y="64"/>
                    </a:cxn>
                    <a:cxn ang="0">
                      <a:pos x="145" y="64"/>
                    </a:cxn>
                    <a:cxn ang="0">
                      <a:pos x="150" y="64"/>
                    </a:cxn>
                    <a:cxn ang="0">
                      <a:pos x="154" y="62"/>
                    </a:cxn>
                    <a:cxn ang="0">
                      <a:pos x="159" y="62"/>
                    </a:cxn>
                    <a:cxn ang="0">
                      <a:pos x="163" y="62"/>
                    </a:cxn>
                    <a:cxn ang="0">
                      <a:pos x="168" y="62"/>
                    </a:cxn>
                    <a:cxn ang="0">
                      <a:pos x="173" y="64"/>
                    </a:cxn>
                    <a:cxn ang="0">
                      <a:pos x="177" y="67"/>
                    </a:cxn>
                    <a:cxn ang="0">
                      <a:pos x="184" y="74"/>
                    </a:cxn>
                    <a:cxn ang="0">
                      <a:pos x="184" y="74"/>
                    </a:cxn>
                    <a:cxn ang="0">
                      <a:pos x="189" y="78"/>
                    </a:cxn>
                    <a:cxn ang="0">
                      <a:pos x="191" y="83"/>
                    </a:cxn>
                    <a:cxn ang="0">
                      <a:pos x="196" y="85"/>
                    </a:cxn>
                    <a:cxn ang="0">
                      <a:pos x="200" y="90"/>
                    </a:cxn>
                    <a:cxn ang="0">
                      <a:pos x="205" y="92"/>
                    </a:cxn>
                  </a:cxnLst>
                  <a:rect l="0" t="0" r="r" b="b"/>
                  <a:pathLst>
                    <a:path w="207" h="92">
                      <a:moveTo>
                        <a:pt x="0" y="0"/>
                      </a:moveTo>
                      <a:lnTo>
                        <a:pt x="2" y="0"/>
                      </a:lnTo>
                      <a:lnTo>
                        <a:pt x="4" y="0"/>
                      </a:lnTo>
                      <a:lnTo>
                        <a:pt x="7" y="0"/>
                      </a:lnTo>
                      <a:lnTo>
                        <a:pt x="9" y="0"/>
                      </a:lnTo>
                      <a:lnTo>
                        <a:pt x="11" y="0"/>
                      </a:lnTo>
                      <a:lnTo>
                        <a:pt x="14" y="2"/>
                      </a:lnTo>
                      <a:lnTo>
                        <a:pt x="16" y="5"/>
                      </a:lnTo>
                      <a:lnTo>
                        <a:pt x="18" y="5"/>
                      </a:lnTo>
                      <a:lnTo>
                        <a:pt x="21" y="7"/>
                      </a:lnTo>
                      <a:lnTo>
                        <a:pt x="23" y="9"/>
                      </a:lnTo>
                      <a:lnTo>
                        <a:pt x="25" y="11"/>
                      </a:lnTo>
                      <a:lnTo>
                        <a:pt x="28" y="11"/>
                      </a:lnTo>
                      <a:lnTo>
                        <a:pt x="30" y="14"/>
                      </a:lnTo>
                      <a:lnTo>
                        <a:pt x="32" y="14"/>
                      </a:lnTo>
                      <a:lnTo>
                        <a:pt x="34" y="16"/>
                      </a:lnTo>
                      <a:lnTo>
                        <a:pt x="37" y="16"/>
                      </a:lnTo>
                      <a:lnTo>
                        <a:pt x="39" y="16"/>
                      </a:lnTo>
                      <a:lnTo>
                        <a:pt x="41" y="16"/>
                      </a:lnTo>
                      <a:lnTo>
                        <a:pt x="44" y="16"/>
                      </a:lnTo>
                      <a:lnTo>
                        <a:pt x="46" y="16"/>
                      </a:lnTo>
                      <a:lnTo>
                        <a:pt x="48" y="16"/>
                      </a:lnTo>
                      <a:lnTo>
                        <a:pt x="51" y="16"/>
                      </a:lnTo>
                      <a:lnTo>
                        <a:pt x="53" y="16"/>
                      </a:lnTo>
                      <a:lnTo>
                        <a:pt x="55" y="18"/>
                      </a:lnTo>
                      <a:lnTo>
                        <a:pt x="57" y="18"/>
                      </a:lnTo>
                      <a:lnTo>
                        <a:pt x="60" y="18"/>
                      </a:lnTo>
                      <a:lnTo>
                        <a:pt x="62" y="21"/>
                      </a:lnTo>
                      <a:lnTo>
                        <a:pt x="64" y="21"/>
                      </a:lnTo>
                      <a:lnTo>
                        <a:pt x="67" y="23"/>
                      </a:lnTo>
                      <a:lnTo>
                        <a:pt x="69" y="25"/>
                      </a:lnTo>
                      <a:lnTo>
                        <a:pt x="71" y="25"/>
                      </a:lnTo>
                      <a:lnTo>
                        <a:pt x="74" y="28"/>
                      </a:lnTo>
                      <a:lnTo>
                        <a:pt x="76" y="30"/>
                      </a:lnTo>
                      <a:lnTo>
                        <a:pt x="78" y="32"/>
                      </a:lnTo>
                      <a:lnTo>
                        <a:pt x="80" y="34"/>
                      </a:lnTo>
                      <a:lnTo>
                        <a:pt x="83" y="34"/>
                      </a:lnTo>
                      <a:lnTo>
                        <a:pt x="85" y="37"/>
                      </a:lnTo>
                      <a:lnTo>
                        <a:pt x="87" y="39"/>
                      </a:lnTo>
                      <a:lnTo>
                        <a:pt x="90" y="39"/>
                      </a:lnTo>
                      <a:lnTo>
                        <a:pt x="92" y="39"/>
                      </a:lnTo>
                      <a:lnTo>
                        <a:pt x="94" y="41"/>
                      </a:lnTo>
                      <a:lnTo>
                        <a:pt x="97" y="41"/>
                      </a:lnTo>
                      <a:lnTo>
                        <a:pt x="99" y="41"/>
                      </a:lnTo>
                      <a:lnTo>
                        <a:pt x="101" y="44"/>
                      </a:lnTo>
                      <a:lnTo>
                        <a:pt x="103" y="44"/>
                      </a:lnTo>
                      <a:lnTo>
                        <a:pt x="106" y="44"/>
                      </a:lnTo>
                      <a:lnTo>
                        <a:pt x="108" y="44"/>
                      </a:lnTo>
                      <a:lnTo>
                        <a:pt x="110" y="46"/>
                      </a:lnTo>
                      <a:lnTo>
                        <a:pt x="113" y="46"/>
                      </a:lnTo>
                      <a:lnTo>
                        <a:pt x="115" y="48"/>
                      </a:lnTo>
                      <a:lnTo>
                        <a:pt x="117" y="51"/>
                      </a:lnTo>
                      <a:lnTo>
                        <a:pt x="120" y="51"/>
                      </a:lnTo>
                      <a:lnTo>
                        <a:pt x="122" y="53"/>
                      </a:lnTo>
                      <a:lnTo>
                        <a:pt x="124" y="55"/>
                      </a:lnTo>
                      <a:lnTo>
                        <a:pt x="126" y="58"/>
                      </a:lnTo>
                      <a:lnTo>
                        <a:pt x="129" y="60"/>
                      </a:lnTo>
                      <a:lnTo>
                        <a:pt x="131" y="60"/>
                      </a:lnTo>
                      <a:lnTo>
                        <a:pt x="133" y="62"/>
                      </a:lnTo>
                      <a:lnTo>
                        <a:pt x="136" y="64"/>
                      </a:lnTo>
                      <a:lnTo>
                        <a:pt x="138" y="64"/>
                      </a:lnTo>
                      <a:lnTo>
                        <a:pt x="140" y="64"/>
                      </a:lnTo>
                      <a:lnTo>
                        <a:pt x="143" y="64"/>
                      </a:lnTo>
                      <a:lnTo>
                        <a:pt x="145" y="64"/>
                      </a:lnTo>
                      <a:lnTo>
                        <a:pt x="147" y="64"/>
                      </a:lnTo>
                      <a:lnTo>
                        <a:pt x="150" y="64"/>
                      </a:lnTo>
                      <a:lnTo>
                        <a:pt x="152" y="64"/>
                      </a:lnTo>
                      <a:lnTo>
                        <a:pt x="154" y="62"/>
                      </a:lnTo>
                      <a:lnTo>
                        <a:pt x="156" y="62"/>
                      </a:lnTo>
                      <a:lnTo>
                        <a:pt x="159" y="62"/>
                      </a:lnTo>
                      <a:lnTo>
                        <a:pt x="161" y="62"/>
                      </a:lnTo>
                      <a:lnTo>
                        <a:pt x="163" y="62"/>
                      </a:lnTo>
                      <a:lnTo>
                        <a:pt x="166" y="62"/>
                      </a:lnTo>
                      <a:lnTo>
                        <a:pt x="168" y="62"/>
                      </a:lnTo>
                      <a:lnTo>
                        <a:pt x="170" y="62"/>
                      </a:lnTo>
                      <a:lnTo>
                        <a:pt x="173" y="64"/>
                      </a:lnTo>
                      <a:lnTo>
                        <a:pt x="175" y="67"/>
                      </a:lnTo>
                      <a:lnTo>
                        <a:pt x="177" y="67"/>
                      </a:lnTo>
                      <a:lnTo>
                        <a:pt x="179" y="69"/>
                      </a:lnTo>
                      <a:lnTo>
                        <a:pt x="184" y="74"/>
                      </a:lnTo>
                      <a:lnTo>
                        <a:pt x="182" y="74"/>
                      </a:lnTo>
                      <a:lnTo>
                        <a:pt x="184" y="74"/>
                      </a:lnTo>
                      <a:lnTo>
                        <a:pt x="186" y="76"/>
                      </a:lnTo>
                      <a:lnTo>
                        <a:pt x="189" y="78"/>
                      </a:lnTo>
                      <a:lnTo>
                        <a:pt x="193" y="83"/>
                      </a:lnTo>
                      <a:lnTo>
                        <a:pt x="191" y="83"/>
                      </a:lnTo>
                      <a:lnTo>
                        <a:pt x="193" y="83"/>
                      </a:lnTo>
                      <a:lnTo>
                        <a:pt x="196" y="85"/>
                      </a:lnTo>
                      <a:lnTo>
                        <a:pt x="198" y="87"/>
                      </a:lnTo>
                      <a:lnTo>
                        <a:pt x="200" y="90"/>
                      </a:lnTo>
                      <a:lnTo>
                        <a:pt x="202" y="90"/>
                      </a:lnTo>
                      <a:lnTo>
                        <a:pt x="205" y="92"/>
                      </a:lnTo>
                      <a:lnTo>
                        <a:pt x="207" y="92"/>
                      </a:lnTo>
                    </a:path>
                  </a:pathLst>
                </a:custGeom>
                <a:noFill/>
                <a:ln w="1270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grpSp>
          <p:sp>
            <p:nvSpPr>
              <p:cNvPr id="734" name="Line 576"/>
              <p:cNvSpPr>
                <a:spLocks noChangeShapeType="1"/>
              </p:cNvSpPr>
              <p:nvPr/>
            </p:nvSpPr>
            <p:spPr bwMode="auto">
              <a:xfrm>
                <a:off x="19748128" y="18017147"/>
                <a:ext cx="3176" cy="9842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35" name="Line 577"/>
              <p:cNvSpPr>
                <a:spLocks noChangeShapeType="1"/>
              </p:cNvSpPr>
              <p:nvPr/>
            </p:nvSpPr>
            <p:spPr bwMode="auto">
              <a:xfrm>
                <a:off x="19484604" y="18518795"/>
                <a:ext cx="1463676" cy="63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36" name="Line 578"/>
              <p:cNvSpPr>
                <a:spLocks noChangeShapeType="1"/>
              </p:cNvSpPr>
              <p:nvPr/>
            </p:nvSpPr>
            <p:spPr bwMode="auto">
              <a:xfrm>
                <a:off x="19748128" y="18429895"/>
                <a:ext cx="3176" cy="1587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37" name="Freeform 581"/>
              <p:cNvSpPr>
                <a:spLocks/>
              </p:cNvSpPr>
              <p:nvPr/>
            </p:nvSpPr>
            <p:spPr bwMode="auto">
              <a:xfrm>
                <a:off x="19484604" y="18239395"/>
                <a:ext cx="847726" cy="571500"/>
              </a:xfrm>
              <a:custGeom>
                <a:avLst/>
                <a:gdLst/>
                <a:ahLst/>
                <a:cxnLst>
                  <a:cxn ang="0">
                    <a:pos x="5" y="39"/>
                  </a:cxn>
                  <a:cxn ang="0">
                    <a:pos x="12" y="41"/>
                  </a:cxn>
                  <a:cxn ang="0">
                    <a:pos x="19" y="44"/>
                  </a:cxn>
                  <a:cxn ang="0">
                    <a:pos x="26" y="46"/>
                  </a:cxn>
                  <a:cxn ang="0">
                    <a:pos x="33" y="46"/>
                  </a:cxn>
                  <a:cxn ang="0">
                    <a:pos x="40" y="41"/>
                  </a:cxn>
                  <a:cxn ang="0">
                    <a:pos x="46" y="37"/>
                  </a:cxn>
                  <a:cxn ang="0">
                    <a:pos x="53" y="34"/>
                  </a:cxn>
                  <a:cxn ang="0">
                    <a:pos x="60" y="37"/>
                  </a:cxn>
                  <a:cxn ang="0">
                    <a:pos x="67" y="44"/>
                  </a:cxn>
                  <a:cxn ang="0">
                    <a:pos x="74" y="53"/>
                  </a:cxn>
                  <a:cxn ang="0">
                    <a:pos x="81" y="60"/>
                  </a:cxn>
                  <a:cxn ang="0">
                    <a:pos x="88" y="60"/>
                  </a:cxn>
                  <a:cxn ang="0">
                    <a:pos x="95" y="57"/>
                  </a:cxn>
                  <a:cxn ang="0">
                    <a:pos x="102" y="55"/>
                  </a:cxn>
                  <a:cxn ang="0">
                    <a:pos x="109" y="53"/>
                  </a:cxn>
                  <a:cxn ang="0">
                    <a:pos x="115" y="51"/>
                  </a:cxn>
                  <a:cxn ang="0">
                    <a:pos x="122" y="46"/>
                  </a:cxn>
                  <a:cxn ang="0">
                    <a:pos x="132" y="37"/>
                  </a:cxn>
                  <a:cxn ang="0">
                    <a:pos x="136" y="27"/>
                  </a:cxn>
                  <a:cxn ang="0">
                    <a:pos x="143" y="18"/>
                  </a:cxn>
                  <a:cxn ang="0">
                    <a:pos x="150" y="21"/>
                  </a:cxn>
                  <a:cxn ang="0">
                    <a:pos x="157" y="30"/>
                  </a:cxn>
                  <a:cxn ang="0">
                    <a:pos x="159" y="44"/>
                  </a:cxn>
                  <a:cxn ang="0">
                    <a:pos x="164" y="53"/>
                  </a:cxn>
                  <a:cxn ang="0">
                    <a:pos x="166" y="64"/>
                  </a:cxn>
                  <a:cxn ang="0">
                    <a:pos x="171" y="74"/>
                  </a:cxn>
                  <a:cxn ang="0">
                    <a:pos x="175" y="83"/>
                  </a:cxn>
                  <a:cxn ang="0">
                    <a:pos x="180" y="90"/>
                  </a:cxn>
                  <a:cxn ang="0">
                    <a:pos x="187" y="85"/>
                  </a:cxn>
                  <a:cxn ang="0">
                    <a:pos x="191" y="78"/>
                  </a:cxn>
                  <a:cxn ang="0">
                    <a:pos x="196" y="71"/>
                  </a:cxn>
                  <a:cxn ang="0">
                    <a:pos x="201" y="60"/>
                  </a:cxn>
                  <a:cxn ang="0">
                    <a:pos x="208" y="51"/>
                  </a:cxn>
                  <a:cxn ang="0">
                    <a:pos x="214" y="44"/>
                  </a:cxn>
                  <a:cxn ang="0">
                    <a:pos x="221" y="37"/>
                  </a:cxn>
                  <a:cxn ang="0">
                    <a:pos x="228" y="30"/>
                  </a:cxn>
                  <a:cxn ang="0">
                    <a:pos x="235" y="21"/>
                  </a:cxn>
                  <a:cxn ang="0">
                    <a:pos x="244" y="9"/>
                  </a:cxn>
                  <a:cxn ang="0">
                    <a:pos x="249" y="2"/>
                  </a:cxn>
                  <a:cxn ang="0">
                    <a:pos x="256" y="0"/>
                  </a:cxn>
                  <a:cxn ang="0">
                    <a:pos x="263" y="0"/>
                  </a:cxn>
                </a:cxnLst>
                <a:rect l="0" t="0" r="r" b="b"/>
                <a:pathLst>
                  <a:path w="267" h="90">
                    <a:moveTo>
                      <a:pt x="0" y="39"/>
                    </a:moveTo>
                    <a:lnTo>
                      <a:pt x="3" y="37"/>
                    </a:lnTo>
                    <a:lnTo>
                      <a:pt x="5" y="39"/>
                    </a:lnTo>
                    <a:lnTo>
                      <a:pt x="7" y="39"/>
                    </a:lnTo>
                    <a:lnTo>
                      <a:pt x="10" y="39"/>
                    </a:lnTo>
                    <a:lnTo>
                      <a:pt x="12" y="41"/>
                    </a:lnTo>
                    <a:lnTo>
                      <a:pt x="14" y="41"/>
                    </a:lnTo>
                    <a:lnTo>
                      <a:pt x="16" y="44"/>
                    </a:lnTo>
                    <a:lnTo>
                      <a:pt x="19" y="44"/>
                    </a:lnTo>
                    <a:lnTo>
                      <a:pt x="21" y="46"/>
                    </a:lnTo>
                    <a:lnTo>
                      <a:pt x="23" y="46"/>
                    </a:lnTo>
                    <a:lnTo>
                      <a:pt x="26" y="46"/>
                    </a:lnTo>
                    <a:lnTo>
                      <a:pt x="28" y="46"/>
                    </a:lnTo>
                    <a:lnTo>
                      <a:pt x="30" y="46"/>
                    </a:lnTo>
                    <a:lnTo>
                      <a:pt x="33" y="46"/>
                    </a:lnTo>
                    <a:lnTo>
                      <a:pt x="35" y="46"/>
                    </a:lnTo>
                    <a:lnTo>
                      <a:pt x="37" y="44"/>
                    </a:lnTo>
                    <a:lnTo>
                      <a:pt x="40" y="41"/>
                    </a:lnTo>
                    <a:lnTo>
                      <a:pt x="42" y="39"/>
                    </a:lnTo>
                    <a:lnTo>
                      <a:pt x="44" y="39"/>
                    </a:lnTo>
                    <a:lnTo>
                      <a:pt x="46" y="37"/>
                    </a:lnTo>
                    <a:lnTo>
                      <a:pt x="49" y="34"/>
                    </a:lnTo>
                    <a:lnTo>
                      <a:pt x="51" y="34"/>
                    </a:lnTo>
                    <a:lnTo>
                      <a:pt x="53" y="34"/>
                    </a:lnTo>
                    <a:lnTo>
                      <a:pt x="56" y="34"/>
                    </a:lnTo>
                    <a:lnTo>
                      <a:pt x="58" y="34"/>
                    </a:lnTo>
                    <a:lnTo>
                      <a:pt x="60" y="37"/>
                    </a:lnTo>
                    <a:lnTo>
                      <a:pt x="63" y="39"/>
                    </a:lnTo>
                    <a:lnTo>
                      <a:pt x="65" y="41"/>
                    </a:lnTo>
                    <a:lnTo>
                      <a:pt x="67" y="44"/>
                    </a:lnTo>
                    <a:lnTo>
                      <a:pt x="72" y="48"/>
                    </a:lnTo>
                    <a:lnTo>
                      <a:pt x="72" y="51"/>
                    </a:lnTo>
                    <a:lnTo>
                      <a:pt x="74" y="53"/>
                    </a:lnTo>
                    <a:lnTo>
                      <a:pt x="76" y="55"/>
                    </a:lnTo>
                    <a:lnTo>
                      <a:pt x="79" y="57"/>
                    </a:lnTo>
                    <a:lnTo>
                      <a:pt x="81" y="60"/>
                    </a:lnTo>
                    <a:lnTo>
                      <a:pt x="83" y="60"/>
                    </a:lnTo>
                    <a:lnTo>
                      <a:pt x="86" y="60"/>
                    </a:lnTo>
                    <a:lnTo>
                      <a:pt x="88" y="60"/>
                    </a:lnTo>
                    <a:lnTo>
                      <a:pt x="90" y="60"/>
                    </a:lnTo>
                    <a:lnTo>
                      <a:pt x="92" y="60"/>
                    </a:lnTo>
                    <a:lnTo>
                      <a:pt x="95" y="57"/>
                    </a:lnTo>
                    <a:lnTo>
                      <a:pt x="97" y="55"/>
                    </a:lnTo>
                    <a:lnTo>
                      <a:pt x="99" y="55"/>
                    </a:lnTo>
                    <a:lnTo>
                      <a:pt x="102" y="55"/>
                    </a:lnTo>
                    <a:lnTo>
                      <a:pt x="104" y="53"/>
                    </a:lnTo>
                    <a:lnTo>
                      <a:pt x="106" y="53"/>
                    </a:lnTo>
                    <a:lnTo>
                      <a:pt x="109" y="53"/>
                    </a:lnTo>
                    <a:lnTo>
                      <a:pt x="111" y="51"/>
                    </a:lnTo>
                    <a:lnTo>
                      <a:pt x="113" y="51"/>
                    </a:lnTo>
                    <a:lnTo>
                      <a:pt x="115" y="51"/>
                    </a:lnTo>
                    <a:lnTo>
                      <a:pt x="118" y="48"/>
                    </a:lnTo>
                    <a:lnTo>
                      <a:pt x="120" y="48"/>
                    </a:lnTo>
                    <a:lnTo>
                      <a:pt x="122" y="46"/>
                    </a:lnTo>
                    <a:lnTo>
                      <a:pt x="125" y="44"/>
                    </a:lnTo>
                    <a:lnTo>
                      <a:pt x="127" y="41"/>
                    </a:lnTo>
                    <a:lnTo>
                      <a:pt x="132" y="37"/>
                    </a:lnTo>
                    <a:lnTo>
                      <a:pt x="132" y="32"/>
                    </a:lnTo>
                    <a:lnTo>
                      <a:pt x="134" y="30"/>
                    </a:lnTo>
                    <a:lnTo>
                      <a:pt x="136" y="27"/>
                    </a:lnTo>
                    <a:lnTo>
                      <a:pt x="141" y="23"/>
                    </a:lnTo>
                    <a:lnTo>
                      <a:pt x="141" y="21"/>
                    </a:lnTo>
                    <a:lnTo>
                      <a:pt x="143" y="18"/>
                    </a:lnTo>
                    <a:lnTo>
                      <a:pt x="145" y="18"/>
                    </a:lnTo>
                    <a:lnTo>
                      <a:pt x="148" y="18"/>
                    </a:lnTo>
                    <a:lnTo>
                      <a:pt x="150" y="21"/>
                    </a:lnTo>
                    <a:lnTo>
                      <a:pt x="152" y="23"/>
                    </a:lnTo>
                    <a:lnTo>
                      <a:pt x="152" y="25"/>
                    </a:lnTo>
                    <a:lnTo>
                      <a:pt x="157" y="30"/>
                    </a:lnTo>
                    <a:lnTo>
                      <a:pt x="157" y="34"/>
                    </a:lnTo>
                    <a:lnTo>
                      <a:pt x="159" y="37"/>
                    </a:lnTo>
                    <a:lnTo>
                      <a:pt x="159" y="44"/>
                    </a:lnTo>
                    <a:lnTo>
                      <a:pt x="162" y="46"/>
                    </a:lnTo>
                    <a:lnTo>
                      <a:pt x="162" y="51"/>
                    </a:lnTo>
                    <a:lnTo>
                      <a:pt x="164" y="53"/>
                    </a:lnTo>
                    <a:lnTo>
                      <a:pt x="164" y="55"/>
                    </a:lnTo>
                    <a:lnTo>
                      <a:pt x="166" y="60"/>
                    </a:lnTo>
                    <a:lnTo>
                      <a:pt x="166" y="64"/>
                    </a:lnTo>
                    <a:lnTo>
                      <a:pt x="168" y="67"/>
                    </a:lnTo>
                    <a:lnTo>
                      <a:pt x="168" y="71"/>
                    </a:lnTo>
                    <a:lnTo>
                      <a:pt x="171" y="74"/>
                    </a:lnTo>
                    <a:lnTo>
                      <a:pt x="171" y="78"/>
                    </a:lnTo>
                    <a:lnTo>
                      <a:pt x="173" y="80"/>
                    </a:lnTo>
                    <a:lnTo>
                      <a:pt x="175" y="83"/>
                    </a:lnTo>
                    <a:lnTo>
                      <a:pt x="175" y="85"/>
                    </a:lnTo>
                    <a:lnTo>
                      <a:pt x="178" y="87"/>
                    </a:lnTo>
                    <a:lnTo>
                      <a:pt x="180" y="90"/>
                    </a:lnTo>
                    <a:lnTo>
                      <a:pt x="182" y="90"/>
                    </a:lnTo>
                    <a:lnTo>
                      <a:pt x="185" y="87"/>
                    </a:lnTo>
                    <a:lnTo>
                      <a:pt x="187" y="85"/>
                    </a:lnTo>
                    <a:lnTo>
                      <a:pt x="189" y="83"/>
                    </a:lnTo>
                    <a:lnTo>
                      <a:pt x="189" y="80"/>
                    </a:lnTo>
                    <a:lnTo>
                      <a:pt x="191" y="78"/>
                    </a:lnTo>
                    <a:lnTo>
                      <a:pt x="194" y="76"/>
                    </a:lnTo>
                    <a:lnTo>
                      <a:pt x="194" y="74"/>
                    </a:lnTo>
                    <a:lnTo>
                      <a:pt x="196" y="71"/>
                    </a:lnTo>
                    <a:lnTo>
                      <a:pt x="196" y="67"/>
                    </a:lnTo>
                    <a:lnTo>
                      <a:pt x="201" y="62"/>
                    </a:lnTo>
                    <a:lnTo>
                      <a:pt x="201" y="60"/>
                    </a:lnTo>
                    <a:lnTo>
                      <a:pt x="205" y="55"/>
                    </a:lnTo>
                    <a:lnTo>
                      <a:pt x="205" y="53"/>
                    </a:lnTo>
                    <a:lnTo>
                      <a:pt x="208" y="51"/>
                    </a:lnTo>
                    <a:lnTo>
                      <a:pt x="210" y="48"/>
                    </a:lnTo>
                    <a:lnTo>
                      <a:pt x="212" y="46"/>
                    </a:lnTo>
                    <a:lnTo>
                      <a:pt x="214" y="44"/>
                    </a:lnTo>
                    <a:lnTo>
                      <a:pt x="217" y="41"/>
                    </a:lnTo>
                    <a:lnTo>
                      <a:pt x="219" y="39"/>
                    </a:lnTo>
                    <a:lnTo>
                      <a:pt x="221" y="37"/>
                    </a:lnTo>
                    <a:lnTo>
                      <a:pt x="224" y="34"/>
                    </a:lnTo>
                    <a:lnTo>
                      <a:pt x="226" y="32"/>
                    </a:lnTo>
                    <a:lnTo>
                      <a:pt x="228" y="30"/>
                    </a:lnTo>
                    <a:lnTo>
                      <a:pt x="231" y="27"/>
                    </a:lnTo>
                    <a:lnTo>
                      <a:pt x="235" y="23"/>
                    </a:lnTo>
                    <a:lnTo>
                      <a:pt x="235" y="21"/>
                    </a:lnTo>
                    <a:lnTo>
                      <a:pt x="240" y="16"/>
                    </a:lnTo>
                    <a:lnTo>
                      <a:pt x="240" y="14"/>
                    </a:lnTo>
                    <a:lnTo>
                      <a:pt x="244" y="9"/>
                    </a:lnTo>
                    <a:lnTo>
                      <a:pt x="244" y="7"/>
                    </a:lnTo>
                    <a:lnTo>
                      <a:pt x="247" y="4"/>
                    </a:lnTo>
                    <a:lnTo>
                      <a:pt x="249" y="2"/>
                    </a:lnTo>
                    <a:lnTo>
                      <a:pt x="251" y="2"/>
                    </a:lnTo>
                    <a:lnTo>
                      <a:pt x="254" y="0"/>
                    </a:lnTo>
                    <a:lnTo>
                      <a:pt x="256" y="0"/>
                    </a:lnTo>
                    <a:lnTo>
                      <a:pt x="258" y="0"/>
                    </a:lnTo>
                    <a:lnTo>
                      <a:pt x="260" y="0"/>
                    </a:lnTo>
                    <a:lnTo>
                      <a:pt x="263" y="0"/>
                    </a:lnTo>
                    <a:lnTo>
                      <a:pt x="265" y="0"/>
                    </a:lnTo>
                    <a:lnTo>
                      <a:pt x="267" y="2"/>
                    </a:lnTo>
                  </a:path>
                </a:pathLst>
              </a:custGeom>
              <a:noFill/>
              <a:ln w="12700" cap="flat">
                <a:solidFill>
                  <a:srgbClr val="C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38" name="Freeform 582"/>
              <p:cNvSpPr>
                <a:spLocks/>
              </p:cNvSpPr>
              <p:nvPr/>
            </p:nvSpPr>
            <p:spPr bwMode="auto">
              <a:xfrm>
                <a:off x="20332328" y="18252095"/>
                <a:ext cx="622300" cy="381000"/>
              </a:xfrm>
              <a:custGeom>
                <a:avLst/>
                <a:gdLst/>
                <a:ahLst/>
                <a:cxnLst>
                  <a:cxn ang="0">
                    <a:pos x="3" y="0"/>
                  </a:cxn>
                  <a:cxn ang="0">
                    <a:pos x="7" y="2"/>
                  </a:cxn>
                  <a:cxn ang="0">
                    <a:pos x="12" y="2"/>
                  </a:cxn>
                  <a:cxn ang="0">
                    <a:pos x="17" y="2"/>
                  </a:cxn>
                  <a:cxn ang="0">
                    <a:pos x="21" y="5"/>
                  </a:cxn>
                  <a:cxn ang="0">
                    <a:pos x="26" y="5"/>
                  </a:cxn>
                  <a:cxn ang="0">
                    <a:pos x="30" y="5"/>
                  </a:cxn>
                  <a:cxn ang="0">
                    <a:pos x="35" y="5"/>
                  </a:cxn>
                  <a:cxn ang="0">
                    <a:pos x="40" y="5"/>
                  </a:cxn>
                  <a:cxn ang="0">
                    <a:pos x="44" y="7"/>
                  </a:cxn>
                  <a:cxn ang="0">
                    <a:pos x="49" y="7"/>
                  </a:cxn>
                  <a:cxn ang="0">
                    <a:pos x="53" y="9"/>
                  </a:cxn>
                  <a:cxn ang="0">
                    <a:pos x="58" y="12"/>
                  </a:cxn>
                  <a:cxn ang="0">
                    <a:pos x="63" y="14"/>
                  </a:cxn>
                  <a:cxn ang="0">
                    <a:pos x="67" y="16"/>
                  </a:cxn>
                  <a:cxn ang="0">
                    <a:pos x="72" y="19"/>
                  </a:cxn>
                  <a:cxn ang="0">
                    <a:pos x="76" y="21"/>
                  </a:cxn>
                  <a:cxn ang="0">
                    <a:pos x="81" y="23"/>
                  </a:cxn>
                  <a:cxn ang="0">
                    <a:pos x="86" y="25"/>
                  </a:cxn>
                  <a:cxn ang="0">
                    <a:pos x="90" y="25"/>
                  </a:cxn>
                  <a:cxn ang="0">
                    <a:pos x="95" y="28"/>
                  </a:cxn>
                  <a:cxn ang="0">
                    <a:pos x="99" y="28"/>
                  </a:cxn>
                  <a:cxn ang="0">
                    <a:pos x="104" y="28"/>
                  </a:cxn>
                  <a:cxn ang="0">
                    <a:pos x="109" y="28"/>
                  </a:cxn>
                  <a:cxn ang="0">
                    <a:pos x="113" y="28"/>
                  </a:cxn>
                  <a:cxn ang="0">
                    <a:pos x="118" y="30"/>
                  </a:cxn>
                  <a:cxn ang="0">
                    <a:pos x="122" y="30"/>
                  </a:cxn>
                  <a:cxn ang="0">
                    <a:pos x="127" y="30"/>
                  </a:cxn>
                  <a:cxn ang="0">
                    <a:pos x="132" y="32"/>
                  </a:cxn>
                  <a:cxn ang="0">
                    <a:pos x="136" y="32"/>
                  </a:cxn>
                  <a:cxn ang="0">
                    <a:pos x="141" y="35"/>
                  </a:cxn>
                  <a:cxn ang="0">
                    <a:pos x="145" y="37"/>
                  </a:cxn>
                  <a:cxn ang="0">
                    <a:pos x="150" y="39"/>
                  </a:cxn>
                  <a:cxn ang="0">
                    <a:pos x="155" y="44"/>
                  </a:cxn>
                  <a:cxn ang="0">
                    <a:pos x="159" y="46"/>
                  </a:cxn>
                  <a:cxn ang="0">
                    <a:pos x="164" y="51"/>
                  </a:cxn>
                  <a:cxn ang="0">
                    <a:pos x="168" y="53"/>
                  </a:cxn>
                  <a:cxn ang="0">
                    <a:pos x="173" y="55"/>
                  </a:cxn>
                  <a:cxn ang="0">
                    <a:pos x="178" y="55"/>
                  </a:cxn>
                  <a:cxn ang="0">
                    <a:pos x="182" y="58"/>
                  </a:cxn>
                  <a:cxn ang="0">
                    <a:pos x="187" y="58"/>
                  </a:cxn>
                  <a:cxn ang="0">
                    <a:pos x="191" y="60"/>
                  </a:cxn>
                  <a:cxn ang="0">
                    <a:pos x="196" y="60"/>
                  </a:cxn>
                </a:cxnLst>
                <a:rect l="0" t="0" r="r" b="b"/>
                <a:pathLst>
                  <a:path w="196" h="60">
                    <a:moveTo>
                      <a:pt x="0" y="0"/>
                    </a:moveTo>
                    <a:lnTo>
                      <a:pt x="3" y="0"/>
                    </a:lnTo>
                    <a:lnTo>
                      <a:pt x="5" y="0"/>
                    </a:lnTo>
                    <a:lnTo>
                      <a:pt x="7" y="2"/>
                    </a:lnTo>
                    <a:lnTo>
                      <a:pt x="10" y="2"/>
                    </a:lnTo>
                    <a:lnTo>
                      <a:pt x="12" y="2"/>
                    </a:lnTo>
                    <a:lnTo>
                      <a:pt x="14" y="2"/>
                    </a:lnTo>
                    <a:lnTo>
                      <a:pt x="17" y="2"/>
                    </a:lnTo>
                    <a:lnTo>
                      <a:pt x="19" y="2"/>
                    </a:lnTo>
                    <a:lnTo>
                      <a:pt x="21" y="5"/>
                    </a:lnTo>
                    <a:lnTo>
                      <a:pt x="23" y="5"/>
                    </a:lnTo>
                    <a:lnTo>
                      <a:pt x="26" y="5"/>
                    </a:lnTo>
                    <a:lnTo>
                      <a:pt x="28" y="5"/>
                    </a:lnTo>
                    <a:lnTo>
                      <a:pt x="30" y="5"/>
                    </a:lnTo>
                    <a:lnTo>
                      <a:pt x="33" y="5"/>
                    </a:lnTo>
                    <a:lnTo>
                      <a:pt x="35" y="5"/>
                    </a:lnTo>
                    <a:lnTo>
                      <a:pt x="37" y="5"/>
                    </a:lnTo>
                    <a:lnTo>
                      <a:pt x="40" y="5"/>
                    </a:lnTo>
                    <a:lnTo>
                      <a:pt x="42" y="5"/>
                    </a:lnTo>
                    <a:lnTo>
                      <a:pt x="44" y="7"/>
                    </a:lnTo>
                    <a:lnTo>
                      <a:pt x="46" y="7"/>
                    </a:lnTo>
                    <a:lnTo>
                      <a:pt x="49" y="7"/>
                    </a:lnTo>
                    <a:lnTo>
                      <a:pt x="51" y="9"/>
                    </a:lnTo>
                    <a:lnTo>
                      <a:pt x="53" y="9"/>
                    </a:lnTo>
                    <a:lnTo>
                      <a:pt x="56" y="9"/>
                    </a:lnTo>
                    <a:lnTo>
                      <a:pt x="58" y="12"/>
                    </a:lnTo>
                    <a:lnTo>
                      <a:pt x="60" y="12"/>
                    </a:lnTo>
                    <a:lnTo>
                      <a:pt x="63" y="14"/>
                    </a:lnTo>
                    <a:lnTo>
                      <a:pt x="65" y="14"/>
                    </a:lnTo>
                    <a:lnTo>
                      <a:pt x="67" y="16"/>
                    </a:lnTo>
                    <a:lnTo>
                      <a:pt x="69" y="19"/>
                    </a:lnTo>
                    <a:lnTo>
                      <a:pt x="72" y="19"/>
                    </a:lnTo>
                    <a:lnTo>
                      <a:pt x="74" y="21"/>
                    </a:lnTo>
                    <a:lnTo>
                      <a:pt x="76" y="21"/>
                    </a:lnTo>
                    <a:lnTo>
                      <a:pt x="79" y="23"/>
                    </a:lnTo>
                    <a:lnTo>
                      <a:pt x="81" y="23"/>
                    </a:lnTo>
                    <a:lnTo>
                      <a:pt x="83" y="23"/>
                    </a:lnTo>
                    <a:lnTo>
                      <a:pt x="86" y="25"/>
                    </a:lnTo>
                    <a:lnTo>
                      <a:pt x="88" y="25"/>
                    </a:lnTo>
                    <a:lnTo>
                      <a:pt x="90" y="25"/>
                    </a:lnTo>
                    <a:lnTo>
                      <a:pt x="92" y="25"/>
                    </a:lnTo>
                    <a:lnTo>
                      <a:pt x="95" y="28"/>
                    </a:lnTo>
                    <a:lnTo>
                      <a:pt x="97" y="28"/>
                    </a:lnTo>
                    <a:lnTo>
                      <a:pt x="99" y="28"/>
                    </a:lnTo>
                    <a:lnTo>
                      <a:pt x="102" y="28"/>
                    </a:lnTo>
                    <a:lnTo>
                      <a:pt x="104" y="28"/>
                    </a:lnTo>
                    <a:lnTo>
                      <a:pt x="106" y="28"/>
                    </a:lnTo>
                    <a:lnTo>
                      <a:pt x="109" y="28"/>
                    </a:lnTo>
                    <a:lnTo>
                      <a:pt x="111" y="28"/>
                    </a:lnTo>
                    <a:lnTo>
                      <a:pt x="113" y="28"/>
                    </a:lnTo>
                    <a:lnTo>
                      <a:pt x="115" y="28"/>
                    </a:lnTo>
                    <a:lnTo>
                      <a:pt x="118" y="30"/>
                    </a:lnTo>
                    <a:lnTo>
                      <a:pt x="120" y="30"/>
                    </a:lnTo>
                    <a:lnTo>
                      <a:pt x="122" y="30"/>
                    </a:lnTo>
                    <a:lnTo>
                      <a:pt x="125" y="30"/>
                    </a:lnTo>
                    <a:lnTo>
                      <a:pt x="127" y="30"/>
                    </a:lnTo>
                    <a:lnTo>
                      <a:pt x="129" y="30"/>
                    </a:lnTo>
                    <a:lnTo>
                      <a:pt x="132" y="32"/>
                    </a:lnTo>
                    <a:lnTo>
                      <a:pt x="134" y="32"/>
                    </a:lnTo>
                    <a:lnTo>
                      <a:pt x="136" y="32"/>
                    </a:lnTo>
                    <a:lnTo>
                      <a:pt x="139" y="32"/>
                    </a:lnTo>
                    <a:lnTo>
                      <a:pt x="141" y="35"/>
                    </a:lnTo>
                    <a:lnTo>
                      <a:pt x="143" y="35"/>
                    </a:lnTo>
                    <a:lnTo>
                      <a:pt x="145" y="37"/>
                    </a:lnTo>
                    <a:lnTo>
                      <a:pt x="148" y="37"/>
                    </a:lnTo>
                    <a:lnTo>
                      <a:pt x="150" y="39"/>
                    </a:lnTo>
                    <a:lnTo>
                      <a:pt x="152" y="42"/>
                    </a:lnTo>
                    <a:lnTo>
                      <a:pt x="155" y="44"/>
                    </a:lnTo>
                    <a:lnTo>
                      <a:pt x="157" y="44"/>
                    </a:lnTo>
                    <a:lnTo>
                      <a:pt x="159" y="46"/>
                    </a:lnTo>
                    <a:lnTo>
                      <a:pt x="162" y="49"/>
                    </a:lnTo>
                    <a:lnTo>
                      <a:pt x="164" y="51"/>
                    </a:lnTo>
                    <a:lnTo>
                      <a:pt x="166" y="51"/>
                    </a:lnTo>
                    <a:lnTo>
                      <a:pt x="168" y="53"/>
                    </a:lnTo>
                    <a:lnTo>
                      <a:pt x="171" y="53"/>
                    </a:lnTo>
                    <a:lnTo>
                      <a:pt x="173" y="55"/>
                    </a:lnTo>
                    <a:lnTo>
                      <a:pt x="175" y="55"/>
                    </a:lnTo>
                    <a:lnTo>
                      <a:pt x="178" y="55"/>
                    </a:lnTo>
                    <a:lnTo>
                      <a:pt x="180" y="55"/>
                    </a:lnTo>
                    <a:lnTo>
                      <a:pt x="182" y="58"/>
                    </a:lnTo>
                    <a:lnTo>
                      <a:pt x="185" y="58"/>
                    </a:lnTo>
                    <a:lnTo>
                      <a:pt x="187" y="58"/>
                    </a:lnTo>
                    <a:lnTo>
                      <a:pt x="189" y="58"/>
                    </a:lnTo>
                    <a:lnTo>
                      <a:pt x="191" y="60"/>
                    </a:lnTo>
                    <a:lnTo>
                      <a:pt x="194" y="60"/>
                    </a:lnTo>
                    <a:lnTo>
                      <a:pt x="196" y="60"/>
                    </a:lnTo>
                  </a:path>
                </a:pathLst>
              </a:custGeom>
              <a:noFill/>
              <a:ln w="12700" cap="flat">
                <a:solidFill>
                  <a:srgbClr val="C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39" name="Line 583"/>
              <p:cNvSpPr>
                <a:spLocks noChangeShapeType="1"/>
              </p:cNvSpPr>
              <p:nvPr/>
            </p:nvSpPr>
            <p:spPr bwMode="auto">
              <a:xfrm>
                <a:off x="20011654" y="18477515"/>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40" name="Line 584"/>
              <p:cNvSpPr>
                <a:spLocks noChangeShapeType="1"/>
              </p:cNvSpPr>
              <p:nvPr/>
            </p:nvSpPr>
            <p:spPr bwMode="auto">
              <a:xfrm>
                <a:off x="20281528" y="18477515"/>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41" name="Line 585"/>
              <p:cNvSpPr>
                <a:spLocks noChangeShapeType="1"/>
              </p:cNvSpPr>
              <p:nvPr/>
            </p:nvSpPr>
            <p:spPr bwMode="auto">
              <a:xfrm>
                <a:off x="20545054" y="18477515"/>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42" name="Line 586"/>
              <p:cNvSpPr>
                <a:spLocks noChangeShapeType="1"/>
              </p:cNvSpPr>
              <p:nvPr/>
            </p:nvSpPr>
            <p:spPr bwMode="auto">
              <a:xfrm>
                <a:off x="20808578" y="18477515"/>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43" name="Freeform 189"/>
              <p:cNvSpPr>
                <a:spLocks/>
              </p:cNvSpPr>
              <p:nvPr/>
            </p:nvSpPr>
            <p:spPr bwMode="auto">
              <a:xfrm>
                <a:off x="20392654" y="20113055"/>
                <a:ext cx="561976" cy="393700"/>
              </a:xfrm>
              <a:custGeom>
                <a:avLst/>
                <a:gdLst/>
                <a:ahLst/>
                <a:cxnLst>
                  <a:cxn ang="0">
                    <a:pos x="2" y="2"/>
                  </a:cxn>
                  <a:cxn ang="0">
                    <a:pos x="7" y="2"/>
                  </a:cxn>
                  <a:cxn ang="0">
                    <a:pos x="11" y="2"/>
                  </a:cxn>
                  <a:cxn ang="0">
                    <a:pos x="16" y="2"/>
                  </a:cxn>
                  <a:cxn ang="0">
                    <a:pos x="21" y="2"/>
                  </a:cxn>
                  <a:cxn ang="0">
                    <a:pos x="25" y="2"/>
                  </a:cxn>
                  <a:cxn ang="0">
                    <a:pos x="30" y="4"/>
                  </a:cxn>
                  <a:cxn ang="0">
                    <a:pos x="34" y="7"/>
                  </a:cxn>
                  <a:cxn ang="0">
                    <a:pos x="39" y="11"/>
                  </a:cxn>
                  <a:cxn ang="0">
                    <a:pos x="44" y="16"/>
                  </a:cxn>
                  <a:cxn ang="0">
                    <a:pos x="48" y="21"/>
                  </a:cxn>
                  <a:cxn ang="0">
                    <a:pos x="53" y="25"/>
                  </a:cxn>
                  <a:cxn ang="0">
                    <a:pos x="57" y="30"/>
                  </a:cxn>
                  <a:cxn ang="0">
                    <a:pos x="62" y="32"/>
                  </a:cxn>
                  <a:cxn ang="0">
                    <a:pos x="67" y="34"/>
                  </a:cxn>
                  <a:cxn ang="0">
                    <a:pos x="71" y="34"/>
                  </a:cxn>
                  <a:cxn ang="0">
                    <a:pos x="76" y="34"/>
                  </a:cxn>
                  <a:cxn ang="0">
                    <a:pos x="80" y="37"/>
                  </a:cxn>
                  <a:cxn ang="0">
                    <a:pos x="85" y="37"/>
                  </a:cxn>
                  <a:cxn ang="0">
                    <a:pos x="90" y="37"/>
                  </a:cxn>
                  <a:cxn ang="0">
                    <a:pos x="94" y="39"/>
                  </a:cxn>
                  <a:cxn ang="0">
                    <a:pos x="99" y="39"/>
                  </a:cxn>
                  <a:cxn ang="0">
                    <a:pos x="103" y="41"/>
                  </a:cxn>
                  <a:cxn ang="0">
                    <a:pos x="108" y="44"/>
                  </a:cxn>
                  <a:cxn ang="0">
                    <a:pos x="113" y="44"/>
                  </a:cxn>
                  <a:cxn ang="0">
                    <a:pos x="117" y="44"/>
                  </a:cxn>
                  <a:cxn ang="0">
                    <a:pos x="122" y="44"/>
                  </a:cxn>
                  <a:cxn ang="0">
                    <a:pos x="126" y="41"/>
                  </a:cxn>
                  <a:cxn ang="0">
                    <a:pos x="131" y="41"/>
                  </a:cxn>
                  <a:cxn ang="0">
                    <a:pos x="136" y="44"/>
                  </a:cxn>
                  <a:cxn ang="0">
                    <a:pos x="140" y="48"/>
                  </a:cxn>
                  <a:cxn ang="0">
                    <a:pos x="145" y="51"/>
                  </a:cxn>
                  <a:cxn ang="0">
                    <a:pos x="149" y="55"/>
                  </a:cxn>
                  <a:cxn ang="0">
                    <a:pos x="154" y="60"/>
                  </a:cxn>
                  <a:cxn ang="0">
                    <a:pos x="159" y="62"/>
                  </a:cxn>
                  <a:cxn ang="0">
                    <a:pos x="163" y="60"/>
                  </a:cxn>
                  <a:cxn ang="0">
                    <a:pos x="168" y="57"/>
                  </a:cxn>
                  <a:cxn ang="0">
                    <a:pos x="172" y="55"/>
                  </a:cxn>
                  <a:cxn ang="0">
                    <a:pos x="177" y="55"/>
                  </a:cxn>
                </a:cxnLst>
                <a:rect l="0" t="0" r="r" b="b"/>
                <a:pathLst>
                  <a:path w="177" h="62">
                    <a:moveTo>
                      <a:pt x="0" y="0"/>
                    </a:moveTo>
                    <a:lnTo>
                      <a:pt x="2" y="2"/>
                    </a:lnTo>
                    <a:lnTo>
                      <a:pt x="4" y="2"/>
                    </a:lnTo>
                    <a:lnTo>
                      <a:pt x="7" y="2"/>
                    </a:lnTo>
                    <a:lnTo>
                      <a:pt x="9" y="2"/>
                    </a:lnTo>
                    <a:lnTo>
                      <a:pt x="11" y="2"/>
                    </a:lnTo>
                    <a:lnTo>
                      <a:pt x="14" y="2"/>
                    </a:lnTo>
                    <a:lnTo>
                      <a:pt x="16" y="2"/>
                    </a:lnTo>
                    <a:lnTo>
                      <a:pt x="18" y="2"/>
                    </a:lnTo>
                    <a:lnTo>
                      <a:pt x="21" y="2"/>
                    </a:lnTo>
                    <a:lnTo>
                      <a:pt x="23" y="2"/>
                    </a:lnTo>
                    <a:lnTo>
                      <a:pt x="25" y="2"/>
                    </a:lnTo>
                    <a:lnTo>
                      <a:pt x="27" y="2"/>
                    </a:lnTo>
                    <a:lnTo>
                      <a:pt x="30" y="4"/>
                    </a:lnTo>
                    <a:lnTo>
                      <a:pt x="32" y="4"/>
                    </a:lnTo>
                    <a:lnTo>
                      <a:pt x="34" y="7"/>
                    </a:lnTo>
                    <a:lnTo>
                      <a:pt x="37" y="9"/>
                    </a:lnTo>
                    <a:lnTo>
                      <a:pt x="39" y="11"/>
                    </a:lnTo>
                    <a:lnTo>
                      <a:pt x="41" y="14"/>
                    </a:lnTo>
                    <a:lnTo>
                      <a:pt x="44" y="16"/>
                    </a:lnTo>
                    <a:lnTo>
                      <a:pt x="46" y="18"/>
                    </a:lnTo>
                    <a:lnTo>
                      <a:pt x="48" y="21"/>
                    </a:lnTo>
                    <a:lnTo>
                      <a:pt x="50" y="23"/>
                    </a:lnTo>
                    <a:lnTo>
                      <a:pt x="53" y="25"/>
                    </a:lnTo>
                    <a:lnTo>
                      <a:pt x="55" y="28"/>
                    </a:lnTo>
                    <a:lnTo>
                      <a:pt x="57" y="30"/>
                    </a:lnTo>
                    <a:lnTo>
                      <a:pt x="60" y="32"/>
                    </a:lnTo>
                    <a:lnTo>
                      <a:pt x="62" y="32"/>
                    </a:lnTo>
                    <a:lnTo>
                      <a:pt x="64" y="32"/>
                    </a:lnTo>
                    <a:lnTo>
                      <a:pt x="67" y="34"/>
                    </a:lnTo>
                    <a:lnTo>
                      <a:pt x="69" y="34"/>
                    </a:lnTo>
                    <a:lnTo>
                      <a:pt x="71" y="34"/>
                    </a:lnTo>
                    <a:lnTo>
                      <a:pt x="73" y="34"/>
                    </a:lnTo>
                    <a:lnTo>
                      <a:pt x="76" y="34"/>
                    </a:lnTo>
                    <a:lnTo>
                      <a:pt x="78" y="34"/>
                    </a:lnTo>
                    <a:lnTo>
                      <a:pt x="80" y="37"/>
                    </a:lnTo>
                    <a:lnTo>
                      <a:pt x="83" y="37"/>
                    </a:lnTo>
                    <a:lnTo>
                      <a:pt x="85" y="37"/>
                    </a:lnTo>
                    <a:lnTo>
                      <a:pt x="87" y="37"/>
                    </a:lnTo>
                    <a:lnTo>
                      <a:pt x="90" y="37"/>
                    </a:lnTo>
                    <a:lnTo>
                      <a:pt x="92" y="37"/>
                    </a:lnTo>
                    <a:lnTo>
                      <a:pt x="94" y="39"/>
                    </a:lnTo>
                    <a:lnTo>
                      <a:pt x="96" y="39"/>
                    </a:lnTo>
                    <a:lnTo>
                      <a:pt x="99" y="39"/>
                    </a:lnTo>
                    <a:lnTo>
                      <a:pt x="101" y="41"/>
                    </a:lnTo>
                    <a:lnTo>
                      <a:pt x="103" y="41"/>
                    </a:lnTo>
                    <a:lnTo>
                      <a:pt x="106" y="44"/>
                    </a:lnTo>
                    <a:lnTo>
                      <a:pt x="108" y="44"/>
                    </a:lnTo>
                    <a:lnTo>
                      <a:pt x="110" y="44"/>
                    </a:lnTo>
                    <a:lnTo>
                      <a:pt x="113" y="44"/>
                    </a:lnTo>
                    <a:lnTo>
                      <a:pt x="115" y="44"/>
                    </a:lnTo>
                    <a:lnTo>
                      <a:pt x="117" y="44"/>
                    </a:lnTo>
                    <a:lnTo>
                      <a:pt x="120" y="44"/>
                    </a:lnTo>
                    <a:lnTo>
                      <a:pt x="122" y="44"/>
                    </a:lnTo>
                    <a:lnTo>
                      <a:pt x="124" y="41"/>
                    </a:lnTo>
                    <a:lnTo>
                      <a:pt x="126" y="41"/>
                    </a:lnTo>
                    <a:lnTo>
                      <a:pt x="129" y="41"/>
                    </a:lnTo>
                    <a:lnTo>
                      <a:pt x="131" y="41"/>
                    </a:lnTo>
                    <a:lnTo>
                      <a:pt x="133" y="44"/>
                    </a:lnTo>
                    <a:lnTo>
                      <a:pt x="136" y="44"/>
                    </a:lnTo>
                    <a:lnTo>
                      <a:pt x="138" y="46"/>
                    </a:lnTo>
                    <a:lnTo>
                      <a:pt x="140" y="48"/>
                    </a:lnTo>
                    <a:lnTo>
                      <a:pt x="143" y="51"/>
                    </a:lnTo>
                    <a:lnTo>
                      <a:pt x="145" y="51"/>
                    </a:lnTo>
                    <a:lnTo>
                      <a:pt x="147" y="53"/>
                    </a:lnTo>
                    <a:lnTo>
                      <a:pt x="149" y="55"/>
                    </a:lnTo>
                    <a:lnTo>
                      <a:pt x="152" y="57"/>
                    </a:lnTo>
                    <a:lnTo>
                      <a:pt x="154" y="60"/>
                    </a:lnTo>
                    <a:lnTo>
                      <a:pt x="156" y="60"/>
                    </a:lnTo>
                    <a:lnTo>
                      <a:pt x="159" y="62"/>
                    </a:lnTo>
                    <a:lnTo>
                      <a:pt x="161" y="62"/>
                    </a:lnTo>
                    <a:lnTo>
                      <a:pt x="163" y="60"/>
                    </a:lnTo>
                    <a:lnTo>
                      <a:pt x="166" y="60"/>
                    </a:lnTo>
                    <a:lnTo>
                      <a:pt x="168" y="57"/>
                    </a:lnTo>
                    <a:lnTo>
                      <a:pt x="170" y="57"/>
                    </a:lnTo>
                    <a:lnTo>
                      <a:pt x="172" y="55"/>
                    </a:lnTo>
                    <a:lnTo>
                      <a:pt x="175" y="55"/>
                    </a:lnTo>
                    <a:lnTo>
                      <a:pt x="177" y="55"/>
                    </a:lnTo>
                  </a:path>
                </a:pathLst>
              </a:custGeom>
              <a:noFill/>
              <a:ln w="12700" cap="flat">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grpSp>
            <p:nvGrpSpPr>
              <p:cNvPr id="744" name="Group 730"/>
              <p:cNvGrpSpPr/>
              <p:nvPr/>
            </p:nvGrpSpPr>
            <p:grpSpPr>
              <a:xfrm>
                <a:off x="19484604" y="19935255"/>
                <a:ext cx="1470024" cy="457200"/>
                <a:chOff x="1676400" y="2603500"/>
                <a:chExt cx="735012" cy="228600"/>
              </a:xfrm>
            </p:grpSpPr>
            <p:sp>
              <p:nvSpPr>
                <p:cNvPr id="773" name="Freeform 195"/>
                <p:cNvSpPr>
                  <a:spLocks/>
                </p:cNvSpPr>
                <p:nvPr/>
              </p:nvSpPr>
              <p:spPr bwMode="auto">
                <a:xfrm>
                  <a:off x="1676400" y="2603500"/>
                  <a:ext cx="420688" cy="206376"/>
                </a:xfrm>
                <a:custGeom>
                  <a:avLst/>
                  <a:gdLst/>
                  <a:ahLst/>
                  <a:cxnLst>
                    <a:cxn ang="0">
                      <a:pos x="5" y="37"/>
                    </a:cxn>
                    <a:cxn ang="0">
                      <a:pos x="12" y="39"/>
                    </a:cxn>
                    <a:cxn ang="0">
                      <a:pos x="19" y="42"/>
                    </a:cxn>
                    <a:cxn ang="0">
                      <a:pos x="26" y="44"/>
                    </a:cxn>
                    <a:cxn ang="0">
                      <a:pos x="33" y="46"/>
                    </a:cxn>
                    <a:cxn ang="0">
                      <a:pos x="40" y="44"/>
                    </a:cxn>
                    <a:cxn ang="0">
                      <a:pos x="46" y="42"/>
                    </a:cxn>
                    <a:cxn ang="0">
                      <a:pos x="53" y="35"/>
                    </a:cxn>
                    <a:cxn ang="0">
                      <a:pos x="60" y="30"/>
                    </a:cxn>
                    <a:cxn ang="0">
                      <a:pos x="67" y="30"/>
                    </a:cxn>
                    <a:cxn ang="0">
                      <a:pos x="74" y="37"/>
                    </a:cxn>
                    <a:cxn ang="0">
                      <a:pos x="83" y="49"/>
                    </a:cxn>
                    <a:cxn ang="0">
                      <a:pos x="90" y="60"/>
                    </a:cxn>
                    <a:cxn ang="0">
                      <a:pos x="92" y="62"/>
                    </a:cxn>
                    <a:cxn ang="0">
                      <a:pos x="99" y="62"/>
                    </a:cxn>
                    <a:cxn ang="0">
                      <a:pos x="106" y="56"/>
                    </a:cxn>
                    <a:cxn ang="0">
                      <a:pos x="113" y="51"/>
                    </a:cxn>
                    <a:cxn ang="0">
                      <a:pos x="120" y="51"/>
                    </a:cxn>
                    <a:cxn ang="0">
                      <a:pos x="127" y="56"/>
                    </a:cxn>
                    <a:cxn ang="0">
                      <a:pos x="134" y="62"/>
                    </a:cxn>
                    <a:cxn ang="0">
                      <a:pos x="141" y="60"/>
                    </a:cxn>
                    <a:cxn ang="0">
                      <a:pos x="148" y="53"/>
                    </a:cxn>
                    <a:cxn ang="0">
                      <a:pos x="150" y="44"/>
                    </a:cxn>
                    <a:cxn ang="0">
                      <a:pos x="155" y="37"/>
                    </a:cxn>
                    <a:cxn ang="0">
                      <a:pos x="157" y="30"/>
                    </a:cxn>
                    <a:cxn ang="0">
                      <a:pos x="164" y="21"/>
                    </a:cxn>
                    <a:cxn ang="0">
                      <a:pos x="171" y="26"/>
                    </a:cxn>
                    <a:cxn ang="0">
                      <a:pos x="178" y="37"/>
                    </a:cxn>
                    <a:cxn ang="0">
                      <a:pos x="182" y="44"/>
                    </a:cxn>
                    <a:cxn ang="0">
                      <a:pos x="185" y="51"/>
                    </a:cxn>
                    <a:cxn ang="0">
                      <a:pos x="191" y="60"/>
                    </a:cxn>
                    <a:cxn ang="0">
                      <a:pos x="194" y="62"/>
                    </a:cxn>
                    <a:cxn ang="0">
                      <a:pos x="201" y="62"/>
                    </a:cxn>
                    <a:cxn ang="0">
                      <a:pos x="210" y="53"/>
                    </a:cxn>
                    <a:cxn ang="0">
                      <a:pos x="214" y="46"/>
                    </a:cxn>
                    <a:cxn ang="0">
                      <a:pos x="221" y="37"/>
                    </a:cxn>
                    <a:cxn ang="0">
                      <a:pos x="228" y="32"/>
                    </a:cxn>
                    <a:cxn ang="0">
                      <a:pos x="235" y="23"/>
                    </a:cxn>
                    <a:cxn ang="0">
                      <a:pos x="242" y="16"/>
                    </a:cxn>
                    <a:cxn ang="0">
                      <a:pos x="247" y="12"/>
                    </a:cxn>
                    <a:cxn ang="0">
                      <a:pos x="254" y="3"/>
                    </a:cxn>
                    <a:cxn ang="0">
                      <a:pos x="260" y="0"/>
                    </a:cxn>
                  </a:cxnLst>
                  <a:rect l="0" t="0" r="r" b="b"/>
                  <a:pathLst>
                    <a:path w="265" h="65">
                      <a:moveTo>
                        <a:pt x="0" y="37"/>
                      </a:moveTo>
                      <a:lnTo>
                        <a:pt x="3" y="37"/>
                      </a:lnTo>
                      <a:lnTo>
                        <a:pt x="5" y="37"/>
                      </a:lnTo>
                      <a:lnTo>
                        <a:pt x="7" y="37"/>
                      </a:lnTo>
                      <a:lnTo>
                        <a:pt x="10" y="39"/>
                      </a:lnTo>
                      <a:lnTo>
                        <a:pt x="12" y="39"/>
                      </a:lnTo>
                      <a:lnTo>
                        <a:pt x="14" y="39"/>
                      </a:lnTo>
                      <a:lnTo>
                        <a:pt x="16" y="42"/>
                      </a:lnTo>
                      <a:lnTo>
                        <a:pt x="19" y="42"/>
                      </a:lnTo>
                      <a:lnTo>
                        <a:pt x="21" y="42"/>
                      </a:lnTo>
                      <a:lnTo>
                        <a:pt x="23" y="44"/>
                      </a:lnTo>
                      <a:lnTo>
                        <a:pt x="26" y="44"/>
                      </a:lnTo>
                      <a:lnTo>
                        <a:pt x="28" y="44"/>
                      </a:lnTo>
                      <a:lnTo>
                        <a:pt x="30" y="46"/>
                      </a:lnTo>
                      <a:lnTo>
                        <a:pt x="33" y="46"/>
                      </a:lnTo>
                      <a:lnTo>
                        <a:pt x="35" y="46"/>
                      </a:lnTo>
                      <a:lnTo>
                        <a:pt x="37" y="46"/>
                      </a:lnTo>
                      <a:lnTo>
                        <a:pt x="40" y="44"/>
                      </a:lnTo>
                      <a:lnTo>
                        <a:pt x="42" y="44"/>
                      </a:lnTo>
                      <a:lnTo>
                        <a:pt x="44" y="42"/>
                      </a:lnTo>
                      <a:lnTo>
                        <a:pt x="46" y="42"/>
                      </a:lnTo>
                      <a:lnTo>
                        <a:pt x="49" y="39"/>
                      </a:lnTo>
                      <a:lnTo>
                        <a:pt x="51" y="37"/>
                      </a:lnTo>
                      <a:lnTo>
                        <a:pt x="53" y="35"/>
                      </a:lnTo>
                      <a:lnTo>
                        <a:pt x="56" y="32"/>
                      </a:lnTo>
                      <a:lnTo>
                        <a:pt x="58" y="30"/>
                      </a:lnTo>
                      <a:lnTo>
                        <a:pt x="60" y="30"/>
                      </a:lnTo>
                      <a:lnTo>
                        <a:pt x="63" y="30"/>
                      </a:lnTo>
                      <a:lnTo>
                        <a:pt x="65" y="30"/>
                      </a:lnTo>
                      <a:lnTo>
                        <a:pt x="67" y="30"/>
                      </a:lnTo>
                      <a:lnTo>
                        <a:pt x="69" y="32"/>
                      </a:lnTo>
                      <a:lnTo>
                        <a:pt x="72" y="35"/>
                      </a:lnTo>
                      <a:lnTo>
                        <a:pt x="74" y="37"/>
                      </a:lnTo>
                      <a:lnTo>
                        <a:pt x="79" y="42"/>
                      </a:lnTo>
                      <a:lnTo>
                        <a:pt x="79" y="44"/>
                      </a:lnTo>
                      <a:lnTo>
                        <a:pt x="83" y="49"/>
                      </a:lnTo>
                      <a:lnTo>
                        <a:pt x="83" y="53"/>
                      </a:lnTo>
                      <a:lnTo>
                        <a:pt x="86" y="56"/>
                      </a:lnTo>
                      <a:lnTo>
                        <a:pt x="90" y="60"/>
                      </a:lnTo>
                      <a:lnTo>
                        <a:pt x="88" y="60"/>
                      </a:lnTo>
                      <a:lnTo>
                        <a:pt x="90" y="60"/>
                      </a:lnTo>
                      <a:lnTo>
                        <a:pt x="92" y="62"/>
                      </a:lnTo>
                      <a:lnTo>
                        <a:pt x="95" y="65"/>
                      </a:lnTo>
                      <a:lnTo>
                        <a:pt x="97" y="62"/>
                      </a:lnTo>
                      <a:lnTo>
                        <a:pt x="99" y="62"/>
                      </a:lnTo>
                      <a:lnTo>
                        <a:pt x="102" y="60"/>
                      </a:lnTo>
                      <a:lnTo>
                        <a:pt x="104" y="58"/>
                      </a:lnTo>
                      <a:lnTo>
                        <a:pt x="106" y="56"/>
                      </a:lnTo>
                      <a:lnTo>
                        <a:pt x="109" y="56"/>
                      </a:lnTo>
                      <a:lnTo>
                        <a:pt x="111" y="53"/>
                      </a:lnTo>
                      <a:lnTo>
                        <a:pt x="113" y="51"/>
                      </a:lnTo>
                      <a:lnTo>
                        <a:pt x="115" y="51"/>
                      </a:lnTo>
                      <a:lnTo>
                        <a:pt x="118" y="51"/>
                      </a:lnTo>
                      <a:lnTo>
                        <a:pt x="120" y="51"/>
                      </a:lnTo>
                      <a:lnTo>
                        <a:pt x="122" y="53"/>
                      </a:lnTo>
                      <a:lnTo>
                        <a:pt x="125" y="56"/>
                      </a:lnTo>
                      <a:lnTo>
                        <a:pt x="127" y="56"/>
                      </a:lnTo>
                      <a:lnTo>
                        <a:pt x="129" y="58"/>
                      </a:lnTo>
                      <a:lnTo>
                        <a:pt x="132" y="60"/>
                      </a:lnTo>
                      <a:lnTo>
                        <a:pt x="134" y="62"/>
                      </a:lnTo>
                      <a:lnTo>
                        <a:pt x="136" y="62"/>
                      </a:lnTo>
                      <a:lnTo>
                        <a:pt x="138" y="62"/>
                      </a:lnTo>
                      <a:lnTo>
                        <a:pt x="141" y="60"/>
                      </a:lnTo>
                      <a:lnTo>
                        <a:pt x="143" y="58"/>
                      </a:lnTo>
                      <a:lnTo>
                        <a:pt x="145" y="56"/>
                      </a:lnTo>
                      <a:lnTo>
                        <a:pt x="148" y="53"/>
                      </a:lnTo>
                      <a:lnTo>
                        <a:pt x="148" y="51"/>
                      </a:lnTo>
                      <a:lnTo>
                        <a:pt x="150" y="49"/>
                      </a:lnTo>
                      <a:lnTo>
                        <a:pt x="150" y="44"/>
                      </a:lnTo>
                      <a:lnTo>
                        <a:pt x="152" y="42"/>
                      </a:lnTo>
                      <a:lnTo>
                        <a:pt x="152" y="39"/>
                      </a:lnTo>
                      <a:lnTo>
                        <a:pt x="155" y="37"/>
                      </a:lnTo>
                      <a:lnTo>
                        <a:pt x="155" y="35"/>
                      </a:lnTo>
                      <a:lnTo>
                        <a:pt x="157" y="32"/>
                      </a:lnTo>
                      <a:lnTo>
                        <a:pt x="157" y="30"/>
                      </a:lnTo>
                      <a:lnTo>
                        <a:pt x="162" y="26"/>
                      </a:lnTo>
                      <a:lnTo>
                        <a:pt x="162" y="23"/>
                      </a:lnTo>
                      <a:lnTo>
                        <a:pt x="164" y="21"/>
                      </a:lnTo>
                      <a:lnTo>
                        <a:pt x="166" y="21"/>
                      </a:lnTo>
                      <a:lnTo>
                        <a:pt x="168" y="23"/>
                      </a:lnTo>
                      <a:lnTo>
                        <a:pt x="171" y="26"/>
                      </a:lnTo>
                      <a:lnTo>
                        <a:pt x="173" y="28"/>
                      </a:lnTo>
                      <a:lnTo>
                        <a:pt x="178" y="32"/>
                      </a:lnTo>
                      <a:lnTo>
                        <a:pt x="178" y="37"/>
                      </a:lnTo>
                      <a:lnTo>
                        <a:pt x="180" y="39"/>
                      </a:lnTo>
                      <a:lnTo>
                        <a:pt x="180" y="42"/>
                      </a:lnTo>
                      <a:lnTo>
                        <a:pt x="182" y="44"/>
                      </a:lnTo>
                      <a:lnTo>
                        <a:pt x="182" y="46"/>
                      </a:lnTo>
                      <a:lnTo>
                        <a:pt x="185" y="49"/>
                      </a:lnTo>
                      <a:lnTo>
                        <a:pt x="185" y="51"/>
                      </a:lnTo>
                      <a:lnTo>
                        <a:pt x="187" y="53"/>
                      </a:lnTo>
                      <a:lnTo>
                        <a:pt x="187" y="56"/>
                      </a:lnTo>
                      <a:lnTo>
                        <a:pt x="191" y="60"/>
                      </a:lnTo>
                      <a:lnTo>
                        <a:pt x="189" y="60"/>
                      </a:lnTo>
                      <a:lnTo>
                        <a:pt x="191" y="60"/>
                      </a:lnTo>
                      <a:lnTo>
                        <a:pt x="194" y="62"/>
                      </a:lnTo>
                      <a:lnTo>
                        <a:pt x="196" y="62"/>
                      </a:lnTo>
                      <a:lnTo>
                        <a:pt x="198" y="62"/>
                      </a:lnTo>
                      <a:lnTo>
                        <a:pt x="201" y="62"/>
                      </a:lnTo>
                      <a:lnTo>
                        <a:pt x="203" y="60"/>
                      </a:lnTo>
                      <a:lnTo>
                        <a:pt x="205" y="58"/>
                      </a:lnTo>
                      <a:lnTo>
                        <a:pt x="210" y="53"/>
                      </a:lnTo>
                      <a:lnTo>
                        <a:pt x="210" y="51"/>
                      </a:lnTo>
                      <a:lnTo>
                        <a:pt x="212" y="49"/>
                      </a:lnTo>
                      <a:lnTo>
                        <a:pt x="214" y="46"/>
                      </a:lnTo>
                      <a:lnTo>
                        <a:pt x="219" y="42"/>
                      </a:lnTo>
                      <a:lnTo>
                        <a:pt x="219" y="39"/>
                      </a:lnTo>
                      <a:lnTo>
                        <a:pt x="221" y="37"/>
                      </a:lnTo>
                      <a:lnTo>
                        <a:pt x="224" y="35"/>
                      </a:lnTo>
                      <a:lnTo>
                        <a:pt x="226" y="32"/>
                      </a:lnTo>
                      <a:lnTo>
                        <a:pt x="228" y="32"/>
                      </a:lnTo>
                      <a:lnTo>
                        <a:pt x="233" y="28"/>
                      </a:lnTo>
                      <a:lnTo>
                        <a:pt x="233" y="26"/>
                      </a:lnTo>
                      <a:lnTo>
                        <a:pt x="235" y="23"/>
                      </a:lnTo>
                      <a:lnTo>
                        <a:pt x="237" y="21"/>
                      </a:lnTo>
                      <a:lnTo>
                        <a:pt x="240" y="19"/>
                      </a:lnTo>
                      <a:lnTo>
                        <a:pt x="242" y="16"/>
                      </a:lnTo>
                      <a:lnTo>
                        <a:pt x="247" y="12"/>
                      </a:lnTo>
                      <a:lnTo>
                        <a:pt x="244" y="12"/>
                      </a:lnTo>
                      <a:lnTo>
                        <a:pt x="247" y="12"/>
                      </a:lnTo>
                      <a:lnTo>
                        <a:pt x="251" y="7"/>
                      </a:lnTo>
                      <a:lnTo>
                        <a:pt x="251" y="5"/>
                      </a:lnTo>
                      <a:lnTo>
                        <a:pt x="254" y="3"/>
                      </a:lnTo>
                      <a:lnTo>
                        <a:pt x="256" y="3"/>
                      </a:lnTo>
                      <a:lnTo>
                        <a:pt x="258" y="0"/>
                      </a:lnTo>
                      <a:lnTo>
                        <a:pt x="260" y="0"/>
                      </a:lnTo>
                      <a:lnTo>
                        <a:pt x="263" y="0"/>
                      </a:lnTo>
                      <a:lnTo>
                        <a:pt x="265" y="0"/>
                      </a:lnTo>
                    </a:path>
                  </a:pathLst>
                </a:custGeom>
                <a:noFill/>
                <a:ln w="1270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74" name="Freeform 196"/>
                <p:cNvSpPr>
                  <a:spLocks/>
                </p:cNvSpPr>
                <p:nvPr/>
              </p:nvSpPr>
              <p:spPr bwMode="auto">
                <a:xfrm>
                  <a:off x="2097087" y="2603500"/>
                  <a:ext cx="314325" cy="228600"/>
                </a:xfrm>
                <a:custGeom>
                  <a:avLst/>
                  <a:gdLst/>
                  <a:ahLst/>
                  <a:cxnLst>
                    <a:cxn ang="0">
                      <a:pos x="2" y="0"/>
                    </a:cxn>
                    <a:cxn ang="0">
                      <a:pos x="7" y="3"/>
                    </a:cxn>
                    <a:cxn ang="0">
                      <a:pos x="12" y="7"/>
                    </a:cxn>
                    <a:cxn ang="0">
                      <a:pos x="16" y="9"/>
                    </a:cxn>
                    <a:cxn ang="0">
                      <a:pos x="21" y="12"/>
                    </a:cxn>
                    <a:cxn ang="0">
                      <a:pos x="25" y="14"/>
                    </a:cxn>
                    <a:cxn ang="0">
                      <a:pos x="30" y="14"/>
                    </a:cxn>
                    <a:cxn ang="0">
                      <a:pos x="35" y="16"/>
                    </a:cxn>
                    <a:cxn ang="0">
                      <a:pos x="39" y="16"/>
                    </a:cxn>
                    <a:cxn ang="0">
                      <a:pos x="44" y="14"/>
                    </a:cxn>
                    <a:cxn ang="0">
                      <a:pos x="48" y="16"/>
                    </a:cxn>
                    <a:cxn ang="0">
                      <a:pos x="53" y="16"/>
                    </a:cxn>
                    <a:cxn ang="0">
                      <a:pos x="58" y="19"/>
                    </a:cxn>
                    <a:cxn ang="0">
                      <a:pos x="62" y="23"/>
                    </a:cxn>
                    <a:cxn ang="0">
                      <a:pos x="67" y="26"/>
                    </a:cxn>
                    <a:cxn ang="0">
                      <a:pos x="71" y="32"/>
                    </a:cxn>
                    <a:cxn ang="0">
                      <a:pos x="76" y="35"/>
                    </a:cxn>
                    <a:cxn ang="0">
                      <a:pos x="81" y="39"/>
                    </a:cxn>
                    <a:cxn ang="0">
                      <a:pos x="85" y="42"/>
                    </a:cxn>
                    <a:cxn ang="0">
                      <a:pos x="90" y="42"/>
                    </a:cxn>
                    <a:cxn ang="0">
                      <a:pos x="94" y="42"/>
                    </a:cxn>
                    <a:cxn ang="0">
                      <a:pos x="99" y="44"/>
                    </a:cxn>
                    <a:cxn ang="0">
                      <a:pos x="104" y="44"/>
                    </a:cxn>
                    <a:cxn ang="0">
                      <a:pos x="108" y="46"/>
                    </a:cxn>
                    <a:cxn ang="0">
                      <a:pos x="113" y="46"/>
                    </a:cxn>
                    <a:cxn ang="0">
                      <a:pos x="117" y="51"/>
                    </a:cxn>
                    <a:cxn ang="0">
                      <a:pos x="122" y="51"/>
                    </a:cxn>
                    <a:cxn ang="0">
                      <a:pos x="127" y="53"/>
                    </a:cxn>
                    <a:cxn ang="0">
                      <a:pos x="131" y="53"/>
                    </a:cxn>
                    <a:cxn ang="0">
                      <a:pos x="136" y="53"/>
                    </a:cxn>
                    <a:cxn ang="0">
                      <a:pos x="141" y="51"/>
                    </a:cxn>
                    <a:cxn ang="0">
                      <a:pos x="145" y="49"/>
                    </a:cxn>
                    <a:cxn ang="0">
                      <a:pos x="150" y="49"/>
                    </a:cxn>
                    <a:cxn ang="0">
                      <a:pos x="154" y="49"/>
                    </a:cxn>
                    <a:cxn ang="0">
                      <a:pos x="159" y="49"/>
                    </a:cxn>
                    <a:cxn ang="0">
                      <a:pos x="164" y="51"/>
                    </a:cxn>
                    <a:cxn ang="0">
                      <a:pos x="168" y="53"/>
                    </a:cxn>
                    <a:cxn ang="0">
                      <a:pos x="173" y="58"/>
                    </a:cxn>
                    <a:cxn ang="0">
                      <a:pos x="177" y="60"/>
                    </a:cxn>
                    <a:cxn ang="0">
                      <a:pos x="182" y="65"/>
                    </a:cxn>
                    <a:cxn ang="0">
                      <a:pos x="187" y="67"/>
                    </a:cxn>
                    <a:cxn ang="0">
                      <a:pos x="191" y="69"/>
                    </a:cxn>
                    <a:cxn ang="0">
                      <a:pos x="196" y="72"/>
                    </a:cxn>
                  </a:cxnLst>
                  <a:rect l="0" t="0" r="r" b="b"/>
                  <a:pathLst>
                    <a:path w="198" h="72">
                      <a:moveTo>
                        <a:pt x="0" y="0"/>
                      </a:moveTo>
                      <a:lnTo>
                        <a:pt x="2" y="0"/>
                      </a:lnTo>
                      <a:lnTo>
                        <a:pt x="5" y="3"/>
                      </a:lnTo>
                      <a:lnTo>
                        <a:pt x="7" y="3"/>
                      </a:lnTo>
                      <a:lnTo>
                        <a:pt x="9" y="5"/>
                      </a:lnTo>
                      <a:lnTo>
                        <a:pt x="12" y="7"/>
                      </a:lnTo>
                      <a:lnTo>
                        <a:pt x="14" y="7"/>
                      </a:lnTo>
                      <a:lnTo>
                        <a:pt x="16" y="9"/>
                      </a:lnTo>
                      <a:lnTo>
                        <a:pt x="19" y="9"/>
                      </a:lnTo>
                      <a:lnTo>
                        <a:pt x="21" y="12"/>
                      </a:lnTo>
                      <a:lnTo>
                        <a:pt x="23" y="12"/>
                      </a:lnTo>
                      <a:lnTo>
                        <a:pt x="25" y="14"/>
                      </a:lnTo>
                      <a:lnTo>
                        <a:pt x="28" y="14"/>
                      </a:lnTo>
                      <a:lnTo>
                        <a:pt x="30" y="14"/>
                      </a:lnTo>
                      <a:lnTo>
                        <a:pt x="32" y="14"/>
                      </a:lnTo>
                      <a:lnTo>
                        <a:pt x="35" y="16"/>
                      </a:lnTo>
                      <a:lnTo>
                        <a:pt x="37" y="16"/>
                      </a:lnTo>
                      <a:lnTo>
                        <a:pt x="39" y="16"/>
                      </a:lnTo>
                      <a:lnTo>
                        <a:pt x="42" y="14"/>
                      </a:lnTo>
                      <a:lnTo>
                        <a:pt x="44" y="14"/>
                      </a:lnTo>
                      <a:lnTo>
                        <a:pt x="46" y="14"/>
                      </a:lnTo>
                      <a:lnTo>
                        <a:pt x="48" y="16"/>
                      </a:lnTo>
                      <a:lnTo>
                        <a:pt x="51" y="16"/>
                      </a:lnTo>
                      <a:lnTo>
                        <a:pt x="53" y="16"/>
                      </a:lnTo>
                      <a:lnTo>
                        <a:pt x="55" y="16"/>
                      </a:lnTo>
                      <a:lnTo>
                        <a:pt x="58" y="19"/>
                      </a:lnTo>
                      <a:lnTo>
                        <a:pt x="60" y="21"/>
                      </a:lnTo>
                      <a:lnTo>
                        <a:pt x="62" y="23"/>
                      </a:lnTo>
                      <a:lnTo>
                        <a:pt x="65" y="23"/>
                      </a:lnTo>
                      <a:lnTo>
                        <a:pt x="67" y="26"/>
                      </a:lnTo>
                      <a:lnTo>
                        <a:pt x="71" y="30"/>
                      </a:lnTo>
                      <a:lnTo>
                        <a:pt x="71" y="32"/>
                      </a:lnTo>
                      <a:lnTo>
                        <a:pt x="74" y="32"/>
                      </a:lnTo>
                      <a:lnTo>
                        <a:pt x="76" y="35"/>
                      </a:lnTo>
                      <a:lnTo>
                        <a:pt x="78" y="37"/>
                      </a:lnTo>
                      <a:lnTo>
                        <a:pt x="81" y="39"/>
                      </a:lnTo>
                      <a:lnTo>
                        <a:pt x="83" y="39"/>
                      </a:lnTo>
                      <a:lnTo>
                        <a:pt x="85" y="42"/>
                      </a:lnTo>
                      <a:lnTo>
                        <a:pt x="88" y="42"/>
                      </a:lnTo>
                      <a:lnTo>
                        <a:pt x="90" y="42"/>
                      </a:lnTo>
                      <a:lnTo>
                        <a:pt x="92" y="42"/>
                      </a:lnTo>
                      <a:lnTo>
                        <a:pt x="94" y="42"/>
                      </a:lnTo>
                      <a:lnTo>
                        <a:pt x="97" y="42"/>
                      </a:lnTo>
                      <a:lnTo>
                        <a:pt x="99" y="44"/>
                      </a:lnTo>
                      <a:lnTo>
                        <a:pt x="101" y="44"/>
                      </a:lnTo>
                      <a:lnTo>
                        <a:pt x="104" y="44"/>
                      </a:lnTo>
                      <a:lnTo>
                        <a:pt x="106" y="44"/>
                      </a:lnTo>
                      <a:lnTo>
                        <a:pt x="108" y="46"/>
                      </a:lnTo>
                      <a:lnTo>
                        <a:pt x="111" y="46"/>
                      </a:lnTo>
                      <a:lnTo>
                        <a:pt x="113" y="46"/>
                      </a:lnTo>
                      <a:lnTo>
                        <a:pt x="115" y="49"/>
                      </a:lnTo>
                      <a:lnTo>
                        <a:pt x="117" y="51"/>
                      </a:lnTo>
                      <a:lnTo>
                        <a:pt x="120" y="51"/>
                      </a:lnTo>
                      <a:lnTo>
                        <a:pt x="122" y="51"/>
                      </a:lnTo>
                      <a:lnTo>
                        <a:pt x="124" y="53"/>
                      </a:lnTo>
                      <a:lnTo>
                        <a:pt x="127" y="53"/>
                      </a:lnTo>
                      <a:lnTo>
                        <a:pt x="129" y="53"/>
                      </a:lnTo>
                      <a:lnTo>
                        <a:pt x="131" y="53"/>
                      </a:lnTo>
                      <a:lnTo>
                        <a:pt x="134" y="53"/>
                      </a:lnTo>
                      <a:lnTo>
                        <a:pt x="136" y="53"/>
                      </a:lnTo>
                      <a:lnTo>
                        <a:pt x="138" y="53"/>
                      </a:lnTo>
                      <a:lnTo>
                        <a:pt x="141" y="51"/>
                      </a:lnTo>
                      <a:lnTo>
                        <a:pt x="143" y="51"/>
                      </a:lnTo>
                      <a:lnTo>
                        <a:pt x="145" y="49"/>
                      </a:lnTo>
                      <a:lnTo>
                        <a:pt x="147" y="49"/>
                      </a:lnTo>
                      <a:lnTo>
                        <a:pt x="150" y="49"/>
                      </a:lnTo>
                      <a:lnTo>
                        <a:pt x="152" y="49"/>
                      </a:lnTo>
                      <a:lnTo>
                        <a:pt x="154" y="49"/>
                      </a:lnTo>
                      <a:lnTo>
                        <a:pt x="157" y="49"/>
                      </a:lnTo>
                      <a:lnTo>
                        <a:pt x="159" y="49"/>
                      </a:lnTo>
                      <a:lnTo>
                        <a:pt x="161" y="49"/>
                      </a:lnTo>
                      <a:lnTo>
                        <a:pt x="164" y="51"/>
                      </a:lnTo>
                      <a:lnTo>
                        <a:pt x="166" y="51"/>
                      </a:lnTo>
                      <a:lnTo>
                        <a:pt x="168" y="53"/>
                      </a:lnTo>
                      <a:lnTo>
                        <a:pt x="170" y="56"/>
                      </a:lnTo>
                      <a:lnTo>
                        <a:pt x="173" y="58"/>
                      </a:lnTo>
                      <a:lnTo>
                        <a:pt x="175" y="60"/>
                      </a:lnTo>
                      <a:lnTo>
                        <a:pt x="177" y="60"/>
                      </a:lnTo>
                      <a:lnTo>
                        <a:pt x="180" y="62"/>
                      </a:lnTo>
                      <a:lnTo>
                        <a:pt x="182" y="65"/>
                      </a:lnTo>
                      <a:lnTo>
                        <a:pt x="184" y="67"/>
                      </a:lnTo>
                      <a:lnTo>
                        <a:pt x="187" y="67"/>
                      </a:lnTo>
                      <a:lnTo>
                        <a:pt x="189" y="69"/>
                      </a:lnTo>
                      <a:lnTo>
                        <a:pt x="191" y="69"/>
                      </a:lnTo>
                      <a:lnTo>
                        <a:pt x="193" y="69"/>
                      </a:lnTo>
                      <a:lnTo>
                        <a:pt x="196" y="72"/>
                      </a:lnTo>
                      <a:lnTo>
                        <a:pt x="198" y="72"/>
                      </a:lnTo>
                    </a:path>
                  </a:pathLst>
                </a:custGeom>
                <a:noFill/>
                <a:ln w="1270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grpSp>
          <p:sp>
            <p:nvSpPr>
              <p:cNvPr id="745" name="Rectangle 517"/>
              <p:cNvSpPr>
                <a:spLocks noChangeArrowheads="1"/>
              </p:cNvSpPr>
              <p:nvPr/>
            </p:nvSpPr>
            <p:spPr bwMode="auto">
              <a:xfrm>
                <a:off x="19741778" y="16107103"/>
                <a:ext cx="191158" cy="174407"/>
              </a:xfrm>
              <a:prstGeom prst="rect">
                <a:avLst/>
              </a:prstGeom>
              <a:noFill/>
              <a:ln w="19050">
                <a:noFill/>
                <a:miter lim="800000"/>
                <a:headEnd/>
                <a:tailEnd/>
              </a:ln>
            </p:spPr>
            <p:txBody>
              <a:bodyPr vert="horz" wrap="none" lIns="0" tIns="0" rIns="0" bIns="0" numCol="1" anchor="t" anchorCtr="0" compatLnSpc="1">
                <a:prstTxWarp prst="textNoShape">
                  <a:avLst/>
                </a:prstTxWarp>
                <a:spAutoFit/>
              </a:bodyPr>
              <a:lstStyle/>
              <a:p>
                <a:pPr defTabSz="2560320" fontAlgn="base">
                  <a:spcBef>
                    <a:spcPct val="0"/>
                  </a:spcBef>
                  <a:spcAft>
                    <a:spcPct val="0"/>
                  </a:spcAft>
                </a:pPr>
                <a:r>
                  <a:rPr lang="en-US" sz="1700" dirty="0">
                    <a:solidFill>
                      <a:srgbClr val="000000"/>
                    </a:solidFill>
                    <a:latin typeface="Arial" pitchFamily="34" charset="0"/>
                    <a:cs typeface="Arial" pitchFamily="34" charset="0"/>
                  </a:rPr>
                  <a:t>F4</a:t>
                </a:r>
                <a:endParaRPr lang="en-US" sz="5000" dirty="0">
                  <a:latin typeface="Arial" pitchFamily="34" charset="0"/>
                  <a:cs typeface="Arial" pitchFamily="34" charset="0"/>
                </a:endParaRPr>
              </a:p>
            </p:txBody>
          </p:sp>
          <p:sp>
            <p:nvSpPr>
              <p:cNvPr id="746" name="Rectangle 571"/>
              <p:cNvSpPr>
                <a:spLocks noChangeArrowheads="1"/>
              </p:cNvSpPr>
              <p:nvPr/>
            </p:nvSpPr>
            <p:spPr bwMode="auto">
              <a:xfrm>
                <a:off x="19725904" y="17775843"/>
                <a:ext cx="209192" cy="174407"/>
              </a:xfrm>
              <a:prstGeom prst="rect">
                <a:avLst/>
              </a:prstGeom>
              <a:noFill/>
              <a:ln w="19050">
                <a:noFill/>
                <a:miter lim="800000"/>
                <a:headEnd/>
                <a:tailEnd/>
              </a:ln>
            </p:spPr>
            <p:txBody>
              <a:bodyPr vert="horz" wrap="none" lIns="0" tIns="0" rIns="0" bIns="0" numCol="1" anchor="t" anchorCtr="0" compatLnSpc="1">
                <a:prstTxWarp prst="textNoShape">
                  <a:avLst/>
                </a:prstTxWarp>
                <a:spAutoFit/>
              </a:bodyPr>
              <a:lstStyle/>
              <a:p>
                <a:pPr defTabSz="2560320" fontAlgn="base">
                  <a:spcBef>
                    <a:spcPct val="0"/>
                  </a:spcBef>
                  <a:spcAft>
                    <a:spcPct val="0"/>
                  </a:spcAft>
                </a:pPr>
                <a:r>
                  <a:rPr lang="en-US" sz="1700">
                    <a:solidFill>
                      <a:srgbClr val="000000"/>
                    </a:solidFill>
                    <a:latin typeface="Arial" pitchFamily="34" charset="0"/>
                    <a:cs typeface="Arial" pitchFamily="34" charset="0"/>
                  </a:rPr>
                  <a:t>C4</a:t>
                </a:r>
                <a:endParaRPr lang="en-US" sz="5000">
                  <a:latin typeface="Arial" pitchFamily="34" charset="0"/>
                  <a:cs typeface="Arial" pitchFamily="34" charset="0"/>
                </a:endParaRPr>
              </a:p>
            </p:txBody>
          </p:sp>
          <p:sp>
            <p:nvSpPr>
              <p:cNvPr id="747" name="Rectangle 625"/>
              <p:cNvSpPr>
                <a:spLocks noChangeArrowheads="1"/>
              </p:cNvSpPr>
              <p:nvPr/>
            </p:nvSpPr>
            <p:spPr bwMode="auto">
              <a:xfrm>
                <a:off x="19735428" y="19446303"/>
                <a:ext cx="200776" cy="174407"/>
              </a:xfrm>
              <a:prstGeom prst="rect">
                <a:avLst/>
              </a:prstGeom>
              <a:noFill/>
              <a:ln w="19050">
                <a:noFill/>
                <a:miter lim="800000"/>
                <a:headEnd/>
                <a:tailEnd/>
              </a:ln>
            </p:spPr>
            <p:txBody>
              <a:bodyPr vert="horz" wrap="none" lIns="0" tIns="0" rIns="0" bIns="0" numCol="1" anchor="t" anchorCtr="0" compatLnSpc="1">
                <a:prstTxWarp prst="textNoShape">
                  <a:avLst/>
                </a:prstTxWarp>
                <a:spAutoFit/>
              </a:bodyPr>
              <a:lstStyle/>
              <a:p>
                <a:pPr defTabSz="2560320" fontAlgn="base">
                  <a:spcBef>
                    <a:spcPct val="0"/>
                  </a:spcBef>
                  <a:spcAft>
                    <a:spcPct val="0"/>
                  </a:spcAft>
                </a:pPr>
                <a:r>
                  <a:rPr lang="en-US" sz="1700">
                    <a:solidFill>
                      <a:srgbClr val="000000"/>
                    </a:solidFill>
                    <a:latin typeface="Arial" pitchFamily="34" charset="0"/>
                    <a:cs typeface="Arial" pitchFamily="34" charset="0"/>
                  </a:rPr>
                  <a:t>P4</a:t>
                </a:r>
                <a:endParaRPr lang="en-US" sz="5000">
                  <a:latin typeface="Arial" pitchFamily="34" charset="0"/>
                  <a:cs typeface="Arial" pitchFamily="34" charset="0"/>
                </a:endParaRPr>
              </a:p>
            </p:txBody>
          </p:sp>
          <p:sp>
            <p:nvSpPr>
              <p:cNvPr id="748" name="Line 630"/>
              <p:cNvSpPr>
                <a:spLocks noChangeShapeType="1"/>
              </p:cNvSpPr>
              <p:nvPr/>
            </p:nvSpPr>
            <p:spPr bwMode="auto">
              <a:xfrm>
                <a:off x="19748128" y="19687603"/>
                <a:ext cx="3176" cy="977900"/>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49" name="Line 631"/>
              <p:cNvSpPr>
                <a:spLocks noChangeShapeType="1"/>
              </p:cNvSpPr>
              <p:nvPr/>
            </p:nvSpPr>
            <p:spPr bwMode="auto">
              <a:xfrm>
                <a:off x="19484604" y="20182903"/>
                <a:ext cx="1463676" cy="63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50" name="Line 632"/>
              <p:cNvSpPr>
                <a:spLocks noChangeShapeType="1"/>
              </p:cNvSpPr>
              <p:nvPr/>
            </p:nvSpPr>
            <p:spPr bwMode="auto">
              <a:xfrm>
                <a:off x="19748128" y="20100355"/>
                <a:ext cx="3176" cy="15875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51" name="Freeform 635"/>
              <p:cNvSpPr>
                <a:spLocks/>
              </p:cNvSpPr>
              <p:nvPr/>
            </p:nvSpPr>
            <p:spPr bwMode="auto">
              <a:xfrm>
                <a:off x="19484604" y="19979703"/>
                <a:ext cx="908050" cy="368300"/>
              </a:xfrm>
              <a:custGeom>
                <a:avLst/>
                <a:gdLst/>
                <a:ahLst/>
                <a:cxnLst>
                  <a:cxn ang="0">
                    <a:pos x="5" y="28"/>
                  </a:cxn>
                  <a:cxn ang="0">
                    <a:pos x="12" y="30"/>
                  </a:cxn>
                  <a:cxn ang="0">
                    <a:pos x="19" y="35"/>
                  </a:cxn>
                  <a:cxn ang="0">
                    <a:pos x="26" y="37"/>
                  </a:cxn>
                  <a:cxn ang="0">
                    <a:pos x="33" y="39"/>
                  </a:cxn>
                  <a:cxn ang="0">
                    <a:pos x="40" y="35"/>
                  </a:cxn>
                  <a:cxn ang="0">
                    <a:pos x="46" y="28"/>
                  </a:cxn>
                  <a:cxn ang="0">
                    <a:pos x="53" y="21"/>
                  </a:cxn>
                  <a:cxn ang="0">
                    <a:pos x="60" y="21"/>
                  </a:cxn>
                  <a:cxn ang="0">
                    <a:pos x="67" y="28"/>
                  </a:cxn>
                  <a:cxn ang="0">
                    <a:pos x="74" y="37"/>
                  </a:cxn>
                  <a:cxn ang="0">
                    <a:pos x="81" y="46"/>
                  </a:cxn>
                  <a:cxn ang="0">
                    <a:pos x="88" y="51"/>
                  </a:cxn>
                  <a:cxn ang="0">
                    <a:pos x="95" y="49"/>
                  </a:cxn>
                  <a:cxn ang="0">
                    <a:pos x="102" y="42"/>
                  </a:cxn>
                  <a:cxn ang="0">
                    <a:pos x="109" y="37"/>
                  </a:cxn>
                  <a:cxn ang="0">
                    <a:pos x="115" y="37"/>
                  </a:cxn>
                  <a:cxn ang="0">
                    <a:pos x="122" y="42"/>
                  </a:cxn>
                  <a:cxn ang="0">
                    <a:pos x="129" y="46"/>
                  </a:cxn>
                  <a:cxn ang="0">
                    <a:pos x="136" y="49"/>
                  </a:cxn>
                  <a:cxn ang="0">
                    <a:pos x="143" y="42"/>
                  </a:cxn>
                  <a:cxn ang="0">
                    <a:pos x="150" y="30"/>
                  </a:cxn>
                  <a:cxn ang="0">
                    <a:pos x="157" y="21"/>
                  </a:cxn>
                  <a:cxn ang="0">
                    <a:pos x="164" y="16"/>
                  </a:cxn>
                  <a:cxn ang="0">
                    <a:pos x="173" y="23"/>
                  </a:cxn>
                  <a:cxn ang="0">
                    <a:pos x="178" y="30"/>
                  </a:cxn>
                  <a:cxn ang="0">
                    <a:pos x="180" y="37"/>
                  </a:cxn>
                  <a:cxn ang="0">
                    <a:pos x="187" y="49"/>
                  </a:cxn>
                  <a:cxn ang="0">
                    <a:pos x="191" y="53"/>
                  </a:cxn>
                  <a:cxn ang="0">
                    <a:pos x="198" y="58"/>
                  </a:cxn>
                  <a:cxn ang="0">
                    <a:pos x="205" y="58"/>
                  </a:cxn>
                  <a:cxn ang="0">
                    <a:pos x="212" y="53"/>
                  </a:cxn>
                  <a:cxn ang="0">
                    <a:pos x="219" y="44"/>
                  </a:cxn>
                  <a:cxn ang="0">
                    <a:pos x="226" y="35"/>
                  </a:cxn>
                  <a:cxn ang="0">
                    <a:pos x="233" y="23"/>
                  </a:cxn>
                  <a:cxn ang="0">
                    <a:pos x="240" y="16"/>
                  </a:cxn>
                  <a:cxn ang="0">
                    <a:pos x="247" y="9"/>
                  </a:cxn>
                  <a:cxn ang="0">
                    <a:pos x="254" y="5"/>
                  </a:cxn>
                  <a:cxn ang="0">
                    <a:pos x="260" y="2"/>
                  </a:cxn>
                  <a:cxn ang="0">
                    <a:pos x="267" y="2"/>
                  </a:cxn>
                  <a:cxn ang="0">
                    <a:pos x="274" y="0"/>
                  </a:cxn>
                  <a:cxn ang="0">
                    <a:pos x="281" y="0"/>
                  </a:cxn>
                </a:cxnLst>
                <a:rect l="0" t="0" r="r" b="b"/>
                <a:pathLst>
                  <a:path w="286" h="58">
                    <a:moveTo>
                      <a:pt x="0" y="28"/>
                    </a:moveTo>
                    <a:lnTo>
                      <a:pt x="3" y="25"/>
                    </a:lnTo>
                    <a:lnTo>
                      <a:pt x="5" y="28"/>
                    </a:lnTo>
                    <a:lnTo>
                      <a:pt x="7" y="28"/>
                    </a:lnTo>
                    <a:lnTo>
                      <a:pt x="10" y="28"/>
                    </a:lnTo>
                    <a:lnTo>
                      <a:pt x="12" y="30"/>
                    </a:lnTo>
                    <a:lnTo>
                      <a:pt x="14" y="30"/>
                    </a:lnTo>
                    <a:lnTo>
                      <a:pt x="16" y="32"/>
                    </a:lnTo>
                    <a:lnTo>
                      <a:pt x="19" y="35"/>
                    </a:lnTo>
                    <a:lnTo>
                      <a:pt x="21" y="35"/>
                    </a:lnTo>
                    <a:lnTo>
                      <a:pt x="23" y="37"/>
                    </a:lnTo>
                    <a:lnTo>
                      <a:pt x="26" y="37"/>
                    </a:lnTo>
                    <a:lnTo>
                      <a:pt x="28" y="39"/>
                    </a:lnTo>
                    <a:lnTo>
                      <a:pt x="30" y="39"/>
                    </a:lnTo>
                    <a:lnTo>
                      <a:pt x="33" y="39"/>
                    </a:lnTo>
                    <a:lnTo>
                      <a:pt x="35" y="37"/>
                    </a:lnTo>
                    <a:lnTo>
                      <a:pt x="37" y="37"/>
                    </a:lnTo>
                    <a:lnTo>
                      <a:pt x="40" y="35"/>
                    </a:lnTo>
                    <a:lnTo>
                      <a:pt x="42" y="32"/>
                    </a:lnTo>
                    <a:lnTo>
                      <a:pt x="44" y="30"/>
                    </a:lnTo>
                    <a:lnTo>
                      <a:pt x="46" y="28"/>
                    </a:lnTo>
                    <a:lnTo>
                      <a:pt x="49" y="25"/>
                    </a:lnTo>
                    <a:lnTo>
                      <a:pt x="51" y="23"/>
                    </a:lnTo>
                    <a:lnTo>
                      <a:pt x="53" y="21"/>
                    </a:lnTo>
                    <a:lnTo>
                      <a:pt x="56" y="21"/>
                    </a:lnTo>
                    <a:lnTo>
                      <a:pt x="58" y="21"/>
                    </a:lnTo>
                    <a:lnTo>
                      <a:pt x="60" y="21"/>
                    </a:lnTo>
                    <a:lnTo>
                      <a:pt x="63" y="23"/>
                    </a:lnTo>
                    <a:lnTo>
                      <a:pt x="65" y="25"/>
                    </a:lnTo>
                    <a:lnTo>
                      <a:pt x="67" y="28"/>
                    </a:lnTo>
                    <a:lnTo>
                      <a:pt x="72" y="32"/>
                    </a:lnTo>
                    <a:lnTo>
                      <a:pt x="72" y="35"/>
                    </a:lnTo>
                    <a:lnTo>
                      <a:pt x="74" y="37"/>
                    </a:lnTo>
                    <a:lnTo>
                      <a:pt x="79" y="42"/>
                    </a:lnTo>
                    <a:lnTo>
                      <a:pt x="79" y="44"/>
                    </a:lnTo>
                    <a:lnTo>
                      <a:pt x="81" y="46"/>
                    </a:lnTo>
                    <a:lnTo>
                      <a:pt x="83" y="49"/>
                    </a:lnTo>
                    <a:lnTo>
                      <a:pt x="86" y="51"/>
                    </a:lnTo>
                    <a:lnTo>
                      <a:pt x="88" y="51"/>
                    </a:lnTo>
                    <a:lnTo>
                      <a:pt x="90" y="51"/>
                    </a:lnTo>
                    <a:lnTo>
                      <a:pt x="92" y="49"/>
                    </a:lnTo>
                    <a:lnTo>
                      <a:pt x="95" y="49"/>
                    </a:lnTo>
                    <a:lnTo>
                      <a:pt x="97" y="46"/>
                    </a:lnTo>
                    <a:lnTo>
                      <a:pt x="99" y="44"/>
                    </a:lnTo>
                    <a:lnTo>
                      <a:pt x="102" y="42"/>
                    </a:lnTo>
                    <a:lnTo>
                      <a:pt x="104" y="39"/>
                    </a:lnTo>
                    <a:lnTo>
                      <a:pt x="106" y="39"/>
                    </a:lnTo>
                    <a:lnTo>
                      <a:pt x="109" y="37"/>
                    </a:lnTo>
                    <a:lnTo>
                      <a:pt x="111" y="37"/>
                    </a:lnTo>
                    <a:lnTo>
                      <a:pt x="113" y="37"/>
                    </a:lnTo>
                    <a:lnTo>
                      <a:pt x="115" y="37"/>
                    </a:lnTo>
                    <a:lnTo>
                      <a:pt x="118" y="37"/>
                    </a:lnTo>
                    <a:lnTo>
                      <a:pt x="120" y="39"/>
                    </a:lnTo>
                    <a:lnTo>
                      <a:pt x="122" y="42"/>
                    </a:lnTo>
                    <a:lnTo>
                      <a:pt x="125" y="44"/>
                    </a:lnTo>
                    <a:lnTo>
                      <a:pt x="127" y="44"/>
                    </a:lnTo>
                    <a:lnTo>
                      <a:pt x="129" y="46"/>
                    </a:lnTo>
                    <a:lnTo>
                      <a:pt x="132" y="49"/>
                    </a:lnTo>
                    <a:lnTo>
                      <a:pt x="134" y="49"/>
                    </a:lnTo>
                    <a:lnTo>
                      <a:pt x="136" y="49"/>
                    </a:lnTo>
                    <a:lnTo>
                      <a:pt x="138" y="46"/>
                    </a:lnTo>
                    <a:lnTo>
                      <a:pt x="141" y="44"/>
                    </a:lnTo>
                    <a:lnTo>
                      <a:pt x="143" y="42"/>
                    </a:lnTo>
                    <a:lnTo>
                      <a:pt x="145" y="39"/>
                    </a:lnTo>
                    <a:lnTo>
                      <a:pt x="150" y="35"/>
                    </a:lnTo>
                    <a:lnTo>
                      <a:pt x="150" y="30"/>
                    </a:lnTo>
                    <a:lnTo>
                      <a:pt x="152" y="28"/>
                    </a:lnTo>
                    <a:lnTo>
                      <a:pt x="157" y="23"/>
                    </a:lnTo>
                    <a:lnTo>
                      <a:pt x="157" y="21"/>
                    </a:lnTo>
                    <a:lnTo>
                      <a:pt x="159" y="19"/>
                    </a:lnTo>
                    <a:lnTo>
                      <a:pt x="162" y="16"/>
                    </a:lnTo>
                    <a:lnTo>
                      <a:pt x="164" y="16"/>
                    </a:lnTo>
                    <a:lnTo>
                      <a:pt x="166" y="19"/>
                    </a:lnTo>
                    <a:lnTo>
                      <a:pt x="168" y="19"/>
                    </a:lnTo>
                    <a:lnTo>
                      <a:pt x="173" y="23"/>
                    </a:lnTo>
                    <a:lnTo>
                      <a:pt x="173" y="25"/>
                    </a:lnTo>
                    <a:lnTo>
                      <a:pt x="175" y="28"/>
                    </a:lnTo>
                    <a:lnTo>
                      <a:pt x="178" y="30"/>
                    </a:lnTo>
                    <a:lnTo>
                      <a:pt x="178" y="32"/>
                    </a:lnTo>
                    <a:lnTo>
                      <a:pt x="180" y="35"/>
                    </a:lnTo>
                    <a:lnTo>
                      <a:pt x="180" y="37"/>
                    </a:lnTo>
                    <a:lnTo>
                      <a:pt x="185" y="42"/>
                    </a:lnTo>
                    <a:lnTo>
                      <a:pt x="185" y="46"/>
                    </a:lnTo>
                    <a:lnTo>
                      <a:pt x="187" y="49"/>
                    </a:lnTo>
                    <a:lnTo>
                      <a:pt x="191" y="53"/>
                    </a:lnTo>
                    <a:lnTo>
                      <a:pt x="189" y="53"/>
                    </a:lnTo>
                    <a:lnTo>
                      <a:pt x="191" y="53"/>
                    </a:lnTo>
                    <a:lnTo>
                      <a:pt x="194" y="55"/>
                    </a:lnTo>
                    <a:lnTo>
                      <a:pt x="196" y="58"/>
                    </a:lnTo>
                    <a:lnTo>
                      <a:pt x="198" y="58"/>
                    </a:lnTo>
                    <a:lnTo>
                      <a:pt x="201" y="58"/>
                    </a:lnTo>
                    <a:lnTo>
                      <a:pt x="203" y="58"/>
                    </a:lnTo>
                    <a:lnTo>
                      <a:pt x="205" y="58"/>
                    </a:lnTo>
                    <a:lnTo>
                      <a:pt x="208" y="55"/>
                    </a:lnTo>
                    <a:lnTo>
                      <a:pt x="210" y="55"/>
                    </a:lnTo>
                    <a:lnTo>
                      <a:pt x="212" y="53"/>
                    </a:lnTo>
                    <a:lnTo>
                      <a:pt x="214" y="51"/>
                    </a:lnTo>
                    <a:lnTo>
                      <a:pt x="219" y="46"/>
                    </a:lnTo>
                    <a:lnTo>
                      <a:pt x="219" y="44"/>
                    </a:lnTo>
                    <a:lnTo>
                      <a:pt x="221" y="42"/>
                    </a:lnTo>
                    <a:lnTo>
                      <a:pt x="226" y="37"/>
                    </a:lnTo>
                    <a:lnTo>
                      <a:pt x="226" y="35"/>
                    </a:lnTo>
                    <a:lnTo>
                      <a:pt x="228" y="32"/>
                    </a:lnTo>
                    <a:lnTo>
                      <a:pt x="233" y="28"/>
                    </a:lnTo>
                    <a:lnTo>
                      <a:pt x="233" y="23"/>
                    </a:lnTo>
                    <a:lnTo>
                      <a:pt x="235" y="21"/>
                    </a:lnTo>
                    <a:lnTo>
                      <a:pt x="237" y="19"/>
                    </a:lnTo>
                    <a:lnTo>
                      <a:pt x="240" y="16"/>
                    </a:lnTo>
                    <a:lnTo>
                      <a:pt x="244" y="12"/>
                    </a:lnTo>
                    <a:lnTo>
                      <a:pt x="244" y="9"/>
                    </a:lnTo>
                    <a:lnTo>
                      <a:pt x="247" y="9"/>
                    </a:lnTo>
                    <a:lnTo>
                      <a:pt x="249" y="7"/>
                    </a:lnTo>
                    <a:lnTo>
                      <a:pt x="251" y="5"/>
                    </a:lnTo>
                    <a:lnTo>
                      <a:pt x="254" y="5"/>
                    </a:lnTo>
                    <a:lnTo>
                      <a:pt x="256" y="5"/>
                    </a:lnTo>
                    <a:lnTo>
                      <a:pt x="258" y="2"/>
                    </a:lnTo>
                    <a:lnTo>
                      <a:pt x="260" y="2"/>
                    </a:lnTo>
                    <a:lnTo>
                      <a:pt x="263" y="2"/>
                    </a:lnTo>
                    <a:lnTo>
                      <a:pt x="265" y="2"/>
                    </a:lnTo>
                    <a:lnTo>
                      <a:pt x="267" y="2"/>
                    </a:lnTo>
                    <a:lnTo>
                      <a:pt x="270" y="2"/>
                    </a:lnTo>
                    <a:lnTo>
                      <a:pt x="272" y="0"/>
                    </a:lnTo>
                    <a:lnTo>
                      <a:pt x="274" y="0"/>
                    </a:lnTo>
                    <a:lnTo>
                      <a:pt x="277" y="0"/>
                    </a:lnTo>
                    <a:lnTo>
                      <a:pt x="279" y="0"/>
                    </a:lnTo>
                    <a:lnTo>
                      <a:pt x="281" y="0"/>
                    </a:lnTo>
                    <a:lnTo>
                      <a:pt x="284" y="0"/>
                    </a:lnTo>
                    <a:lnTo>
                      <a:pt x="286" y="0"/>
                    </a:lnTo>
                  </a:path>
                </a:pathLst>
              </a:custGeom>
              <a:noFill/>
              <a:ln w="12700" cap="flat">
                <a:solidFill>
                  <a:srgbClr val="C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52" name="Freeform 636"/>
              <p:cNvSpPr>
                <a:spLocks/>
              </p:cNvSpPr>
              <p:nvPr/>
            </p:nvSpPr>
            <p:spPr bwMode="auto">
              <a:xfrm>
                <a:off x="20392654" y="19979703"/>
                <a:ext cx="561976" cy="323852"/>
              </a:xfrm>
              <a:custGeom>
                <a:avLst/>
                <a:gdLst/>
                <a:ahLst/>
                <a:cxnLst>
                  <a:cxn ang="0">
                    <a:pos x="2" y="0"/>
                  </a:cxn>
                  <a:cxn ang="0">
                    <a:pos x="7" y="0"/>
                  </a:cxn>
                  <a:cxn ang="0">
                    <a:pos x="11" y="2"/>
                  </a:cxn>
                  <a:cxn ang="0">
                    <a:pos x="16" y="2"/>
                  </a:cxn>
                  <a:cxn ang="0">
                    <a:pos x="21" y="5"/>
                  </a:cxn>
                  <a:cxn ang="0">
                    <a:pos x="25" y="7"/>
                  </a:cxn>
                  <a:cxn ang="0">
                    <a:pos x="30" y="9"/>
                  </a:cxn>
                  <a:cxn ang="0">
                    <a:pos x="34" y="12"/>
                  </a:cxn>
                  <a:cxn ang="0">
                    <a:pos x="39" y="14"/>
                  </a:cxn>
                  <a:cxn ang="0">
                    <a:pos x="44" y="16"/>
                  </a:cxn>
                  <a:cxn ang="0">
                    <a:pos x="48" y="19"/>
                  </a:cxn>
                  <a:cxn ang="0">
                    <a:pos x="53" y="21"/>
                  </a:cxn>
                  <a:cxn ang="0">
                    <a:pos x="57" y="23"/>
                  </a:cxn>
                  <a:cxn ang="0">
                    <a:pos x="62" y="25"/>
                  </a:cxn>
                  <a:cxn ang="0">
                    <a:pos x="67" y="25"/>
                  </a:cxn>
                  <a:cxn ang="0">
                    <a:pos x="71" y="25"/>
                  </a:cxn>
                  <a:cxn ang="0">
                    <a:pos x="76" y="25"/>
                  </a:cxn>
                  <a:cxn ang="0">
                    <a:pos x="80" y="25"/>
                  </a:cxn>
                  <a:cxn ang="0">
                    <a:pos x="85" y="25"/>
                  </a:cxn>
                  <a:cxn ang="0">
                    <a:pos x="90" y="28"/>
                  </a:cxn>
                  <a:cxn ang="0">
                    <a:pos x="94" y="28"/>
                  </a:cxn>
                  <a:cxn ang="0">
                    <a:pos x="99" y="28"/>
                  </a:cxn>
                  <a:cxn ang="0">
                    <a:pos x="103" y="30"/>
                  </a:cxn>
                  <a:cxn ang="0">
                    <a:pos x="108" y="30"/>
                  </a:cxn>
                  <a:cxn ang="0">
                    <a:pos x="113" y="28"/>
                  </a:cxn>
                  <a:cxn ang="0">
                    <a:pos x="117" y="28"/>
                  </a:cxn>
                  <a:cxn ang="0">
                    <a:pos x="122" y="30"/>
                  </a:cxn>
                  <a:cxn ang="0">
                    <a:pos x="126" y="30"/>
                  </a:cxn>
                  <a:cxn ang="0">
                    <a:pos x="131" y="32"/>
                  </a:cxn>
                  <a:cxn ang="0">
                    <a:pos x="136" y="35"/>
                  </a:cxn>
                  <a:cxn ang="0">
                    <a:pos x="140" y="39"/>
                  </a:cxn>
                  <a:cxn ang="0">
                    <a:pos x="145" y="42"/>
                  </a:cxn>
                  <a:cxn ang="0">
                    <a:pos x="149" y="44"/>
                  </a:cxn>
                  <a:cxn ang="0">
                    <a:pos x="154" y="46"/>
                  </a:cxn>
                  <a:cxn ang="0">
                    <a:pos x="159" y="46"/>
                  </a:cxn>
                  <a:cxn ang="0">
                    <a:pos x="163" y="49"/>
                  </a:cxn>
                  <a:cxn ang="0">
                    <a:pos x="168" y="49"/>
                  </a:cxn>
                  <a:cxn ang="0">
                    <a:pos x="172" y="51"/>
                  </a:cxn>
                  <a:cxn ang="0">
                    <a:pos x="177" y="51"/>
                  </a:cxn>
                </a:cxnLst>
                <a:rect l="0" t="0" r="r" b="b"/>
                <a:pathLst>
                  <a:path w="177" h="51">
                    <a:moveTo>
                      <a:pt x="0" y="0"/>
                    </a:moveTo>
                    <a:lnTo>
                      <a:pt x="2" y="0"/>
                    </a:lnTo>
                    <a:lnTo>
                      <a:pt x="4" y="0"/>
                    </a:lnTo>
                    <a:lnTo>
                      <a:pt x="7" y="0"/>
                    </a:lnTo>
                    <a:lnTo>
                      <a:pt x="9" y="0"/>
                    </a:lnTo>
                    <a:lnTo>
                      <a:pt x="11" y="2"/>
                    </a:lnTo>
                    <a:lnTo>
                      <a:pt x="14" y="2"/>
                    </a:lnTo>
                    <a:lnTo>
                      <a:pt x="16" y="2"/>
                    </a:lnTo>
                    <a:lnTo>
                      <a:pt x="18" y="5"/>
                    </a:lnTo>
                    <a:lnTo>
                      <a:pt x="21" y="5"/>
                    </a:lnTo>
                    <a:lnTo>
                      <a:pt x="23" y="7"/>
                    </a:lnTo>
                    <a:lnTo>
                      <a:pt x="25" y="7"/>
                    </a:lnTo>
                    <a:lnTo>
                      <a:pt x="27" y="7"/>
                    </a:lnTo>
                    <a:lnTo>
                      <a:pt x="30" y="9"/>
                    </a:lnTo>
                    <a:lnTo>
                      <a:pt x="32" y="12"/>
                    </a:lnTo>
                    <a:lnTo>
                      <a:pt x="34" y="12"/>
                    </a:lnTo>
                    <a:lnTo>
                      <a:pt x="37" y="14"/>
                    </a:lnTo>
                    <a:lnTo>
                      <a:pt x="39" y="14"/>
                    </a:lnTo>
                    <a:lnTo>
                      <a:pt x="41" y="16"/>
                    </a:lnTo>
                    <a:lnTo>
                      <a:pt x="44" y="16"/>
                    </a:lnTo>
                    <a:lnTo>
                      <a:pt x="46" y="19"/>
                    </a:lnTo>
                    <a:lnTo>
                      <a:pt x="48" y="19"/>
                    </a:lnTo>
                    <a:lnTo>
                      <a:pt x="50" y="21"/>
                    </a:lnTo>
                    <a:lnTo>
                      <a:pt x="53" y="21"/>
                    </a:lnTo>
                    <a:lnTo>
                      <a:pt x="55" y="23"/>
                    </a:lnTo>
                    <a:lnTo>
                      <a:pt x="57" y="23"/>
                    </a:lnTo>
                    <a:lnTo>
                      <a:pt x="60" y="23"/>
                    </a:lnTo>
                    <a:lnTo>
                      <a:pt x="62" y="25"/>
                    </a:lnTo>
                    <a:lnTo>
                      <a:pt x="64" y="25"/>
                    </a:lnTo>
                    <a:lnTo>
                      <a:pt x="67" y="25"/>
                    </a:lnTo>
                    <a:lnTo>
                      <a:pt x="69" y="25"/>
                    </a:lnTo>
                    <a:lnTo>
                      <a:pt x="71" y="25"/>
                    </a:lnTo>
                    <a:lnTo>
                      <a:pt x="73" y="25"/>
                    </a:lnTo>
                    <a:lnTo>
                      <a:pt x="76" y="25"/>
                    </a:lnTo>
                    <a:lnTo>
                      <a:pt x="78" y="25"/>
                    </a:lnTo>
                    <a:lnTo>
                      <a:pt x="80" y="25"/>
                    </a:lnTo>
                    <a:lnTo>
                      <a:pt x="83" y="25"/>
                    </a:lnTo>
                    <a:lnTo>
                      <a:pt x="85" y="25"/>
                    </a:lnTo>
                    <a:lnTo>
                      <a:pt x="87" y="28"/>
                    </a:lnTo>
                    <a:lnTo>
                      <a:pt x="90" y="28"/>
                    </a:lnTo>
                    <a:lnTo>
                      <a:pt x="92" y="28"/>
                    </a:lnTo>
                    <a:lnTo>
                      <a:pt x="94" y="28"/>
                    </a:lnTo>
                    <a:lnTo>
                      <a:pt x="96" y="28"/>
                    </a:lnTo>
                    <a:lnTo>
                      <a:pt x="99" y="28"/>
                    </a:lnTo>
                    <a:lnTo>
                      <a:pt x="101" y="30"/>
                    </a:lnTo>
                    <a:lnTo>
                      <a:pt x="103" y="30"/>
                    </a:lnTo>
                    <a:lnTo>
                      <a:pt x="106" y="30"/>
                    </a:lnTo>
                    <a:lnTo>
                      <a:pt x="108" y="30"/>
                    </a:lnTo>
                    <a:lnTo>
                      <a:pt x="110" y="28"/>
                    </a:lnTo>
                    <a:lnTo>
                      <a:pt x="113" y="28"/>
                    </a:lnTo>
                    <a:lnTo>
                      <a:pt x="115" y="28"/>
                    </a:lnTo>
                    <a:lnTo>
                      <a:pt x="117" y="28"/>
                    </a:lnTo>
                    <a:lnTo>
                      <a:pt x="120" y="28"/>
                    </a:lnTo>
                    <a:lnTo>
                      <a:pt x="122" y="30"/>
                    </a:lnTo>
                    <a:lnTo>
                      <a:pt x="124" y="30"/>
                    </a:lnTo>
                    <a:lnTo>
                      <a:pt x="126" y="30"/>
                    </a:lnTo>
                    <a:lnTo>
                      <a:pt x="129" y="32"/>
                    </a:lnTo>
                    <a:lnTo>
                      <a:pt x="131" y="32"/>
                    </a:lnTo>
                    <a:lnTo>
                      <a:pt x="133" y="35"/>
                    </a:lnTo>
                    <a:lnTo>
                      <a:pt x="136" y="35"/>
                    </a:lnTo>
                    <a:lnTo>
                      <a:pt x="138" y="37"/>
                    </a:lnTo>
                    <a:lnTo>
                      <a:pt x="140" y="39"/>
                    </a:lnTo>
                    <a:lnTo>
                      <a:pt x="143" y="42"/>
                    </a:lnTo>
                    <a:lnTo>
                      <a:pt x="145" y="42"/>
                    </a:lnTo>
                    <a:lnTo>
                      <a:pt x="147" y="44"/>
                    </a:lnTo>
                    <a:lnTo>
                      <a:pt x="149" y="44"/>
                    </a:lnTo>
                    <a:lnTo>
                      <a:pt x="152" y="46"/>
                    </a:lnTo>
                    <a:lnTo>
                      <a:pt x="154" y="46"/>
                    </a:lnTo>
                    <a:lnTo>
                      <a:pt x="156" y="46"/>
                    </a:lnTo>
                    <a:lnTo>
                      <a:pt x="159" y="46"/>
                    </a:lnTo>
                    <a:lnTo>
                      <a:pt x="161" y="46"/>
                    </a:lnTo>
                    <a:lnTo>
                      <a:pt x="163" y="49"/>
                    </a:lnTo>
                    <a:lnTo>
                      <a:pt x="166" y="49"/>
                    </a:lnTo>
                    <a:lnTo>
                      <a:pt x="168" y="49"/>
                    </a:lnTo>
                    <a:lnTo>
                      <a:pt x="170" y="49"/>
                    </a:lnTo>
                    <a:lnTo>
                      <a:pt x="172" y="51"/>
                    </a:lnTo>
                    <a:lnTo>
                      <a:pt x="175" y="51"/>
                    </a:lnTo>
                    <a:lnTo>
                      <a:pt x="177" y="51"/>
                    </a:lnTo>
                  </a:path>
                </a:pathLst>
              </a:custGeom>
              <a:noFill/>
              <a:ln w="12700" cap="flat">
                <a:solidFill>
                  <a:srgbClr val="C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53" name="Line 637"/>
              <p:cNvSpPr>
                <a:spLocks noChangeShapeType="1"/>
              </p:cNvSpPr>
              <p:nvPr/>
            </p:nvSpPr>
            <p:spPr bwMode="auto">
              <a:xfrm>
                <a:off x="20011654" y="20143213"/>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54" name="Line 638"/>
              <p:cNvSpPr>
                <a:spLocks noChangeShapeType="1"/>
              </p:cNvSpPr>
              <p:nvPr/>
            </p:nvSpPr>
            <p:spPr bwMode="auto">
              <a:xfrm>
                <a:off x="20281528" y="20143213"/>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55" name="Line 639"/>
              <p:cNvSpPr>
                <a:spLocks noChangeShapeType="1"/>
              </p:cNvSpPr>
              <p:nvPr/>
            </p:nvSpPr>
            <p:spPr bwMode="auto">
              <a:xfrm>
                <a:off x="20545054" y="20143213"/>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56" name="Line 640"/>
              <p:cNvSpPr>
                <a:spLocks noChangeShapeType="1"/>
              </p:cNvSpPr>
              <p:nvPr/>
            </p:nvSpPr>
            <p:spPr bwMode="auto">
              <a:xfrm>
                <a:off x="20808578" y="20143213"/>
                <a:ext cx="3176" cy="79376"/>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57" name="Freeform 527"/>
              <p:cNvSpPr>
                <a:spLocks/>
              </p:cNvSpPr>
              <p:nvPr/>
            </p:nvSpPr>
            <p:spPr bwMode="auto">
              <a:xfrm>
                <a:off x="19484604" y="16615103"/>
                <a:ext cx="688976" cy="787400"/>
              </a:xfrm>
              <a:custGeom>
                <a:avLst/>
                <a:gdLst/>
                <a:ahLst/>
                <a:cxnLst>
                  <a:cxn ang="0">
                    <a:pos x="3" y="28"/>
                  </a:cxn>
                  <a:cxn ang="0">
                    <a:pos x="10" y="32"/>
                  </a:cxn>
                  <a:cxn ang="0">
                    <a:pos x="16" y="37"/>
                  </a:cxn>
                  <a:cxn ang="0">
                    <a:pos x="23" y="37"/>
                  </a:cxn>
                  <a:cxn ang="0">
                    <a:pos x="30" y="34"/>
                  </a:cxn>
                  <a:cxn ang="0">
                    <a:pos x="37" y="30"/>
                  </a:cxn>
                  <a:cxn ang="0">
                    <a:pos x="44" y="28"/>
                  </a:cxn>
                  <a:cxn ang="0">
                    <a:pos x="51" y="28"/>
                  </a:cxn>
                  <a:cxn ang="0">
                    <a:pos x="58" y="34"/>
                  </a:cxn>
                  <a:cxn ang="0">
                    <a:pos x="65" y="41"/>
                  </a:cxn>
                  <a:cxn ang="0">
                    <a:pos x="72" y="48"/>
                  </a:cxn>
                  <a:cxn ang="0">
                    <a:pos x="79" y="53"/>
                  </a:cxn>
                  <a:cxn ang="0">
                    <a:pos x="86" y="51"/>
                  </a:cxn>
                  <a:cxn ang="0">
                    <a:pos x="92" y="51"/>
                  </a:cxn>
                  <a:cxn ang="0">
                    <a:pos x="99" y="51"/>
                  </a:cxn>
                  <a:cxn ang="0">
                    <a:pos x="106" y="51"/>
                  </a:cxn>
                  <a:cxn ang="0">
                    <a:pos x="113" y="53"/>
                  </a:cxn>
                  <a:cxn ang="0">
                    <a:pos x="120" y="48"/>
                  </a:cxn>
                  <a:cxn ang="0">
                    <a:pos x="125" y="41"/>
                  </a:cxn>
                  <a:cxn ang="0">
                    <a:pos x="127" y="34"/>
                  </a:cxn>
                  <a:cxn ang="0">
                    <a:pos x="132" y="25"/>
                  </a:cxn>
                  <a:cxn ang="0">
                    <a:pos x="134" y="14"/>
                  </a:cxn>
                  <a:cxn ang="0">
                    <a:pos x="138" y="7"/>
                  </a:cxn>
                  <a:cxn ang="0">
                    <a:pos x="141" y="0"/>
                  </a:cxn>
                  <a:cxn ang="0">
                    <a:pos x="148" y="2"/>
                  </a:cxn>
                  <a:cxn ang="0">
                    <a:pos x="152" y="11"/>
                  </a:cxn>
                  <a:cxn ang="0">
                    <a:pos x="155" y="23"/>
                  </a:cxn>
                  <a:cxn ang="0">
                    <a:pos x="159" y="39"/>
                  </a:cxn>
                  <a:cxn ang="0">
                    <a:pos x="162" y="62"/>
                  </a:cxn>
                  <a:cxn ang="0">
                    <a:pos x="166" y="76"/>
                  </a:cxn>
                  <a:cxn ang="0">
                    <a:pos x="168" y="97"/>
                  </a:cxn>
                  <a:cxn ang="0">
                    <a:pos x="173" y="111"/>
                  </a:cxn>
                  <a:cxn ang="0">
                    <a:pos x="175" y="120"/>
                  </a:cxn>
                  <a:cxn ang="0">
                    <a:pos x="180" y="124"/>
                  </a:cxn>
                  <a:cxn ang="0">
                    <a:pos x="187" y="117"/>
                  </a:cxn>
                  <a:cxn ang="0">
                    <a:pos x="189" y="106"/>
                  </a:cxn>
                  <a:cxn ang="0">
                    <a:pos x="194" y="97"/>
                  </a:cxn>
                  <a:cxn ang="0">
                    <a:pos x="196" y="83"/>
                  </a:cxn>
                  <a:cxn ang="0">
                    <a:pos x="201" y="71"/>
                  </a:cxn>
                  <a:cxn ang="0">
                    <a:pos x="203" y="62"/>
                  </a:cxn>
                  <a:cxn ang="0">
                    <a:pos x="208" y="53"/>
                  </a:cxn>
                  <a:cxn ang="0">
                    <a:pos x="214" y="44"/>
                  </a:cxn>
                </a:cxnLst>
                <a:rect l="0" t="0" r="r" b="b"/>
                <a:pathLst>
                  <a:path w="217" h="124">
                    <a:moveTo>
                      <a:pt x="3" y="28"/>
                    </a:moveTo>
                    <a:lnTo>
                      <a:pt x="0" y="28"/>
                    </a:lnTo>
                    <a:lnTo>
                      <a:pt x="3" y="28"/>
                    </a:lnTo>
                    <a:lnTo>
                      <a:pt x="5" y="30"/>
                    </a:lnTo>
                    <a:lnTo>
                      <a:pt x="7" y="30"/>
                    </a:lnTo>
                    <a:lnTo>
                      <a:pt x="10" y="32"/>
                    </a:lnTo>
                    <a:lnTo>
                      <a:pt x="12" y="34"/>
                    </a:lnTo>
                    <a:lnTo>
                      <a:pt x="14" y="34"/>
                    </a:lnTo>
                    <a:lnTo>
                      <a:pt x="16" y="37"/>
                    </a:lnTo>
                    <a:lnTo>
                      <a:pt x="19" y="37"/>
                    </a:lnTo>
                    <a:lnTo>
                      <a:pt x="21" y="37"/>
                    </a:lnTo>
                    <a:lnTo>
                      <a:pt x="23" y="37"/>
                    </a:lnTo>
                    <a:lnTo>
                      <a:pt x="26" y="37"/>
                    </a:lnTo>
                    <a:lnTo>
                      <a:pt x="28" y="37"/>
                    </a:lnTo>
                    <a:lnTo>
                      <a:pt x="30" y="34"/>
                    </a:lnTo>
                    <a:lnTo>
                      <a:pt x="33" y="32"/>
                    </a:lnTo>
                    <a:lnTo>
                      <a:pt x="35" y="32"/>
                    </a:lnTo>
                    <a:lnTo>
                      <a:pt x="37" y="30"/>
                    </a:lnTo>
                    <a:lnTo>
                      <a:pt x="40" y="30"/>
                    </a:lnTo>
                    <a:lnTo>
                      <a:pt x="42" y="28"/>
                    </a:lnTo>
                    <a:lnTo>
                      <a:pt x="44" y="28"/>
                    </a:lnTo>
                    <a:lnTo>
                      <a:pt x="46" y="28"/>
                    </a:lnTo>
                    <a:lnTo>
                      <a:pt x="49" y="28"/>
                    </a:lnTo>
                    <a:lnTo>
                      <a:pt x="51" y="28"/>
                    </a:lnTo>
                    <a:lnTo>
                      <a:pt x="53" y="30"/>
                    </a:lnTo>
                    <a:lnTo>
                      <a:pt x="56" y="32"/>
                    </a:lnTo>
                    <a:lnTo>
                      <a:pt x="58" y="34"/>
                    </a:lnTo>
                    <a:lnTo>
                      <a:pt x="60" y="37"/>
                    </a:lnTo>
                    <a:lnTo>
                      <a:pt x="63" y="39"/>
                    </a:lnTo>
                    <a:lnTo>
                      <a:pt x="65" y="41"/>
                    </a:lnTo>
                    <a:lnTo>
                      <a:pt x="67" y="44"/>
                    </a:lnTo>
                    <a:lnTo>
                      <a:pt x="69" y="46"/>
                    </a:lnTo>
                    <a:lnTo>
                      <a:pt x="72" y="48"/>
                    </a:lnTo>
                    <a:lnTo>
                      <a:pt x="74" y="51"/>
                    </a:lnTo>
                    <a:lnTo>
                      <a:pt x="76" y="51"/>
                    </a:lnTo>
                    <a:lnTo>
                      <a:pt x="79" y="53"/>
                    </a:lnTo>
                    <a:lnTo>
                      <a:pt x="81" y="53"/>
                    </a:lnTo>
                    <a:lnTo>
                      <a:pt x="83" y="53"/>
                    </a:lnTo>
                    <a:lnTo>
                      <a:pt x="86" y="51"/>
                    </a:lnTo>
                    <a:lnTo>
                      <a:pt x="88" y="51"/>
                    </a:lnTo>
                    <a:lnTo>
                      <a:pt x="90" y="51"/>
                    </a:lnTo>
                    <a:lnTo>
                      <a:pt x="92" y="51"/>
                    </a:lnTo>
                    <a:lnTo>
                      <a:pt x="95" y="48"/>
                    </a:lnTo>
                    <a:lnTo>
                      <a:pt x="97" y="48"/>
                    </a:lnTo>
                    <a:lnTo>
                      <a:pt x="99" y="51"/>
                    </a:lnTo>
                    <a:lnTo>
                      <a:pt x="102" y="51"/>
                    </a:lnTo>
                    <a:lnTo>
                      <a:pt x="104" y="51"/>
                    </a:lnTo>
                    <a:lnTo>
                      <a:pt x="106" y="51"/>
                    </a:lnTo>
                    <a:lnTo>
                      <a:pt x="109" y="53"/>
                    </a:lnTo>
                    <a:lnTo>
                      <a:pt x="111" y="53"/>
                    </a:lnTo>
                    <a:lnTo>
                      <a:pt x="113" y="53"/>
                    </a:lnTo>
                    <a:lnTo>
                      <a:pt x="115" y="51"/>
                    </a:lnTo>
                    <a:lnTo>
                      <a:pt x="118" y="51"/>
                    </a:lnTo>
                    <a:lnTo>
                      <a:pt x="120" y="48"/>
                    </a:lnTo>
                    <a:lnTo>
                      <a:pt x="122" y="46"/>
                    </a:lnTo>
                    <a:lnTo>
                      <a:pt x="122" y="44"/>
                    </a:lnTo>
                    <a:lnTo>
                      <a:pt x="125" y="41"/>
                    </a:lnTo>
                    <a:lnTo>
                      <a:pt x="125" y="39"/>
                    </a:lnTo>
                    <a:lnTo>
                      <a:pt x="127" y="37"/>
                    </a:lnTo>
                    <a:lnTo>
                      <a:pt x="127" y="34"/>
                    </a:lnTo>
                    <a:lnTo>
                      <a:pt x="129" y="32"/>
                    </a:lnTo>
                    <a:lnTo>
                      <a:pt x="129" y="28"/>
                    </a:lnTo>
                    <a:lnTo>
                      <a:pt x="132" y="25"/>
                    </a:lnTo>
                    <a:lnTo>
                      <a:pt x="132" y="21"/>
                    </a:lnTo>
                    <a:lnTo>
                      <a:pt x="134" y="18"/>
                    </a:lnTo>
                    <a:lnTo>
                      <a:pt x="134" y="14"/>
                    </a:lnTo>
                    <a:lnTo>
                      <a:pt x="136" y="11"/>
                    </a:lnTo>
                    <a:lnTo>
                      <a:pt x="136" y="9"/>
                    </a:lnTo>
                    <a:lnTo>
                      <a:pt x="138" y="7"/>
                    </a:lnTo>
                    <a:lnTo>
                      <a:pt x="138" y="5"/>
                    </a:lnTo>
                    <a:lnTo>
                      <a:pt x="143" y="0"/>
                    </a:lnTo>
                    <a:lnTo>
                      <a:pt x="141" y="0"/>
                    </a:lnTo>
                    <a:lnTo>
                      <a:pt x="143" y="0"/>
                    </a:lnTo>
                    <a:lnTo>
                      <a:pt x="145" y="0"/>
                    </a:lnTo>
                    <a:lnTo>
                      <a:pt x="148" y="2"/>
                    </a:lnTo>
                    <a:lnTo>
                      <a:pt x="150" y="5"/>
                    </a:lnTo>
                    <a:lnTo>
                      <a:pt x="150" y="9"/>
                    </a:lnTo>
                    <a:lnTo>
                      <a:pt x="152" y="11"/>
                    </a:lnTo>
                    <a:lnTo>
                      <a:pt x="152" y="16"/>
                    </a:lnTo>
                    <a:lnTo>
                      <a:pt x="155" y="21"/>
                    </a:lnTo>
                    <a:lnTo>
                      <a:pt x="155" y="23"/>
                    </a:lnTo>
                    <a:lnTo>
                      <a:pt x="157" y="28"/>
                    </a:lnTo>
                    <a:lnTo>
                      <a:pt x="157" y="34"/>
                    </a:lnTo>
                    <a:lnTo>
                      <a:pt x="159" y="39"/>
                    </a:lnTo>
                    <a:lnTo>
                      <a:pt x="159" y="48"/>
                    </a:lnTo>
                    <a:lnTo>
                      <a:pt x="162" y="53"/>
                    </a:lnTo>
                    <a:lnTo>
                      <a:pt x="162" y="62"/>
                    </a:lnTo>
                    <a:lnTo>
                      <a:pt x="164" y="67"/>
                    </a:lnTo>
                    <a:lnTo>
                      <a:pt x="164" y="71"/>
                    </a:lnTo>
                    <a:lnTo>
                      <a:pt x="166" y="76"/>
                    </a:lnTo>
                    <a:lnTo>
                      <a:pt x="166" y="85"/>
                    </a:lnTo>
                    <a:lnTo>
                      <a:pt x="168" y="90"/>
                    </a:lnTo>
                    <a:lnTo>
                      <a:pt x="168" y="97"/>
                    </a:lnTo>
                    <a:lnTo>
                      <a:pt x="171" y="101"/>
                    </a:lnTo>
                    <a:lnTo>
                      <a:pt x="171" y="108"/>
                    </a:lnTo>
                    <a:lnTo>
                      <a:pt x="173" y="111"/>
                    </a:lnTo>
                    <a:lnTo>
                      <a:pt x="173" y="113"/>
                    </a:lnTo>
                    <a:lnTo>
                      <a:pt x="175" y="115"/>
                    </a:lnTo>
                    <a:lnTo>
                      <a:pt x="175" y="120"/>
                    </a:lnTo>
                    <a:lnTo>
                      <a:pt x="180" y="124"/>
                    </a:lnTo>
                    <a:lnTo>
                      <a:pt x="178" y="124"/>
                    </a:lnTo>
                    <a:lnTo>
                      <a:pt x="180" y="124"/>
                    </a:lnTo>
                    <a:lnTo>
                      <a:pt x="182" y="122"/>
                    </a:lnTo>
                    <a:lnTo>
                      <a:pt x="185" y="120"/>
                    </a:lnTo>
                    <a:lnTo>
                      <a:pt x="187" y="117"/>
                    </a:lnTo>
                    <a:lnTo>
                      <a:pt x="187" y="113"/>
                    </a:lnTo>
                    <a:lnTo>
                      <a:pt x="189" y="111"/>
                    </a:lnTo>
                    <a:lnTo>
                      <a:pt x="189" y="106"/>
                    </a:lnTo>
                    <a:lnTo>
                      <a:pt x="191" y="101"/>
                    </a:lnTo>
                    <a:lnTo>
                      <a:pt x="191" y="99"/>
                    </a:lnTo>
                    <a:lnTo>
                      <a:pt x="194" y="97"/>
                    </a:lnTo>
                    <a:lnTo>
                      <a:pt x="194" y="90"/>
                    </a:lnTo>
                    <a:lnTo>
                      <a:pt x="196" y="87"/>
                    </a:lnTo>
                    <a:lnTo>
                      <a:pt x="196" y="83"/>
                    </a:lnTo>
                    <a:lnTo>
                      <a:pt x="198" y="78"/>
                    </a:lnTo>
                    <a:lnTo>
                      <a:pt x="198" y="74"/>
                    </a:lnTo>
                    <a:lnTo>
                      <a:pt x="201" y="71"/>
                    </a:lnTo>
                    <a:lnTo>
                      <a:pt x="201" y="69"/>
                    </a:lnTo>
                    <a:lnTo>
                      <a:pt x="203" y="67"/>
                    </a:lnTo>
                    <a:lnTo>
                      <a:pt x="203" y="62"/>
                    </a:lnTo>
                    <a:lnTo>
                      <a:pt x="205" y="60"/>
                    </a:lnTo>
                    <a:lnTo>
                      <a:pt x="205" y="55"/>
                    </a:lnTo>
                    <a:lnTo>
                      <a:pt x="208" y="53"/>
                    </a:lnTo>
                    <a:lnTo>
                      <a:pt x="208" y="51"/>
                    </a:lnTo>
                    <a:lnTo>
                      <a:pt x="210" y="48"/>
                    </a:lnTo>
                    <a:lnTo>
                      <a:pt x="214" y="44"/>
                    </a:lnTo>
                    <a:lnTo>
                      <a:pt x="214" y="41"/>
                    </a:lnTo>
                    <a:lnTo>
                      <a:pt x="217" y="41"/>
                    </a:lnTo>
                  </a:path>
                </a:pathLst>
              </a:custGeom>
              <a:noFill/>
              <a:ln w="12700" cap="flat">
                <a:solidFill>
                  <a:srgbClr val="C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58" name="Line 497"/>
              <p:cNvSpPr>
                <a:spLocks noChangeShapeType="1"/>
              </p:cNvSpPr>
              <p:nvPr/>
            </p:nvSpPr>
            <p:spPr bwMode="auto">
              <a:xfrm>
                <a:off x="17887832" y="16359515"/>
                <a:ext cx="64834" cy="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59" name="Line 497"/>
              <p:cNvSpPr>
                <a:spLocks noChangeShapeType="1"/>
              </p:cNvSpPr>
              <p:nvPr/>
            </p:nvSpPr>
            <p:spPr bwMode="auto">
              <a:xfrm>
                <a:off x="19716646" y="16359515"/>
                <a:ext cx="64834" cy="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60" name="Line 497"/>
              <p:cNvSpPr>
                <a:spLocks noChangeShapeType="1"/>
              </p:cNvSpPr>
              <p:nvPr/>
            </p:nvSpPr>
            <p:spPr bwMode="auto">
              <a:xfrm>
                <a:off x="17887832" y="17321545"/>
                <a:ext cx="64834" cy="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61" name="Line 497"/>
              <p:cNvSpPr>
                <a:spLocks noChangeShapeType="1"/>
              </p:cNvSpPr>
              <p:nvPr/>
            </p:nvSpPr>
            <p:spPr bwMode="auto">
              <a:xfrm>
                <a:off x="19716646" y="17321545"/>
                <a:ext cx="64834" cy="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62" name="Line 497"/>
              <p:cNvSpPr>
                <a:spLocks noChangeShapeType="1"/>
              </p:cNvSpPr>
              <p:nvPr/>
            </p:nvSpPr>
            <p:spPr bwMode="auto">
              <a:xfrm>
                <a:off x="17887832" y="18026389"/>
                <a:ext cx="64834" cy="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63" name="Line 497"/>
              <p:cNvSpPr>
                <a:spLocks noChangeShapeType="1"/>
              </p:cNvSpPr>
              <p:nvPr/>
            </p:nvSpPr>
            <p:spPr bwMode="auto">
              <a:xfrm>
                <a:off x="19716646" y="18026389"/>
                <a:ext cx="64834" cy="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64" name="Line 497"/>
              <p:cNvSpPr>
                <a:spLocks noChangeShapeType="1"/>
              </p:cNvSpPr>
              <p:nvPr/>
            </p:nvSpPr>
            <p:spPr bwMode="auto">
              <a:xfrm>
                <a:off x="17887832" y="18988419"/>
                <a:ext cx="64834" cy="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65" name="Line 497"/>
              <p:cNvSpPr>
                <a:spLocks noChangeShapeType="1"/>
              </p:cNvSpPr>
              <p:nvPr/>
            </p:nvSpPr>
            <p:spPr bwMode="auto">
              <a:xfrm>
                <a:off x="19716646" y="18988419"/>
                <a:ext cx="64834" cy="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66" name="Line 497"/>
              <p:cNvSpPr>
                <a:spLocks noChangeShapeType="1"/>
              </p:cNvSpPr>
              <p:nvPr/>
            </p:nvSpPr>
            <p:spPr bwMode="auto">
              <a:xfrm>
                <a:off x="17887832" y="19698025"/>
                <a:ext cx="64834" cy="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67" name="Line 497"/>
              <p:cNvSpPr>
                <a:spLocks noChangeShapeType="1"/>
              </p:cNvSpPr>
              <p:nvPr/>
            </p:nvSpPr>
            <p:spPr bwMode="auto">
              <a:xfrm>
                <a:off x="19716646" y="19698025"/>
                <a:ext cx="64834" cy="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68" name="Line 497"/>
              <p:cNvSpPr>
                <a:spLocks noChangeShapeType="1"/>
              </p:cNvSpPr>
              <p:nvPr/>
            </p:nvSpPr>
            <p:spPr bwMode="auto">
              <a:xfrm>
                <a:off x="17887832" y="20660055"/>
                <a:ext cx="64834" cy="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69" name="Line 497"/>
              <p:cNvSpPr>
                <a:spLocks noChangeShapeType="1"/>
              </p:cNvSpPr>
              <p:nvPr/>
            </p:nvSpPr>
            <p:spPr bwMode="auto">
              <a:xfrm>
                <a:off x="19716646" y="20660055"/>
                <a:ext cx="64834" cy="2"/>
              </a:xfrm>
              <a:prstGeom prst="line">
                <a:avLst/>
              </a:prstGeom>
              <a:noFill/>
              <a:ln w="1270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70" name="Freeform 188"/>
              <p:cNvSpPr>
                <a:spLocks/>
              </p:cNvSpPr>
              <p:nvPr/>
            </p:nvSpPr>
            <p:spPr bwMode="auto">
              <a:xfrm>
                <a:off x="19484604" y="20081303"/>
                <a:ext cx="908050" cy="323852"/>
              </a:xfrm>
              <a:custGeom>
                <a:avLst/>
                <a:gdLst/>
                <a:ahLst/>
                <a:cxnLst>
                  <a:cxn ang="0">
                    <a:pos x="5" y="14"/>
                  </a:cxn>
                  <a:cxn ang="0">
                    <a:pos x="12" y="14"/>
                  </a:cxn>
                  <a:cxn ang="0">
                    <a:pos x="19" y="16"/>
                  </a:cxn>
                  <a:cxn ang="0">
                    <a:pos x="26" y="19"/>
                  </a:cxn>
                  <a:cxn ang="0">
                    <a:pos x="33" y="21"/>
                  </a:cxn>
                  <a:cxn ang="0">
                    <a:pos x="40" y="19"/>
                  </a:cxn>
                  <a:cxn ang="0">
                    <a:pos x="46" y="16"/>
                  </a:cxn>
                  <a:cxn ang="0">
                    <a:pos x="53" y="9"/>
                  </a:cxn>
                  <a:cxn ang="0">
                    <a:pos x="60" y="7"/>
                  </a:cxn>
                  <a:cxn ang="0">
                    <a:pos x="67" y="9"/>
                  </a:cxn>
                  <a:cxn ang="0">
                    <a:pos x="76" y="19"/>
                  </a:cxn>
                  <a:cxn ang="0">
                    <a:pos x="83" y="30"/>
                  </a:cxn>
                  <a:cxn ang="0">
                    <a:pos x="88" y="39"/>
                  </a:cxn>
                  <a:cxn ang="0">
                    <a:pos x="95" y="39"/>
                  </a:cxn>
                  <a:cxn ang="0">
                    <a:pos x="102" y="35"/>
                  </a:cxn>
                  <a:cxn ang="0">
                    <a:pos x="109" y="26"/>
                  </a:cxn>
                  <a:cxn ang="0">
                    <a:pos x="115" y="23"/>
                  </a:cxn>
                  <a:cxn ang="0">
                    <a:pos x="122" y="28"/>
                  </a:cxn>
                  <a:cxn ang="0">
                    <a:pos x="129" y="35"/>
                  </a:cxn>
                  <a:cxn ang="0">
                    <a:pos x="136" y="39"/>
                  </a:cxn>
                  <a:cxn ang="0">
                    <a:pos x="143" y="37"/>
                  </a:cxn>
                  <a:cxn ang="0">
                    <a:pos x="150" y="26"/>
                  </a:cxn>
                  <a:cxn ang="0">
                    <a:pos x="159" y="14"/>
                  </a:cxn>
                  <a:cxn ang="0">
                    <a:pos x="164" y="7"/>
                  </a:cxn>
                  <a:cxn ang="0">
                    <a:pos x="171" y="12"/>
                  </a:cxn>
                  <a:cxn ang="0">
                    <a:pos x="178" y="23"/>
                  </a:cxn>
                  <a:cxn ang="0">
                    <a:pos x="182" y="30"/>
                  </a:cxn>
                  <a:cxn ang="0">
                    <a:pos x="189" y="42"/>
                  </a:cxn>
                  <a:cxn ang="0">
                    <a:pos x="194" y="49"/>
                  </a:cxn>
                  <a:cxn ang="0">
                    <a:pos x="201" y="51"/>
                  </a:cxn>
                  <a:cxn ang="0">
                    <a:pos x="208" y="46"/>
                  </a:cxn>
                  <a:cxn ang="0">
                    <a:pos x="214" y="39"/>
                  </a:cxn>
                  <a:cxn ang="0">
                    <a:pos x="221" y="30"/>
                  </a:cxn>
                  <a:cxn ang="0">
                    <a:pos x="226" y="23"/>
                  </a:cxn>
                  <a:cxn ang="0">
                    <a:pos x="233" y="16"/>
                  </a:cxn>
                  <a:cxn ang="0">
                    <a:pos x="240" y="9"/>
                  </a:cxn>
                  <a:cxn ang="0">
                    <a:pos x="247" y="5"/>
                  </a:cxn>
                  <a:cxn ang="0">
                    <a:pos x="254" y="3"/>
                  </a:cxn>
                  <a:cxn ang="0">
                    <a:pos x="260" y="0"/>
                  </a:cxn>
                  <a:cxn ang="0">
                    <a:pos x="267" y="0"/>
                  </a:cxn>
                  <a:cxn ang="0">
                    <a:pos x="274" y="3"/>
                  </a:cxn>
                  <a:cxn ang="0">
                    <a:pos x="281" y="5"/>
                  </a:cxn>
                </a:cxnLst>
                <a:rect l="0" t="0" r="r" b="b"/>
                <a:pathLst>
                  <a:path w="286" h="51">
                    <a:moveTo>
                      <a:pt x="0" y="14"/>
                    </a:moveTo>
                    <a:lnTo>
                      <a:pt x="3" y="14"/>
                    </a:lnTo>
                    <a:lnTo>
                      <a:pt x="5" y="14"/>
                    </a:lnTo>
                    <a:lnTo>
                      <a:pt x="7" y="14"/>
                    </a:lnTo>
                    <a:lnTo>
                      <a:pt x="10" y="14"/>
                    </a:lnTo>
                    <a:lnTo>
                      <a:pt x="12" y="14"/>
                    </a:lnTo>
                    <a:lnTo>
                      <a:pt x="14" y="16"/>
                    </a:lnTo>
                    <a:lnTo>
                      <a:pt x="16" y="16"/>
                    </a:lnTo>
                    <a:lnTo>
                      <a:pt x="19" y="16"/>
                    </a:lnTo>
                    <a:lnTo>
                      <a:pt x="21" y="19"/>
                    </a:lnTo>
                    <a:lnTo>
                      <a:pt x="23" y="19"/>
                    </a:lnTo>
                    <a:lnTo>
                      <a:pt x="26" y="19"/>
                    </a:lnTo>
                    <a:lnTo>
                      <a:pt x="28" y="19"/>
                    </a:lnTo>
                    <a:lnTo>
                      <a:pt x="30" y="21"/>
                    </a:lnTo>
                    <a:lnTo>
                      <a:pt x="33" y="21"/>
                    </a:lnTo>
                    <a:lnTo>
                      <a:pt x="35" y="21"/>
                    </a:lnTo>
                    <a:lnTo>
                      <a:pt x="37" y="21"/>
                    </a:lnTo>
                    <a:lnTo>
                      <a:pt x="40" y="19"/>
                    </a:lnTo>
                    <a:lnTo>
                      <a:pt x="42" y="19"/>
                    </a:lnTo>
                    <a:lnTo>
                      <a:pt x="44" y="16"/>
                    </a:lnTo>
                    <a:lnTo>
                      <a:pt x="46" y="16"/>
                    </a:lnTo>
                    <a:lnTo>
                      <a:pt x="49" y="14"/>
                    </a:lnTo>
                    <a:lnTo>
                      <a:pt x="51" y="12"/>
                    </a:lnTo>
                    <a:lnTo>
                      <a:pt x="53" y="9"/>
                    </a:lnTo>
                    <a:lnTo>
                      <a:pt x="56" y="9"/>
                    </a:lnTo>
                    <a:lnTo>
                      <a:pt x="58" y="7"/>
                    </a:lnTo>
                    <a:lnTo>
                      <a:pt x="60" y="7"/>
                    </a:lnTo>
                    <a:lnTo>
                      <a:pt x="63" y="7"/>
                    </a:lnTo>
                    <a:lnTo>
                      <a:pt x="65" y="7"/>
                    </a:lnTo>
                    <a:lnTo>
                      <a:pt x="67" y="9"/>
                    </a:lnTo>
                    <a:lnTo>
                      <a:pt x="69" y="12"/>
                    </a:lnTo>
                    <a:lnTo>
                      <a:pt x="72" y="14"/>
                    </a:lnTo>
                    <a:lnTo>
                      <a:pt x="76" y="19"/>
                    </a:lnTo>
                    <a:lnTo>
                      <a:pt x="76" y="23"/>
                    </a:lnTo>
                    <a:lnTo>
                      <a:pt x="79" y="26"/>
                    </a:lnTo>
                    <a:lnTo>
                      <a:pt x="83" y="30"/>
                    </a:lnTo>
                    <a:lnTo>
                      <a:pt x="83" y="33"/>
                    </a:lnTo>
                    <a:lnTo>
                      <a:pt x="88" y="37"/>
                    </a:lnTo>
                    <a:lnTo>
                      <a:pt x="88" y="39"/>
                    </a:lnTo>
                    <a:lnTo>
                      <a:pt x="90" y="39"/>
                    </a:lnTo>
                    <a:lnTo>
                      <a:pt x="92" y="42"/>
                    </a:lnTo>
                    <a:lnTo>
                      <a:pt x="95" y="39"/>
                    </a:lnTo>
                    <a:lnTo>
                      <a:pt x="97" y="39"/>
                    </a:lnTo>
                    <a:lnTo>
                      <a:pt x="99" y="37"/>
                    </a:lnTo>
                    <a:lnTo>
                      <a:pt x="102" y="35"/>
                    </a:lnTo>
                    <a:lnTo>
                      <a:pt x="106" y="30"/>
                    </a:lnTo>
                    <a:lnTo>
                      <a:pt x="106" y="28"/>
                    </a:lnTo>
                    <a:lnTo>
                      <a:pt x="109" y="26"/>
                    </a:lnTo>
                    <a:lnTo>
                      <a:pt x="111" y="23"/>
                    </a:lnTo>
                    <a:lnTo>
                      <a:pt x="113" y="23"/>
                    </a:lnTo>
                    <a:lnTo>
                      <a:pt x="115" y="23"/>
                    </a:lnTo>
                    <a:lnTo>
                      <a:pt x="118" y="23"/>
                    </a:lnTo>
                    <a:lnTo>
                      <a:pt x="120" y="26"/>
                    </a:lnTo>
                    <a:lnTo>
                      <a:pt x="122" y="28"/>
                    </a:lnTo>
                    <a:lnTo>
                      <a:pt x="125" y="30"/>
                    </a:lnTo>
                    <a:lnTo>
                      <a:pt x="127" y="33"/>
                    </a:lnTo>
                    <a:lnTo>
                      <a:pt x="129" y="35"/>
                    </a:lnTo>
                    <a:lnTo>
                      <a:pt x="132" y="37"/>
                    </a:lnTo>
                    <a:lnTo>
                      <a:pt x="134" y="39"/>
                    </a:lnTo>
                    <a:lnTo>
                      <a:pt x="136" y="39"/>
                    </a:lnTo>
                    <a:lnTo>
                      <a:pt x="138" y="39"/>
                    </a:lnTo>
                    <a:lnTo>
                      <a:pt x="141" y="39"/>
                    </a:lnTo>
                    <a:lnTo>
                      <a:pt x="143" y="37"/>
                    </a:lnTo>
                    <a:lnTo>
                      <a:pt x="145" y="35"/>
                    </a:lnTo>
                    <a:lnTo>
                      <a:pt x="150" y="30"/>
                    </a:lnTo>
                    <a:lnTo>
                      <a:pt x="150" y="26"/>
                    </a:lnTo>
                    <a:lnTo>
                      <a:pt x="155" y="21"/>
                    </a:lnTo>
                    <a:lnTo>
                      <a:pt x="155" y="19"/>
                    </a:lnTo>
                    <a:lnTo>
                      <a:pt x="159" y="14"/>
                    </a:lnTo>
                    <a:lnTo>
                      <a:pt x="159" y="12"/>
                    </a:lnTo>
                    <a:lnTo>
                      <a:pt x="162" y="9"/>
                    </a:lnTo>
                    <a:lnTo>
                      <a:pt x="164" y="7"/>
                    </a:lnTo>
                    <a:lnTo>
                      <a:pt x="166" y="7"/>
                    </a:lnTo>
                    <a:lnTo>
                      <a:pt x="168" y="9"/>
                    </a:lnTo>
                    <a:lnTo>
                      <a:pt x="171" y="12"/>
                    </a:lnTo>
                    <a:lnTo>
                      <a:pt x="173" y="14"/>
                    </a:lnTo>
                    <a:lnTo>
                      <a:pt x="178" y="19"/>
                    </a:lnTo>
                    <a:lnTo>
                      <a:pt x="178" y="23"/>
                    </a:lnTo>
                    <a:lnTo>
                      <a:pt x="180" y="26"/>
                    </a:lnTo>
                    <a:lnTo>
                      <a:pt x="180" y="28"/>
                    </a:lnTo>
                    <a:lnTo>
                      <a:pt x="182" y="30"/>
                    </a:lnTo>
                    <a:lnTo>
                      <a:pt x="185" y="33"/>
                    </a:lnTo>
                    <a:lnTo>
                      <a:pt x="185" y="37"/>
                    </a:lnTo>
                    <a:lnTo>
                      <a:pt x="189" y="42"/>
                    </a:lnTo>
                    <a:lnTo>
                      <a:pt x="189" y="44"/>
                    </a:lnTo>
                    <a:lnTo>
                      <a:pt x="191" y="46"/>
                    </a:lnTo>
                    <a:lnTo>
                      <a:pt x="194" y="49"/>
                    </a:lnTo>
                    <a:lnTo>
                      <a:pt x="196" y="51"/>
                    </a:lnTo>
                    <a:lnTo>
                      <a:pt x="198" y="51"/>
                    </a:lnTo>
                    <a:lnTo>
                      <a:pt x="201" y="51"/>
                    </a:lnTo>
                    <a:lnTo>
                      <a:pt x="203" y="49"/>
                    </a:lnTo>
                    <a:lnTo>
                      <a:pt x="205" y="49"/>
                    </a:lnTo>
                    <a:lnTo>
                      <a:pt x="208" y="46"/>
                    </a:lnTo>
                    <a:lnTo>
                      <a:pt x="210" y="44"/>
                    </a:lnTo>
                    <a:lnTo>
                      <a:pt x="212" y="42"/>
                    </a:lnTo>
                    <a:lnTo>
                      <a:pt x="214" y="39"/>
                    </a:lnTo>
                    <a:lnTo>
                      <a:pt x="219" y="35"/>
                    </a:lnTo>
                    <a:lnTo>
                      <a:pt x="219" y="33"/>
                    </a:lnTo>
                    <a:lnTo>
                      <a:pt x="221" y="30"/>
                    </a:lnTo>
                    <a:lnTo>
                      <a:pt x="224" y="28"/>
                    </a:lnTo>
                    <a:lnTo>
                      <a:pt x="228" y="23"/>
                    </a:lnTo>
                    <a:lnTo>
                      <a:pt x="226" y="23"/>
                    </a:lnTo>
                    <a:lnTo>
                      <a:pt x="228" y="23"/>
                    </a:lnTo>
                    <a:lnTo>
                      <a:pt x="233" y="19"/>
                    </a:lnTo>
                    <a:lnTo>
                      <a:pt x="233" y="16"/>
                    </a:lnTo>
                    <a:lnTo>
                      <a:pt x="235" y="14"/>
                    </a:lnTo>
                    <a:lnTo>
                      <a:pt x="237" y="12"/>
                    </a:lnTo>
                    <a:lnTo>
                      <a:pt x="240" y="9"/>
                    </a:lnTo>
                    <a:lnTo>
                      <a:pt x="242" y="9"/>
                    </a:lnTo>
                    <a:lnTo>
                      <a:pt x="244" y="7"/>
                    </a:lnTo>
                    <a:lnTo>
                      <a:pt x="247" y="5"/>
                    </a:lnTo>
                    <a:lnTo>
                      <a:pt x="249" y="5"/>
                    </a:lnTo>
                    <a:lnTo>
                      <a:pt x="251" y="3"/>
                    </a:lnTo>
                    <a:lnTo>
                      <a:pt x="254" y="3"/>
                    </a:lnTo>
                    <a:lnTo>
                      <a:pt x="256" y="3"/>
                    </a:lnTo>
                    <a:lnTo>
                      <a:pt x="258" y="0"/>
                    </a:lnTo>
                    <a:lnTo>
                      <a:pt x="260" y="0"/>
                    </a:lnTo>
                    <a:lnTo>
                      <a:pt x="263" y="0"/>
                    </a:lnTo>
                    <a:lnTo>
                      <a:pt x="265" y="0"/>
                    </a:lnTo>
                    <a:lnTo>
                      <a:pt x="267" y="0"/>
                    </a:lnTo>
                    <a:lnTo>
                      <a:pt x="270" y="0"/>
                    </a:lnTo>
                    <a:lnTo>
                      <a:pt x="272" y="3"/>
                    </a:lnTo>
                    <a:lnTo>
                      <a:pt x="274" y="3"/>
                    </a:lnTo>
                    <a:lnTo>
                      <a:pt x="277" y="3"/>
                    </a:lnTo>
                    <a:lnTo>
                      <a:pt x="279" y="5"/>
                    </a:lnTo>
                    <a:lnTo>
                      <a:pt x="281" y="5"/>
                    </a:lnTo>
                    <a:lnTo>
                      <a:pt x="284" y="5"/>
                    </a:lnTo>
                    <a:lnTo>
                      <a:pt x="286" y="5"/>
                    </a:lnTo>
                  </a:path>
                </a:pathLst>
              </a:custGeom>
              <a:noFill/>
              <a:ln w="12700" cap="flat">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71" name="Freeform 491"/>
              <p:cNvSpPr>
                <a:spLocks/>
              </p:cNvSpPr>
              <p:nvPr/>
            </p:nvSpPr>
            <p:spPr bwMode="auto">
              <a:xfrm>
                <a:off x="17655804" y="16570655"/>
                <a:ext cx="717550" cy="787400"/>
              </a:xfrm>
              <a:custGeom>
                <a:avLst/>
                <a:gdLst/>
                <a:ahLst/>
                <a:cxnLst>
                  <a:cxn ang="0">
                    <a:pos x="2" y="35"/>
                  </a:cxn>
                  <a:cxn ang="0">
                    <a:pos x="9" y="39"/>
                  </a:cxn>
                  <a:cxn ang="0">
                    <a:pos x="16" y="41"/>
                  </a:cxn>
                  <a:cxn ang="0">
                    <a:pos x="23" y="41"/>
                  </a:cxn>
                  <a:cxn ang="0">
                    <a:pos x="30" y="39"/>
                  </a:cxn>
                  <a:cxn ang="0">
                    <a:pos x="37" y="37"/>
                  </a:cxn>
                  <a:cxn ang="0">
                    <a:pos x="44" y="35"/>
                  </a:cxn>
                  <a:cxn ang="0">
                    <a:pos x="51" y="37"/>
                  </a:cxn>
                  <a:cxn ang="0">
                    <a:pos x="58" y="44"/>
                  </a:cxn>
                  <a:cxn ang="0">
                    <a:pos x="65" y="51"/>
                  </a:cxn>
                  <a:cxn ang="0">
                    <a:pos x="72" y="55"/>
                  </a:cxn>
                  <a:cxn ang="0">
                    <a:pos x="78" y="58"/>
                  </a:cxn>
                  <a:cxn ang="0">
                    <a:pos x="85" y="53"/>
                  </a:cxn>
                  <a:cxn ang="0">
                    <a:pos x="92" y="51"/>
                  </a:cxn>
                  <a:cxn ang="0">
                    <a:pos x="99" y="48"/>
                  </a:cxn>
                  <a:cxn ang="0">
                    <a:pos x="106" y="51"/>
                  </a:cxn>
                  <a:cxn ang="0">
                    <a:pos x="113" y="51"/>
                  </a:cxn>
                  <a:cxn ang="0">
                    <a:pos x="120" y="48"/>
                  </a:cxn>
                  <a:cxn ang="0">
                    <a:pos x="127" y="37"/>
                  </a:cxn>
                  <a:cxn ang="0">
                    <a:pos x="131" y="28"/>
                  </a:cxn>
                  <a:cxn ang="0">
                    <a:pos x="134" y="16"/>
                  </a:cxn>
                  <a:cxn ang="0">
                    <a:pos x="138" y="9"/>
                  </a:cxn>
                  <a:cxn ang="0">
                    <a:pos x="143" y="0"/>
                  </a:cxn>
                  <a:cxn ang="0">
                    <a:pos x="150" y="5"/>
                  </a:cxn>
                  <a:cxn ang="0">
                    <a:pos x="152" y="16"/>
                  </a:cxn>
                  <a:cxn ang="0">
                    <a:pos x="157" y="25"/>
                  </a:cxn>
                  <a:cxn ang="0">
                    <a:pos x="159" y="46"/>
                  </a:cxn>
                  <a:cxn ang="0">
                    <a:pos x="164" y="65"/>
                  </a:cxn>
                  <a:cxn ang="0">
                    <a:pos x="166" y="83"/>
                  </a:cxn>
                  <a:cxn ang="0">
                    <a:pos x="171" y="99"/>
                  </a:cxn>
                  <a:cxn ang="0">
                    <a:pos x="173" y="113"/>
                  </a:cxn>
                  <a:cxn ang="0">
                    <a:pos x="177" y="122"/>
                  </a:cxn>
                  <a:cxn ang="0">
                    <a:pos x="184" y="120"/>
                  </a:cxn>
                  <a:cxn ang="0">
                    <a:pos x="189" y="111"/>
                  </a:cxn>
                  <a:cxn ang="0">
                    <a:pos x="191" y="99"/>
                  </a:cxn>
                  <a:cxn ang="0">
                    <a:pos x="196" y="88"/>
                  </a:cxn>
                  <a:cxn ang="0">
                    <a:pos x="198" y="71"/>
                  </a:cxn>
                  <a:cxn ang="0">
                    <a:pos x="203" y="62"/>
                  </a:cxn>
                  <a:cxn ang="0">
                    <a:pos x="205" y="51"/>
                  </a:cxn>
                  <a:cxn ang="0">
                    <a:pos x="212" y="39"/>
                  </a:cxn>
                  <a:cxn ang="0">
                    <a:pos x="214" y="32"/>
                  </a:cxn>
                  <a:cxn ang="0">
                    <a:pos x="221" y="28"/>
                  </a:cxn>
                </a:cxnLst>
                <a:rect l="0" t="0" r="r" b="b"/>
                <a:pathLst>
                  <a:path w="226" h="124">
                    <a:moveTo>
                      <a:pt x="2" y="35"/>
                    </a:moveTo>
                    <a:lnTo>
                      <a:pt x="0" y="35"/>
                    </a:lnTo>
                    <a:lnTo>
                      <a:pt x="2" y="35"/>
                    </a:lnTo>
                    <a:lnTo>
                      <a:pt x="5" y="37"/>
                    </a:lnTo>
                    <a:lnTo>
                      <a:pt x="7" y="37"/>
                    </a:lnTo>
                    <a:lnTo>
                      <a:pt x="9" y="39"/>
                    </a:lnTo>
                    <a:lnTo>
                      <a:pt x="12" y="41"/>
                    </a:lnTo>
                    <a:lnTo>
                      <a:pt x="14" y="41"/>
                    </a:lnTo>
                    <a:lnTo>
                      <a:pt x="16" y="41"/>
                    </a:lnTo>
                    <a:lnTo>
                      <a:pt x="19" y="44"/>
                    </a:lnTo>
                    <a:lnTo>
                      <a:pt x="21" y="44"/>
                    </a:lnTo>
                    <a:lnTo>
                      <a:pt x="23" y="41"/>
                    </a:lnTo>
                    <a:lnTo>
                      <a:pt x="26" y="41"/>
                    </a:lnTo>
                    <a:lnTo>
                      <a:pt x="28" y="41"/>
                    </a:lnTo>
                    <a:lnTo>
                      <a:pt x="30" y="39"/>
                    </a:lnTo>
                    <a:lnTo>
                      <a:pt x="32" y="39"/>
                    </a:lnTo>
                    <a:lnTo>
                      <a:pt x="35" y="37"/>
                    </a:lnTo>
                    <a:lnTo>
                      <a:pt x="37" y="37"/>
                    </a:lnTo>
                    <a:lnTo>
                      <a:pt x="39" y="35"/>
                    </a:lnTo>
                    <a:lnTo>
                      <a:pt x="42" y="35"/>
                    </a:lnTo>
                    <a:lnTo>
                      <a:pt x="44" y="35"/>
                    </a:lnTo>
                    <a:lnTo>
                      <a:pt x="46" y="35"/>
                    </a:lnTo>
                    <a:lnTo>
                      <a:pt x="49" y="37"/>
                    </a:lnTo>
                    <a:lnTo>
                      <a:pt x="51" y="37"/>
                    </a:lnTo>
                    <a:lnTo>
                      <a:pt x="53" y="39"/>
                    </a:lnTo>
                    <a:lnTo>
                      <a:pt x="55" y="41"/>
                    </a:lnTo>
                    <a:lnTo>
                      <a:pt x="58" y="44"/>
                    </a:lnTo>
                    <a:lnTo>
                      <a:pt x="60" y="46"/>
                    </a:lnTo>
                    <a:lnTo>
                      <a:pt x="62" y="48"/>
                    </a:lnTo>
                    <a:lnTo>
                      <a:pt x="65" y="51"/>
                    </a:lnTo>
                    <a:lnTo>
                      <a:pt x="67" y="53"/>
                    </a:lnTo>
                    <a:lnTo>
                      <a:pt x="69" y="55"/>
                    </a:lnTo>
                    <a:lnTo>
                      <a:pt x="72" y="55"/>
                    </a:lnTo>
                    <a:lnTo>
                      <a:pt x="74" y="58"/>
                    </a:lnTo>
                    <a:lnTo>
                      <a:pt x="76" y="58"/>
                    </a:lnTo>
                    <a:lnTo>
                      <a:pt x="78" y="58"/>
                    </a:lnTo>
                    <a:lnTo>
                      <a:pt x="81" y="58"/>
                    </a:lnTo>
                    <a:lnTo>
                      <a:pt x="83" y="55"/>
                    </a:lnTo>
                    <a:lnTo>
                      <a:pt x="85" y="53"/>
                    </a:lnTo>
                    <a:lnTo>
                      <a:pt x="88" y="53"/>
                    </a:lnTo>
                    <a:lnTo>
                      <a:pt x="90" y="51"/>
                    </a:lnTo>
                    <a:lnTo>
                      <a:pt x="92" y="51"/>
                    </a:lnTo>
                    <a:lnTo>
                      <a:pt x="95" y="48"/>
                    </a:lnTo>
                    <a:lnTo>
                      <a:pt x="97" y="48"/>
                    </a:lnTo>
                    <a:lnTo>
                      <a:pt x="99" y="48"/>
                    </a:lnTo>
                    <a:lnTo>
                      <a:pt x="101" y="48"/>
                    </a:lnTo>
                    <a:lnTo>
                      <a:pt x="104" y="48"/>
                    </a:lnTo>
                    <a:lnTo>
                      <a:pt x="106" y="51"/>
                    </a:lnTo>
                    <a:lnTo>
                      <a:pt x="108" y="51"/>
                    </a:lnTo>
                    <a:lnTo>
                      <a:pt x="111" y="51"/>
                    </a:lnTo>
                    <a:lnTo>
                      <a:pt x="113" y="51"/>
                    </a:lnTo>
                    <a:lnTo>
                      <a:pt x="115" y="51"/>
                    </a:lnTo>
                    <a:lnTo>
                      <a:pt x="118" y="51"/>
                    </a:lnTo>
                    <a:lnTo>
                      <a:pt x="120" y="48"/>
                    </a:lnTo>
                    <a:lnTo>
                      <a:pt x="125" y="44"/>
                    </a:lnTo>
                    <a:lnTo>
                      <a:pt x="125" y="39"/>
                    </a:lnTo>
                    <a:lnTo>
                      <a:pt x="127" y="37"/>
                    </a:lnTo>
                    <a:lnTo>
                      <a:pt x="129" y="35"/>
                    </a:lnTo>
                    <a:lnTo>
                      <a:pt x="129" y="30"/>
                    </a:lnTo>
                    <a:lnTo>
                      <a:pt x="131" y="28"/>
                    </a:lnTo>
                    <a:lnTo>
                      <a:pt x="131" y="23"/>
                    </a:lnTo>
                    <a:lnTo>
                      <a:pt x="134" y="21"/>
                    </a:lnTo>
                    <a:lnTo>
                      <a:pt x="134" y="16"/>
                    </a:lnTo>
                    <a:lnTo>
                      <a:pt x="136" y="14"/>
                    </a:lnTo>
                    <a:lnTo>
                      <a:pt x="136" y="12"/>
                    </a:lnTo>
                    <a:lnTo>
                      <a:pt x="138" y="9"/>
                    </a:lnTo>
                    <a:lnTo>
                      <a:pt x="138" y="7"/>
                    </a:lnTo>
                    <a:lnTo>
                      <a:pt x="143" y="2"/>
                    </a:lnTo>
                    <a:lnTo>
                      <a:pt x="143" y="0"/>
                    </a:lnTo>
                    <a:lnTo>
                      <a:pt x="145" y="0"/>
                    </a:lnTo>
                    <a:lnTo>
                      <a:pt x="148" y="2"/>
                    </a:lnTo>
                    <a:lnTo>
                      <a:pt x="150" y="5"/>
                    </a:lnTo>
                    <a:lnTo>
                      <a:pt x="150" y="7"/>
                    </a:lnTo>
                    <a:lnTo>
                      <a:pt x="152" y="9"/>
                    </a:lnTo>
                    <a:lnTo>
                      <a:pt x="152" y="16"/>
                    </a:lnTo>
                    <a:lnTo>
                      <a:pt x="154" y="18"/>
                    </a:lnTo>
                    <a:lnTo>
                      <a:pt x="154" y="21"/>
                    </a:lnTo>
                    <a:lnTo>
                      <a:pt x="157" y="25"/>
                    </a:lnTo>
                    <a:lnTo>
                      <a:pt x="157" y="32"/>
                    </a:lnTo>
                    <a:lnTo>
                      <a:pt x="159" y="37"/>
                    </a:lnTo>
                    <a:lnTo>
                      <a:pt x="159" y="46"/>
                    </a:lnTo>
                    <a:lnTo>
                      <a:pt x="161" y="51"/>
                    </a:lnTo>
                    <a:lnTo>
                      <a:pt x="161" y="60"/>
                    </a:lnTo>
                    <a:lnTo>
                      <a:pt x="164" y="65"/>
                    </a:lnTo>
                    <a:lnTo>
                      <a:pt x="164" y="69"/>
                    </a:lnTo>
                    <a:lnTo>
                      <a:pt x="166" y="74"/>
                    </a:lnTo>
                    <a:lnTo>
                      <a:pt x="166" y="83"/>
                    </a:lnTo>
                    <a:lnTo>
                      <a:pt x="168" y="88"/>
                    </a:lnTo>
                    <a:lnTo>
                      <a:pt x="168" y="94"/>
                    </a:lnTo>
                    <a:lnTo>
                      <a:pt x="171" y="99"/>
                    </a:lnTo>
                    <a:lnTo>
                      <a:pt x="171" y="106"/>
                    </a:lnTo>
                    <a:lnTo>
                      <a:pt x="173" y="111"/>
                    </a:lnTo>
                    <a:lnTo>
                      <a:pt x="173" y="113"/>
                    </a:lnTo>
                    <a:lnTo>
                      <a:pt x="175" y="115"/>
                    </a:lnTo>
                    <a:lnTo>
                      <a:pt x="175" y="120"/>
                    </a:lnTo>
                    <a:lnTo>
                      <a:pt x="177" y="122"/>
                    </a:lnTo>
                    <a:lnTo>
                      <a:pt x="180" y="124"/>
                    </a:lnTo>
                    <a:lnTo>
                      <a:pt x="182" y="122"/>
                    </a:lnTo>
                    <a:lnTo>
                      <a:pt x="184" y="120"/>
                    </a:lnTo>
                    <a:lnTo>
                      <a:pt x="187" y="118"/>
                    </a:lnTo>
                    <a:lnTo>
                      <a:pt x="187" y="113"/>
                    </a:lnTo>
                    <a:lnTo>
                      <a:pt x="189" y="111"/>
                    </a:lnTo>
                    <a:lnTo>
                      <a:pt x="189" y="106"/>
                    </a:lnTo>
                    <a:lnTo>
                      <a:pt x="191" y="104"/>
                    </a:lnTo>
                    <a:lnTo>
                      <a:pt x="191" y="99"/>
                    </a:lnTo>
                    <a:lnTo>
                      <a:pt x="194" y="97"/>
                    </a:lnTo>
                    <a:lnTo>
                      <a:pt x="194" y="90"/>
                    </a:lnTo>
                    <a:lnTo>
                      <a:pt x="196" y="88"/>
                    </a:lnTo>
                    <a:lnTo>
                      <a:pt x="196" y="81"/>
                    </a:lnTo>
                    <a:lnTo>
                      <a:pt x="198" y="78"/>
                    </a:lnTo>
                    <a:lnTo>
                      <a:pt x="198" y="71"/>
                    </a:lnTo>
                    <a:lnTo>
                      <a:pt x="200" y="67"/>
                    </a:lnTo>
                    <a:lnTo>
                      <a:pt x="200" y="65"/>
                    </a:lnTo>
                    <a:lnTo>
                      <a:pt x="203" y="62"/>
                    </a:lnTo>
                    <a:lnTo>
                      <a:pt x="203" y="58"/>
                    </a:lnTo>
                    <a:lnTo>
                      <a:pt x="205" y="55"/>
                    </a:lnTo>
                    <a:lnTo>
                      <a:pt x="205" y="51"/>
                    </a:lnTo>
                    <a:lnTo>
                      <a:pt x="207" y="48"/>
                    </a:lnTo>
                    <a:lnTo>
                      <a:pt x="207" y="44"/>
                    </a:lnTo>
                    <a:lnTo>
                      <a:pt x="212" y="39"/>
                    </a:lnTo>
                    <a:lnTo>
                      <a:pt x="212" y="37"/>
                    </a:lnTo>
                    <a:lnTo>
                      <a:pt x="217" y="32"/>
                    </a:lnTo>
                    <a:lnTo>
                      <a:pt x="214" y="32"/>
                    </a:lnTo>
                    <a:lnTo>
                      <a:pt x="217" y="32"/>
                    </a:lnTo>
                    <a:lnTo>
                      <a:pt x="219" y="30"/>
                    </a:lnTo>
                    <a:lnTo>
                      <a:pt x="221" y="28"/>
                    </a:lnTo>
                    <a:lnTo>
                      <a:pt x="223" y="28"/>
                    </a:lnTo>
                    <a:lnTo>
                      <a:pt x="226" y="28"/>
                    </a:lnTo>
                  </a:path>
                </a:pathLst>
              </a:custGeom>
              <a:noFill/>
              <a:ln w="12700" cap="flat">
                <a:solidFill>
                  <a:srgbClr val="C00000"/>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sp>
            <p:nvSpPr>
              <p:cNvPr id="772" name="Freeform 152"/>
              <p:cNvSpPr>
                <a:spLocks/>
              </p:cNvSpPr>
              <p:nvPr/>
            </p:nvSpPr>
            <p:spPr bwMode="auto">
              <a:xfrm>
                <a:off x="17655804" y="20100355"/>
                <a:ext cx="819150" cy="292100"/>
              </a:xfrm>
              <a:custGeom>
                <a:avLst/>
                <a:gdLst/>
                <a:ahLst/>
                <a:cxnLst>
                  <a:cxn ang="0">
                    <a:pos x="2" y="6"/>
                  </a:cxn>
                  <a:cxn ang="0">
                    <a:pos x="9" y="6"/>
                  </a:cxn>
                  <a:cxn ang="0">
                    <a:pos x="16" y="11"/>
                  </a:cxn>
                  <a:cxn ang="0">
                    <a:pos x="23" y="18"/>
                  </a:cxn>
                  <a:cxn ang="0">
                    <a:pos x="30" y="23"/>
                  </a:cxn>
                  <a:cxn ang="0">
                    <a:pos x="37" y="25"/>
                  </a:cxn>
                  <a:cxn ang="0">
                    <a:pos x="44" y="20"/>
                  </a:cxn>
                  <a:cxn ang="0">
                    <a:pos x="51" y="11"/>
                  </a:cxn>
                  <a:cxn ang="0">
                    <a:pos x="58" y="2"/>
                  </a:cxn>
                  <a:cxn ang="0">
                    <a:pos x="65" y="2"/>
                  </a:cxn>
                  <a:cxn ang="0">
                    <a:pos x="72" y="6"/>
                  </a:cxn>
                  <a:cxn ang="0">
                    <a:pos x="76" y="13"/>
                  </a:cxn>
                  <a:cxn ang="0">
                    <a:pos x="78" y="20"/>
                  </a:cxn>
                  <a:cxn ang="0">
                    <a:pos x="83" y="27"/>
                  </a:cxn>
                  <a:cxn ang="0">
                    <a:pos x="88" y="34"/>
                  </a:cxn>
                  <a:cxn ang="0">
                    <a:pos x="95" y="34"/>
                  </a:cxn>
                  <a:cxn ang="0">
                    <a:pos x="101" y="30"/>
                  </a:cxn>
                  <a:cxn ang="0">
                    <a:pos x="108" y="23"/>
                  </a:cxn>
                  <a:cxn ang="0">
                    <a:pos x="115" y="18"/>
                  </a:cxn>
                  <a:cxn ang="0">
                    <a:pos x="120" y="18"/>
                  </a:cxn>
                  <a:cxn ang="0">
                    <a:pos x="127" y="20"/>
                  </a:cxn>
                  <a:cxn ang="0">
                    <a:pos x="134" y="25"/>
                  </a:cxn>
                  <a:cxn ang="0">
                    <a:pos x="141" y="27"/>
                  </a:cxn>
                  <a:cxn ang="0">
                    <a:pos x="148" y="23"/>
                  </a:cxn>
                  <a:cxn ang="0">
                    <a:pos x="154" y="13"/>
                  </a:cxn>
                  <a:cxn ang="0">
                    <a:pos x="161" y="4"/>
                  </a:cxn>
                  <a:cxn ang="0">
                    <a:pos x="168" y="4"/>
                  </a:cxn>
                  <a:cxn ang="0">
                    <a:pos x="175" y="9"/>
                  </a:cxn>
                  <a:cxn ang="0">
                    <a:pos x="180" y="16"/>
                  </a:cxn>
                  <a:cxn ang="0">
                    <a:pos x="184" y="25"/>
                  </a:cxn>
                  <a:cxn ang="0">
                    <a:pos x="187" y="34"/>
                  </a:cxn>
                  <a:cxn ang="0">
                    <a:pos x="194" y="43"/>
                  </a:cxn>
                  <a:cxn ang="0">
                    <a:pos x="200" y="46"/>
                  </a:cxn>
                  <a:cxn ang="0">
                    <a:pos x="210" y="36"/>
                  </a:cxn>
                  <a:cxn ang="0">
                    <a:pos x="212" y="30"/>
                  </a:cxn>
                  <a:cxn ang="0">
                    <a:pos x="217" y="23"/>
                  </a:cxn>
                  <a:cxn ang="0">
                    <a:pos x="223" y="13"/>
                  </a:cxn>
                  <a:cxn ang="0">
                    <a:pos x="226" y="6"/>
                  </a:cxn>
                  <a:cxn ang="0">
                    <a:pos x="233" y="2"/>
                  </a:cxn>
                  <a:cxn ang="0">
                    <a:pos x="240" y="0"/>
                  </a:cxn>
                  <a:cxn ang="0">
                    <a:pos x="247" y="0"/>
                  </a:cxn>
                  <a:cxn ang="0">
                    <a:pos x="253" y="0"/>
                  </a:cxn>
                </a:cxnLst>
                <a:rect l="0" t="0" r="r" b="b"/>
                <a:pathLst>
                  <a:path w="258" h="46">
                    <a:moveTo>
                      <a:pt x="2" y="6"/>
                    </a:moveTo>
                    <a:lnTo>
                      <a:pt x="0" y="6"/>
                    </a:lnTo>
                    <a:lnTo>
                      <a:pt x="2" y="6"/>
                    </a:lnTo>
                    <a:lnTo>
                      <a:pt x="5" y="6"/>
                    </a:lnTo>
                    <a:lnTo>
                      <a:pt x="7" y="6"/>
                    </a:lnTo>
                    <a:lnTo>
                      <a:pt x="9" y="6"/>
                    </a:lnTo>
                    <a:lnTo>
                      <a:pt x="12" y="9"/>
                    </a:lnTo>
                    <a:lnTo>
                      <a:pt x="14" y="9"/>
                    </a:lnTo>
                    <a:lnTo>
                      <a:pt x="16" y="11"/>
                    </a:lnTo>
                    <a:lnTo>
                      <a:pt x="19" y="13"/>
                    </a:lnTo>
                    <a:lnTo>
                      <a:pt x="21" y="16"/>
                    </a:lnTo>
                    <a:lnTo>
                      <a:pt x="23" y="18"/>
                    </a:lnTo>
                    <a:lnTo>
                      <a:pt x="26" y="18"/>
                    </a:lnTo>
                    <a:lnTo>
                      <a:pt x="28" y="20"/>
                    </a:lnTo>
                    <a:lnTo>
                      <a:pt x="30" y="23"/>
                    </a:lnTo>
                    <a:lnTo>
                      <a:pt x="32" y="25"/>
                    </a:lnTo>
                    <a:lnTo>
                      <a:pt x="35" y="25"/>
                    </a:lnTo>
                    <a:lnTo>
                      <a:pt x="37" y="25"/>
                    </a:lnTo>
                    <a:lnTo>
                      <a:pt x="39" y="23"/>
                    </a:lnTo>
                    <a:lnTo>
                      <a:pt x="42" y="23"/>
                    </a:lnTo>
                    <a:lnTo>
                      <a:pt x="44" y="20"/>
                    </a:lnTo>
                    <a:lnTo>
                      <a:pt x="46" y="18"/>
                    </a:lnTo>
                    <a:lnTo>
                      <a:pt x="51" y="13"/>
                    </a:lnTo>
                    <a:lnTo>
                      <a:pt x="51" y="11"/>
                    </a:lnTo>
                    <a:lnTo>
                      <a:pt x="53" y="9"/>
                    </a:lnTo>
                    <a:lnTo>
                      <a:pt x="58" y="4"/>
                    </a:lnTo>
                    <a:lnTo>
                      <a:pt x="58" y="2"/>
                    </a:lnTo>
                    <a:lnTo>
                      <a:pt x="60" y="2"/>
                    </a:lnTo>
                    <a:lnTo>
                      <a:pt x="62" y="0"/>
                    </a:lnTo>
                    <a:lnTo>
                      <a:pt x="65" y="2"/>
                    </a:lnTo>
                    <a:lnTo>
                      <a:pt x="67" y="2"/>
                    </a:lnTo>
                    <a:lnTo>
                      <a:pt x="69" y="4"/>
                    </a:lnTo>
                    <a:lnTo>
                      <a:pt x="72" y="6"/>
                    </a:lnTo>
                    <a:lnTo>
                      <a:pt x="74" y="9"/>
                    </a:lnTo>
                    <a:lnTo>
                      <a:pt x="74" y="11"/>
                    </a:lnTo>
                    <a:lnTo>
                      <a:pt x="76" y="13"/>
                    </a:lnTo>
                    <a:lnTo>
                      <a:pt x="76" y="16"/>
                    </a:lnTo>
                    <a:lnTo>
                      <a:pt x="78" y="18"/>
                    </a:lnTo>
                    <a:lnTo>
                      <a:pt x="78" y="20"/>
                    </a:lnTo>
                    <a:lnTo>
                      <a:pt x="81" y="23"/>
                    </a:lnTo>
                    <a:lnTo>
                      <a:pt x="83" y="25"/>
                    </a:lnTo>
                    <a:lnTo>
                      <a:pt x="83" y="27"/>
                    </a:lnTo>
                    <a:lnTo>
                      <a:pt x="85" y="30"/>
                    </a:lnTo>
                    <a:lnTo>
                      <a:pt x="90" y="34"/>
                    </a:lnTo>
                    <a:lnTo>
                      <a:pt x="88" y="34"/>
                    </a:lnTo>
                    <a:lnTo>
                      <a:pt x="90" y="34"/>
                    </a:lnTo>
                    <a:lnTo>
                      <a:pt x="92" y="34"/>
                    </a:lnTo>
                    <a:lnTo>
                      <a:pt x="95" y="34"/>
                    </a:lnTo>
                    <a:lnTo>
                      <a:pt x="97" y="34"/>
                    </a:lnTo>
                    <a:lnTo>
                      <a:pt x="99" y="32"/>
                    </a:lnTo>
                    <a:lnTo>
                      <a:pt x="101" y="30"/>
                    </a:lnTo>
                    <a:lnTo>
                      <a:pt x="104" y="27"/>
                    </a:lnTo>
                    <a:lnTo>
                      <a:pt x="106" y="25"/>
                    </a:lnTo>
                    <a:lnTo>
                      <a:pt x="108" y="23"/>
                    </a:lnTo>
                    <a:lnTo>
                      <a:pt x="111" y="20"/>
                    </a:lnTo>
                    <a:lnTo>
                      <a:pt x="113" y="18"/>
                    </a:lnTo>
                    <a:lnTo>
                      <a:pt x="115" y="18"/>
                    </a:lnTo>
                    <a:lnTo>
                      <a:pt x="118" y="18"/>
                    </a:lnTo>
                    <a:lnTo>
                      <a:pt x="122" y="18"/>
                    </a:lnTo>
                    <a:lnTo>
                      <a:pt x="120" y="18"/>
                    </a:lnTo>
                    <a:lnTo>
                      <a:pt x="122" y="18"/>
                    </a:lnTo>
                    <a:lnTo>
                      <a:pt x="125" y="20"/>
                    </a:lnTo>
                    <a:lnTo>
                      <a:pt x="127" y="20"/>
                    </a:lnTo>
                    <a:lnTo>
                      <a:pt x="129" y="23"/>
                    </a:lnTo>
                    <a:lnTo>
                      <a:pt x="131" y="25"/>
                    </a:lnTo>
                    <a:lnTo>
                      <a:pt x="134" y="25"/>
                    </a:lnTo>
                    <a:lnTo>
                      <a:pt x="136" y="27"/>
                    </a:lnTo>
                    <a:lnTo>
                      <a:pt x="138" y="27"/>
                    </a:lnTo>
                    <a:lnTo>
                      <a:pt x="141" y="27"/>
                    </a:lnTo>
                    <a:lnTo>
                      <a:pt x="143" y="25"/>
                    </a:lnTo>
                    <a:lnTo>
                      <a:pt x="145" y="25"/>
                    </a:lnTo>
                    <a:lnTo>
                      <a:pt x="148" y="23"/>
                    </a:lnTo>
                    <a:lnTo>
                      <a:pt x="150" y="20"/>
                    </a:lnTo>
                    <a:lnTo>
                      <a:pt x="154" y="16"/>
                    </a:lnTo>
                    <a:lnTo>
                      <a:pt x="154" y="13"/>
                    </a:lnTo>
                    <a:lnTo>
                      <a:pt x="157" y="11"/>
                    </a:lnTo>
                    <a:lnTo>
                      <a:pt x="161" y="6"/>
                    </a:lnTo>
                    <a:lnTo>
                      <a:pt x="161" y="4"/>
                    </a:lnTo>
                    <a:lnTo>
                      <a:pt x="164" y="4"/>
                    </a:lnTo>
                    <a:lnTo>
                      <a:pt x="166" y="2"/>
                    </a:lnTo>
                    <a:lnTo>
                      <a:pt x="168" y="4"/>
                    </a:lnTo>
                    <a:lnTo>
                      <a:pt x="171" y="4"/>
                    </a:lnTo>
                    <a:lnTo>
                      <a:pt x="173" y="6"/>
                    </a:lnTo>
                    <a:lnTo>
                      <a:pt x="175" y="9"/>
                    </a:lnTo>
                    <a:lnTo>
                      <a:pt x="177" y="11"/>
                    </a:lnTo>
                    <a:lnTo>
                      <a:pt x="177" y="13"/>
                    </a:lnTo>
                    <a:lnTo>
                      <a:pt x="180" y="16"/>
                    </a:lnTo>
                    <a:lnTo>
                      <a:pt x="180" y="20"/>
                    </a:lnTo>
                    <a:lnTo>
                      <a:pt x="182" y="23"/>
                    </a:lnTo>
                    <a:lnTo>
                      <a:pt x="184" y="25"/>
                    </a:lnTo>
                    <a:lnTo>
                      <a:pt x="184" y="27"/>
                    </a:lnTo>
                    <a:lnTo>
                      <a:pt x="187" y="30"/>
                    </a:lnTo>
                    <a:lnTo>
                      <a:pt x="187" y="34"/>
                    </a:lnTo>
                    <a:lnTo>
                      <a:pt x="191" y="39"/>
                    </a:lnTo>
                    <a:lnTo>
                      <a:pt x="191" y="41"/>
                    </a:lnTo>
                    <a:lnTo>
                      <a:pt x="194" y="43"/>
                    </a:lnTo>
                    <a:lnTo>
                      <a:pt x="196" y="46"/>
                    </a:lnTo>
                    <a:lnTo>
                      <a:pt x="198" y="46"/>
                    </a:lnTo>
                    <a:lnTo>
                      <a:pt x="200" y="46"/>
                    </a:lnTo>
                    <a:lnTo>
                      <a:pt x="203" y="43"/>
                    </a:lnTo>
                    <a:lnTo>
                      <a:pt x="205" y="41"/>
                    </a:lnTo>
                    <a:lnTo>
                      <a:pt x="210" y="36"/>
                    </a:lnTo>
                    <a:lnTo>
                      <a:pt x="210" y="34"/>
                    </a:lnTo>
                    <a:lnTo>
                      <a:pt x="212" y="32"/>
                    </a:lnTo>
                    <a:lnTo>
                      <a:pt x="212" y="30"/>
                    </a:lnTo>
                    <a:lnTo>
                      <a:pt x="214" y="27"/>
                    </a:lnTo>
                    <a:lnTo>
                      <a:pt x="214" y="25"/>
                    </a:lnTo>
                    <a:lnTo>
                      <a:pt x="217" y="23"/>
                    </a:lnTo>
                    <a:lnTo>
                      <a:pt x="217" y="20"/>
                    </a:lnTo>
                    <a:lnTo>
                      <a:pt x="219" y="18"/>
                    </a:lnTo>
                    <a:lnTo>
                      <a:pt x="223" y="13"/>
                    </a:lnTo>
                    <a:lnTo>
                      <a:pt x="223" y="11"/>
                    </a:lnTo>
                    <a:lnTo>
                      <a:pt x="228" y="6"/>
                    </a:lnTo>
                    <a:lnTo>
                      <a:pt x="226" y="6"/>
                    </a:lnTo>
                    <a:lnTo>
                      <a:pt x="228" y="6"/>
                    </a:lnTo>
                    <a:lnTo>
                      <a:pt x="230" y="4"/>
                    </a:lnTo>
                    <a:lnTo>
                      <a:pt x="233" y="2"/>
                    </a:lnTo>
                    <a:lnTo>
                      <a:pt x="235" y="2"/>
                    </a:lnTo>
                    <a:lnTo>
                      <a:pt x="237" y="2"/>
                    </a:lnTo>
                    <a:lnTo>
                      <a:pt x="240" y="0"/>
                    </a:lnTo>
                    <a:lnTo>
                      <a:pt x="242" y="0"/>
                    </a:lnTo>
                    <a:lnTo>
                      <a:pt x="244" y="0"/>
                    </a:lnTo>
                    <a:lnTo>
                      <a:pt x="247" y="0"/>
                    </a:lnTo>
                    <a:lnTo>
                      <a:pt x="249" y="0"/>
                    </a:lnTo>
                    <a:lnTo>
                      <a:pt x="251" y="0"/>
                    </a:lnTo>
                    <a:lnTo>
                      <a:pt x="253" y="0"/>
                    </a:lnTo>
                    <a:lnTo>
                      <a:pt x="256" y="0"/>
                    </a:lnTo>
                    <a:lnTo>
                      <a:pt x="258" y="2"/>
                    </a:lnTo>
                  </a:path>
                </a:pathLst>
              </a:custGeom>
              <a:noFill/>
              <a:ln w="12700" cap="flat">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rial" pitchFamily="34" charset="0"/>
                  <a:cs typeface="Arial" pitchFamily="34" charset="0"/>
                </a:endParaRPr>
              </a:p>
            </p:txBody>
          </p:sp>
        </p:grpSp>
      </p:grpSp>
      <p:grpSp>
        <p:nvGrpSpPr>
          <p:cNvPr id="790" name="Group 789"/>
          <p:cNvGrpSpPr/>
          <p:nvPr/>
        </p:nvGrpSpPr>
        <p:grpSpPr>
          <a:xfrm rot="5026588" flipH="1">
            <a:off x="22969114" y="18236610"/>
            <a:ext cx="287596" cy="279849"/>
            <a:chOff x="21611015" y="17288835"/>
            <a:chExt cx="479011" cy="171453"/>
          </a:xfrm>
        </p:grpSpPr>
        <p:sp>
          <p:nvSpPr>
            <p:cNvPr id="791" name="Arc 790"/>
            <p:cNvSpPr/>
            <p:nvPr/>
          </p:nvSpPr>
          <p:spPr>
            <a:xfrm>
              <a:off x="21611015" y="17288835"/>
              <a:ext cx="477118" cy="171450"/>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92" name="Arc 791"/>
            <p:cNvSpPr/>
            <p:nvPr/>
          </p:nvSpPr>
          <p:spPr>
            <a:xfrm flipH="1">
              <a:off x="21612908" y="17288838"/>
              <a:ext cx="477118" cy="171450"/>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793" name="Group 792"/>
          <p:cNvGrpSpPr/>
          <p:nvPr/>
        </p:nvGrpSpPr>
        <p:grpSpPr>
          <a:xfrm rot="16573412">
            <a:off x="21701694" y="18236610"/>
            <a:ext cx="287596" cy="279849"/>
            <a:chOff x="21611015" y="17288835"/>
            <a:chExt cx="479011" cy="171453"/>
          </a:xfrm>
        </p:grpSpPr>
        <p:sp>
          <p:nvSpPr>
            <p:cNvPr id="794" name="Arc 793"/>
            <p:cNvSpPr/>
            <p:nvPr/>
          </p:nvSpPr>
          <p:spPr>
            <a:xfrm>
              <a:off x="21611015" y="17288835"/>
              <a:ext cx="477118" cy="171450"/>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95" name="Arc 794"/>
            <p:cNvSpPr/>
            <p:nvPr/>
          </p:nvSpPr>
          <p:spPr>
            <a:xfrm flipH="1">
              <a:off x="21612908" y="17288838"/>
              <a:ext cx="477118" cy="171450"/>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8" name="TextBox 17"/>
          <p:cNvSpPr txBox="1"/>
          <p:nvPr/>
        </p:nvSpPr>
        <p:spPr>
          <a:xfrm>
            <a:off x="20567287" y="18629903"/>
            <a:ext cx="1220990" cy="492443"/>
          </a:xfrm>
          <a:prstGeom prst="rect">
            <a:avLst/>
          </a:prstGeom>
          <a:noFill/>
        </p:spPr>
        <p:txBody>
          <a:bodyPr wrap="square" rtlCol="0">
            <a:spAutoFit/>
          </a:bodyPr>
          <a:lstStyle/>
          <a:p>
            <a:r>
              <a:rPr lang="en-US" sz="2600" dirty="0" smtClean="0">
                <a:solidFill>
                  <a:srgbClr val="C00000"/>
                </a:solidFill>
                <a:latin typeface="Trebuchet MS" panose="020B0603020202020204" pitchFamily="34" charset="0"/>
              </a:rPr>
              <a:t>N400</a:t>
            </a:r>
            <a:endParaRPr lang="en-US" sz="2600" dirty="0">
              <a:solidFill>
                <a:srgbClr val="C00000"/>
              </a:solidFill>
              <a:latin typeface="Trebuchet MS" panose="020B0603020202020204" pitchFamily="34" charset="0"/>
            </a:endParaRPr>
          </a:p>
        </p:txBody>
      </p:sp>
      <p:sp>
        <p:nvSpPr>
          <p:cNvPr id="796" name="TextBox 795"/>
          <p:cNvSpPr txBox="1"/>
          <p:nvPr/>
        </p:nvSpPr>
        <p:spPr>
          <a:xfrm>
            <a:off x="25201665" y="18625943"/>
            <a:ext cx="1220990" cy="492443"/>
          </a:xfrm>
          <a:prstGeom prst="rect">
            <a:avLst/>
          </a:prstGeom>
          <a:noFill/>
        </p:spPr>
        <p:txBody>
          <a:bodyPr wrap="square" rtlCol="0">
            <a:spAutoFit/>
          </a:bodyPr>
          <a:lstStyle/>
          <a:p>
            <a:r>
              <a:rPr lang="en-US" sz="2600" dirty="0" smtClean="0">
                <a:solidFill>
                  <a:srgbClr val="C00000"/>
                </a:solidFill>
                <a:latin typeface="Trebuchet MS" panose="020B0603020202020204" pitchFamily="34" charset="0"/>
              </a:rPr>
              <a:t>N400</a:t>
            </a:r>
            <a:endParaRPr lang="en-US" sz="2600" dirty="0">
              <a:solidFill>
                <a:srgbClr val="C00000"/>
              </a:solidFill>
              <a:latin typeface="Trebuchet MS" panose="020B0603020202020204" pitchFamily="34" charset="0"/>
            </a:endParaRPr>
          </a:p>
        </p:txBody>
      </p:sp>
      <p:sp>
        <p:nvSpPr>
          <p:cNvPr id="797" name="TextBox 796"/>
          <p:cNvSpPr txBox="1"/>
          <p:nvPr/>
        </p:nvSpPr>
        <p:spPr>
          <a:xfrm>
            <a:off x="18099336" y="18625618"/>
            <a:ext cx="1220990" cy="492443"/>
          </a:xfrm>
          <a:prstGeom prst="rect">
            <a:avLst/>
          </a:prstGeom>
          <a:noFill/>
        </p:spPr>
        <p:txBody>
          <a:bodyPr wrap="square" rtlCol="0">
            <a:spAutoFit/>
          </a:bodyPr>
          <a:lstStyle/>
          <a:p>
            <a:r>
              <a:rPr lang="en-US" sz="2600" dirty="0" smtClean="0">
                <a:solidFill>
                  <a:srgbClr val="00B050"/>
                </a:solidFill>
                <a:latin typeface="Trebuchet MS" panose="020B0603020202020204" pitchFamily="34" charset="0"/>
              </a:rPr>
              <a:t>N400</a:t>
            </a:r>
            <a:endParaRPr lang="en-US" sz="2600" dirty="0">
              <a:solidFill>
                <a:srgbClr val="00B050"/>
              </a:solidFill>
              <a:latin typeface="Trebuchet MS" panose="020B0603020202020204" pitchFamily="34" charset="0"/>
            </a:endParaRPr>
          </a:p>
        </p:txBody>
      </p:sp>
      <p:cxnSp>
        <p:nvCxnSpPr>
          <p:cNvPr id="799" name="Straight Arrow Connector 798"/>
          <p:cNvCxnSpPr/>
          <p:nvPr/>
        </p:nvCxnSpPr>
        <p:spPr>
          <a:xfrm flipH="1">
            <a:off x="25080071" y="18998453"/>
            <a:ext cx="278476" cy="355467"/>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800" name="Straight Arrow Connector 799"/>
          <p:cNvCxnSpPr/>
          <p:nvPr/>
        </p:nvCxnSpPr>
        <p:spPr>
          <a:xfrm flipH="1">
            <a:off x="20353288" y="18903551"/>
            <a:ext cx="278476" cy="355467"/>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801" name="Straight Arrow Connector 800"/>
          <p:cNvCxnSpPr/>
          <p:nvPr/>
        </p:nvCxnSpPr>
        <p:spPr>
          <a:xfrm flipH="1">
            <a:off x="17860469" y="18872164"/>
            <a:ext cx="278476" cy="355467"/>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4869272"/>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PosterPresentations.com-100CMx140CM">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PosterPresentations.com-100CMx140CM">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lassic - Wide Center">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PosterPresentations.com-100CMx140CM</Template>
  <TotalTime>2033</TotalTime>
  <Words>850</Words>
  <Application>Microsoft Macintosh PowerPoint</Application>
  <PresentationFormat>Custom</PresentationFormat>
  <Paragraphs>104</Paragraphs>
  <Slides>1</Slides>
  <Notes>0</Notes>
  <HiddenSlides>0</HiddenSlides>
  <MMClips>0</MMClips>
  <ScaleCrop>false</ScaleCrop>
  <HeadingPairs>
    <vt:vector size="4" baseType="variant">
      <vt:variant>
        <vt:lpstr>Theme</vt:lpstr>
      </vt:variant>
      <vt:variant>
        <vt:i4>3</vt:i4>
      </vt:variant>
      <vt:variant>
        <vt:lpstr>Slide Titles</vt:lpstr>
      </vt:variant>
      <vt:variant>
        <vt:i4>1</vt:i4>
      </vt:variant>
    </vt:vector>
  </HeadingPairs>
  <TitlesOfParts>
    <vt:vector size="4" baseType="lpstr">
      <vt:lpstr>PosterPresentations.com-100CMx140CM</vt:lpstr>
      <vt:lpstr>1_PosterPresentations.com-100CMx140CM</vt:lpstr>
      <vt:lpstr>Classic - Wide Center</vt:lpstr>
      <vt:lpstr>PowerPoint Presentation</vt:lpstr>
    </vt:vector>
  </TitlesOfParts>
  <Company>Hewlett-Packard Company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Will Langston</cp:lastModifiedBy>
  <cp:revision>98</cp:revision>
  <dcterms:created xsi:type="dcterms:W3CDTF">2012-06-24T23:34:38Z</dcterms:created>
  <dcterms:modified xsi:type="dcterms:W3CDTF">2013-11-12T23:38:00Z</dcterms:modified>
</cp:coreProperties>
</file>